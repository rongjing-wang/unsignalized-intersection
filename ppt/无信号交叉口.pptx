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33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56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6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E8E7F4-5C66-F090-11A0-97EF3CE23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F0C4515-A8D1-9D03-5B41-CFE0E85474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9BD666-E51B-9DDC-DA0C-71C7E1AC4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A87CD-9187-4BDB-A36D-B8FB85013595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EDD73B-2CF9-6C04-FB1A-3F3BDBD52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956843-6940-A14E-B850-B7ABC46BC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8D6DF-270B-4869-ACC3-25E953071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0770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2267CC-84E8-753B-5143-46870A410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58DA2B-F125-AC85-FAA7-640B7ED05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220A49-BA0B-9781-0E59-9DAC169DE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A87CD-9187-4BDB-A36D-B8FB85013595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1B059A-45CB-45CF-5387-1319209A6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7E54AB-CD72-EB18-4589-6A0E5E5B7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8D6DF-270B-4869-ACC3-25E953071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3777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72E339-DC3A-1FF9-F7A6-2DE0AB7D1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840981-4F1D-ACE4-7494-E5C3B9C74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8B3765-4633-8B4B-0492-703649362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A87CD-9187-4BDB-A36D-B8FB85013595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F2AD50-7F87-7D7C-6A63-3B4547BE4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C4B83B-85CD-7292-F0B4-00A1F9764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8D6DF-270B-4869-ACC3-25E953071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6834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C9C552-4DF0-B75B-62F4-17F5C8D9D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8B2AAF-3736-45F4-50AD-FB536DB0C2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098F39-C835-FAEC-38FD-36AD07178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FB8603-3B07-51DF-0FC4-1A45FD272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A87CD-9187-4BDB-A36D-B8FB85013595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C38E8F-9BE1-E551-5DE2-7BEDDE36E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87546A7-6A00-E8DC-D1EA-9703F0FC9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8D6DF-270B-4869-ACC3-25E953071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972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6D0A6A-DDF7-6FE2-A983-4CC0CA22F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B4F113-068D-2C9B-8E3B-0BB1C6D64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84B784D-713D-F9EB-1E67-B8D552FE3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C6E4279-1BC8-2B97-83F8-0E4FC28FDC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93FDB0A-ECA3-AB85-E3C8-15D07BB36E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FC34500-D78B-C4A7-32F0-44E4A5113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A87CD-9187-4BDB-A36D-B8FB85013595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C8CBF93-8C78-2C74-05CC-CB1E4569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1D2D283-3FB3-2EE2-B2EB-42011DF97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8D6DF-270B-4869-ACC3-25E953071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6360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4BA02B-D0AD-BE7A-F637-01CAB264F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0AC7C50-4EF0-3FFB-796D-2EC42B424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A87CD-9187-4BDB-A36D-B8FB85013595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5654597-261C-8AD3-0991-277DA29C3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AA16934-8D40-7258-33DE-A7514C0D2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8D6DF-270B-4869-ACC3-25E953071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0681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3880080-7DE3-253E-3C3C-DD4AA0026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A87CD-9187-4BDB-A36D-B8FB85013595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C832F05-0A60-A8C6-FA55-125CEE571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65B11D-0B80-8BA1-26C3-3E49828C7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8D6DF-270B-4869-ACC3-25E953071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270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E2DB64-5A05-362A-DDE5-1ACF972FD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201B71-38E4-4B30-EDCC-31DF8EDC0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0E4A1-64A0-D9FC-655B-28AAC82054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FA9233-62E6-A3CA-8462-7A661F7D0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A87CD-9187-4BDB-A36D-B8FB85013595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33ACF3-0378-5734-A8F6-F56A3D7D3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74CAAE-9DBC-911B-9212-C7C92F1EE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8D6DF-270B-4869-ACC3-25E953071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2995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6AD31B-D82C-1A7C-E5A7-DAA73D3E9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C423666-D8BD-9FE0-DCC1-C5916A17E5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8D014F-EF5A-7071-AB45-40DCC2EA13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F80223-F02D-CEF6-DF63-79489C8AD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A87CD-9187-4BDB-A36D-B8FB85013595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57AF6F-5276-00F0-2816-69C19527A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AFB1D8-E439-A61A-C9C7-25A3B5B8F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8D6DF-270B-4869-ACC3-25E953071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681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337276-3DE8-2305-9ECB-DFDB82905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9DAFB5-CCA2-0841-FB82-20C2AF057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969520-F113-B16D-9408-F5EA83049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A87CD-9187-4BDB-A36D-B8FB85013595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7C2588-47E2-000B-E80E-9B71CDD6D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4A7329-3DF5-4C32-B34C-70A1A6D54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8D6DF-270B-4869-ACC3-25E953071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864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A269124-2E21-E51F-AA21-0378156FCB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0BEB765-437E-3C36-0DFA-37FA858063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D63B62-3750-B050-27F3-96D368010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A87CD-9187-4BDB-A36D-B8FB85013595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63C047-AE69-CA3F-8238-C4E16E569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63842E-41AB-D009-365A-1851DD163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8D6DF-270B-4869-ACC3-25E953071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6404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357BD2D-2BC1-B19C-34E0-80769D2A3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3CA37B-AEBD-0CA0-0443-886B2D117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24D167-6827-2322-F7CE-DB82975DFA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1A87CD-9187-4BDB-A36D-B8FB85013595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15DCFF-B2CC-684C-40B9-2E7239F684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7C12BB-4600-79CF-01E2-4A8B41476E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18D6DF-270B-4869-ACC3-25E953071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5858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B67B8CF8-375A-2E0C-628A-1FFAD932AEDF}"/>
              </a:ext>
            </a:extLst>
          </p:cNvPr>
          <p:cNvSpPr/>
          <p:nvPr/>
        </p:nvSpPr>
        <p:spPr>
          <a:xfrm rot="3200152">
            <a:off x="3508477" y="1653114"/>
            <a:ext cx="459969" cy="214931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EE89C4F-F71E-2B8A-0E37-D3F53BFDDACD}"/>
              </a:ext>
            </a:extLst>
          </p:cNvPr>
          <p:cNvSpPr/>
          <p:nvPr/>
        </p:nvSpPr>
        <p:spPr>
          <a:xfrm rot="10800000">
            <a:off x="3841641" y="1997450"/>
            <a:ext cx="459969" cy="214931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BA883846-A150-24E0-04C5-AAE245D09C36}"/>
              </a:ext>
            </a:extLst>
          </p:cNvPr>
          <p:cNvGrpSpPr/>
          <p:nvPr/>
        </p:nvGrpSpPr>
        <p:grpSpPr>
          <a:xfrm>
            <a:off x="1433836" y="-183068"/>
            <a:ext cx="9177008" cy="7041068"/>
            <a:chOff x="1433836" y="-183068"/>
            <a:chExt cx="9177008" cy="704106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479E1964-E4E4-995B-24F1-96A07F021C30}"/>
                </a:ext>
              </a:extLst>
            </p:cNvPr>
            <p:cNvGrpSpPr/>
            <p:nvPr/>
          </p:nvGrpSpPr>
          <p:grpSpPr>
            <a:xfrm>
              <a:off x="1433836" y="-183068"/>
              <a:ext cx="9177008" cy="7041068"/>
              <a:chOff x="1471109" y="-213049"/>
              <a:chExt cx="9177008" cy="7041068"/>
            </a:xfrm>
          </p:grpSpPr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DBD439ED-E230-07BC-6AC6-91A6FB715930}"/>
                  </a:ext>
                </a:extLst>
              </p:cNvPr>
              <p:cNvGrpSpPr/>
              <p:nvPr/>
            </p:nvGrpSpPr>
            <p:grpSpPr>
              <a:xfrm>
                <a:off x="1471109" y="-213049"/>
                <a:ext cx="9177008" cy="7041068"/>
                <a:chOff x="1471109" y="-213049"/>
                <a:chExt cx="9177008" cy="7041068"/>
              </a:xfrm>
            </p:grpSpPr>
            <p:sp>
              <p:nvSpPr>
                <p:cNvPr id="30" name="矩形 29">
                  <a:extLst>
                    <a:ext uri="{FF2B5EF4-FFF2-40B4-BE49-F238E27FC236}">
                      <a16:creationId xmlns:a16="http://schemas.microsoft.com/office/drawing/2014/main" id="{455E0D2A-45C8-4B8D-0E69-E98F008E89BA}"/>
                    </a:ext>
                  </a:extLst>
                </p:cNvPr>
                <p:cNvSpPr/>
                <p:nvPr/>
              </p:nvSpPr>
              <p:spPr>
                <a:xfrm>
                  <a:off x="5674681" y="4252104"/>
                  <a:ext cx="1137179" cy="2219816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4" name="组合 3">
                  <a:extLst>
                    <a:ext uri="{FF2B5EF4-FFF2-40B4-BE49-F238E27FC236}">
                      <a16:creationId xmlns:a16="http://schemas.microsoft.com/office/drawing/2014/main" id="{3325D7F1-09F6-8C99-A78E-9D21982CAEC4}"/>
                    </a:ext>
                  </a:extLst>
                </p:cNvPr>
                <p:cNvGrpSpPr/>
                <p:nvPr/>
              </p:nvGrpSpPr>
              <p:grpSpPr>
                <a:xfrm>
                  <a:off x="1471109" y="-213049"/>
                  <a:ext cx="9177008" cy="7041068"/>
                  <a:chOff x="1471109" y="-213049"/>
                  <a:chExt cx="9177008" cy="7041068"/>
                </a:xfrm>
              </p:grpSpPr>
              <p:cxnSp>
                <p:nvCxnSpPr>
                  <p:cNvPr id="49" name="直接连接符 48">
                    <a:extLst>
                      <a:ext uri="{FF2B5EF4-FFF2-40B4-BE49-F238E27FC236}">
                        <a16:creationId xmlns:a16="http://schemas.microsoft.com/office/drawing/2014/main" id="{9993924E-FFCC-ABAF-99C8-BD46E409DED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922786" y="4252104"/>
                    <a:ext cx="0" cy="2575915"/>
                  </a:xfrm>
                  <a:prstGeom prst="line">
                    <a:avLst/>
                  </a:prstGeom>
                  <a:ln w="19050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直接连接符 49">
                    <a:extLst>
                      <a:ext uri="{FF2B5EF4-FFF2-40B4-BE49-F238E27FC236}">
                        <a16:creationId xmlns:a16="http://schemas.microsoft.com/office/drawing/2014/main" id="{587A0229-B273-46B8-7F45-29F9F864073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519579" y="4252103"/>
                    <a:ext cx="0" cy="2575915"/>
                  </a:xfrm>
                  <a:prstGeom prst="line">
                    <a:avLst/>
                  </a:prstGeom>
                  <a:ln w="19050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" name="组合 1">
                    <a:extLst>
                      <a:ext uri="{FF2B5EF4-FFF2-40B4-BE49-F238E27FC236}">
                        <a16:creationId xmlns:a16="http://schemas.microsoft.com/office/drawing/2014/main" id="{87C51DBC-29E6-CEA8-EAD1-3C0D108BEBFC}"/>
                      </a:ext>
                    </a:extLst>
                  </p:cNvPr>
                  <p:cNvGrpSpPr/>
                  <p:nvPr/>
                </p:nvGrpSpPr>
                <p:grpSpPr>
                  <a:xfrm>
                    <a:off x="1471109" y="-213049"/>
                    <a:ext cx="9177008" cy="6615608"/>
                    <a:chOff x="1471109" y="-213049"/>
                    <a:chExt cx="9177008" cy="6615608"/>
                  </a:xfrm>
                </p:grpSpPr>
                <p:sp>
                  <p:nvSpPr>
                    <p:cNvPr id="5" name="缺角矩形 4">
                      <a:extLst>
                        <a:ext uri="{FF2B5EF4-FFF2-40B4-BE49-F238E27FC236}">
                          <a16:creationId xmlns:a16="http://schemas.microsoft.com/office/drawing/2014/main" id="{98A2D85E-DBA5-7C98-790E-606EC518C2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03672" y="2606003"/>
                      <a:ext cx="1682370" cy="1640693"/>
                    </a:xfrm>
                    <a:prstGeom prst="plaque">
                      <a:avLst/>
                    </a:prstGeom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sp>
                  <p:nvSpPr>
                    <p:cNvPr id="10" name="矩形 9">
                      <a:extLst>
                        <a:ext uri="{FF2B5EF4-FFF2-40B4-BE49-F238E27FC236}">
                          <a16:creationId xmlns:a16="http://schemas.microsoft.com/office/drawing/2014/main" id="{20F88703-ADBA-E807-39F9-171BAECAFA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74841" y="745194"/>
                      <a:ext cx="1137179" cy="1866217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8" name="矩形 17">
                      <a:extLst>
                        <a:ext uri="{FF2B5EF4-FFF2-40B4-BE49-F238E27FC236}">
                          <a16:creationId xmlns:a16="http://schemas.microsoft.com/office/drawing/2014/main" id="{BD5D117A-CDAC-C6F0-188D-08317B64F9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49337" y="2882900"/>
                      <a:ext cx="3152748" cy="1092200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25" name="直接连接符 24">
                      <a:extLst>
                        <a:ext uri="{FF2B5EF4-FFF2-40B4-BE49-F238E27FC236}">
                          <a16:creationId xmlns:a16="http://schemas.microsoft.com/office/drawing/2014/main" id="{C48BDCFF-B5BA-FE07-F819-513759D85D54}"/>
                        </a:ext>
                      </a:extLst>
                    </p:cNvPr>
                    <p:cNvCxnSpPr>
                      <a:cxnSpLocks/>
                      <a:stCxn id="10" idx="0"/>
                    </p:cNvCxnSpPr>
                    <p:nvPr/>
                  </p:nvCxnSpPr>
                  <p:spPr>
                    <a:xfrm>
                      <a:off x="6243431" y="745194"/>
                      <a:ext cx="0" cy="1866216"/>
                    </a:xfrm>
                    <a:prstGeom prst="line">
                      <a:avLst/>
                    </a:prstGeom>
                    <a:ln w="285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" name="直接连接符 23">
                      <a:extLst>
                        <a:ext uri="{FF2B5EF4-FFF2-40B4-BE49-F238E27FC236}">
                          <a16:creationId xmlns:a16="http://schemas.microsoft.com/office/drawing/2014/main" id="{37203039-BE4B-B553-3547-C99D1625BA9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954429" y="35496"/>
                      <a:ext cx="0" cy="2575915"/>
                    </a:xfrm>
                    <a:prstGeom prst="line">
                      <a:avLst/>
                    </a:prstGeom>
                    <a:ln w="19050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" name="直接连接符 47">
                      <a:extLst>
                        <a:ext uri="{FF2B5EF4-FFF2-40B4-BE49-F238E27FC236}">
                          <a16:creationId xmlns:a16="http://schemas.microsoft.com/office/drawing/2014/main" id="{52777541-FC2F-5710-46A5-46A79979CCA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519579" y="35495"/>
                      <a:ext cx="0" cy="2575915"/>
                    </a:xfrm>
                    <a:prstGeom prst="line">
                      <a:avLst/>
                    </a:prstGeom>
                    <a:ln w="19050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2" name="直接连接符 51">
                      <a:extLst>
                        <a:ext uri="{FF2B5EF4-FFF2-40B4-BE49-F238E27FC236}">
                          <a16:creationId xmlns:a16="http://schemas.microsoft.com/office/drawing/2014/main" id="{2D265E46-B165-7AD1-89C6-11586500CDD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838424" y="3154909"/>
                      <a:ext cx="3563661" cy="0"/>
                    </a:xfrm>
                    <a:prstGeom prst="line">
                      <a:avLst/>
                    </a:prstGeom>
                    <a:ln w="19050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3" name="直接连接符 52">
                      <a:extLst>
                        <a:ext uri="{FF2B5EF4-FFF2-40B4-BE49-F238E27FC236}">
                          <a16:creationId xmlns:a16="http://schemas.microsoft.com/office/drawing/2014/main" id="{45B9B278-3117-F6B1-BB05-A1CE9BC91DE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838423" y="3682063"/>
                      <a:ext cx="3563661" cy="0"/>
                    </a:xfrm>
                    <a:prstGeom prst="line">
                      <a:avLst/>
                    </a:prstGeom>
                    <a:ln w="19050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4" name="直接连接符 53">
                      <a:extLst>
                        <a:ext uri="{FF2B5EF4-FFF2-40B4-BE49-F238E27FC236}">
                          <a16:creationId xmlns:a16="http://schemas.microsoft.com/office/drawing/2014/main" id="{A3E8CD4A-C924-B629-8188-0FD37A9C7FA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7084456" y="3160218"/>
                      <a:ext cx="3563661" cy="0"/>
                    </a:xfrm>
                    <a:prstGeom prst="line">
                      <a:avLst/>
                    </a:prstGeom>
                    <a:ln w="19050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55" name="矩形 54">
                      <a:extLst>
                        <a:ext uri="{FF2B5EF4-FFF2-40B4-BE49-F238E27FC236}">
                          <a16:creationId xmlns:a16="http://schemas.microsoft.com/office/drawing/2014/main" id="{669865F9-4911-16FC-6577-5CB5DB5052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84457" y="2887133"/>
                      <a:ext cx="3115224" cy="1092200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56" name="直接连接符 55">
                      <a:extLst>
                        <a:ext uri="{FF2B5EF4-FFF2-40B4-BE49-F238E27FC236}">
                          <a16:creationId xmlns:a16="http://schemas.microsoft.com/office/drawing/2014/main" id="{C20CFD5D-4B59-5921-7CD9-1C2814E7CF8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7084455" y="3154909"/>
                      <a:ext cx="3563661" cy="0"/>
                    </a:xfrm>
                    <a:prstGeom prst="line">
                      <a:avLst/>
                    </a:prstGeom>
                    <a:ln w="19050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7" name="直接连接符 56">
                      <a:extLst>
                        <a:ext uri="{FF2B5EF4-FFF2-40B4-BE49-F238E27FC236}">
                          <a16:creationId xmlns:a16="http://schemas.microsoft.com/office/drawing/2014/main" id="{F7C4C4A6-23B2-A40D-1A41-ABE2D66A5FB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7084454" y="3689593"/>
                      <a:ext cx="3563661" cy="0"/>
                    </a:xfrm>
                    <a:prstGeom prst="line">
                      <a:avLst/>
                    </a:prstGeom>
                    <a:ln w="19050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69" name="弧形 68">
                      <a:extLst>
                        <a:ext uri="{FF2B5EF4-FFF2-40B4-BE49-F238E27FC236}">
                          <a16:creationId xmlns:a16="http://schemas.microsoft.com/office/drawing/2014/main" id="{BECEFEC3-8BC1-B29A-80BB-66B6307C542F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6516407" y="2165773"/>
                      <a:ext cx="1116806" cy="991378"/>
                    </a:xfrm>
                    <a:prstGeom prst="arc">
                      <a:avLst>
                        <a:gd name="adj1" fmla="val 16111941"/>
                        <a:gd name="adj2" fmla="val 356658"/>
                      </a:avLst>
                    </a:prstGeom>
                    <a:ln w="19050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8" name="弧形 67">
                      <a:extLst>
                        <a:ext uri="{FF2B5EF4-FFF2-40B4-BE49-F238E27FC236}">
                          <a16:creationId xmlns:a16="http://schemas.microsoft.com/office/drawing/2014/main" id="{53E1F38E-6CEA-C271-3605-75131B07590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4899812" y="2106063"/>
                      <a:ext cx="1116806" cy="991378"/>
                    </a:xfrm>
                    <a:prstGeom prst="arc">
                      <a:avLst>
                        <a:gd name="adj1" fmla="val 16200000"/>
                        <a:gd name="adj2" fmla="val 356658"/>
                      </a:avLst>
                    </a:prstGeom>
                    <a:ln w="19050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0" name="弧形 69">
                      <a:extLst>
                        <a:ext uri="{FF2B5EF4-FFF2-40B4-BE49-F238E27FC236}">
                          <a16:creationId xmlns:a16="http://schemas.microsoft.com/office/drawing/2014/main" id="{7BDC3FC8-9D9F-B992-2193-6BA7EE26F1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9530" y="3683650"/>
                      <a:ext cx="1081036" cy="991378"/>
                    </a:xfrm>
                    <a:prstGeom prst="arc">
                      <a:avLst>
                        <a:gd name="adj1" fmla="val 16200000"/>
                        <a:gd name="adj2" fmla="val 528039"/>
                      </a:avLst>
                    </a:prstGeom>
                    <a:ln w="19050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1" name="弧形 70">
                      <a:extLst>
                        <a:ext uri="{FF2B5EF4-FFF2-40B4-BE49-F238E27FC236}">
                          <a16:creationId xmlns:a16="http://schemas.microsoft.com/office/drawing/2014/main" id="{619D7C6C-E96A-F3FC-800D-D4326287DE8D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453487" y="3744983"/>
                      <a:ext cx="1117217" cy="991378"/>
                    </a:xfrm>
                    <a:prstGeom prst="arc">
                      <a:avLst>
                        <a:gd name="adj1" fmla="val 16200000"/>
                        <a:gd name="adj2" fmla="val 528039"/>
                      </a:avLst>
                    </a:prstGeom>
                    <a:ln w="19050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22" name="直接连接符 21">
                      <a:extLst>
                        <a:ext uri="{FF2B5EF4-FFF2-40B4-BE49-F238E27FC236}">
                          <a16:creationId xmlns:a16="http://schemas.microsoft.com/office/drawing/2014/main" id="{0C0D965A-6407-E8C0-BEA9-A52F5B1640FB}"/>
                        </a:ext>
                      </a:extLst>
                    </p:cNvPr>
                    <p:cNvCxnSpPr>
                      <a:cxnSpLocks/>
                      <a:stCxn id="18" idx="1"/>
                      <a:endCxn id="18" idx="3"/>
                    </p:cNvCxnSpPr>
                    <p:nvPr/>
                  </p:nvCxnSpPr>
                  <p:spPr>
                    <a:xfrm>
                      <a:off x="2249337" y="3429000"/>
                      <a:ext cx="3152748" cy="0"/>
                    </a:xfrm>
                    <a:prstGeom prst="line">
                      <a:avLst/>
                    </a:prstGeom>
                    <a:ln w="285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3" name="直接箭头连接符 72">
                      <a:extLst>
                        <a:ext uri="{FF2B5EF4-FFF2-40B4-BE49-F238E27FC236}">
                          <a16:creationId xmlns:a16="http://schemas.microsoft.com/office/drawing/2014/main" id="{85C12C4A-E9CC-3A61-984D-AD64106C1BD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035302" y="3581400"/>
                      <a:ext cx="838200" cy="0"/>
                    </a:xfrm>
                    <a:prstGeom prst="straightConnector1">
                      <a:avLst/>
                    </a:prstGeom>
                    <a:ln w="19050">
                      <a:solidFill>
                        <a:schemeClr val="bg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4" name="直接箭头连接符 73">
                      <a:extLst>
                        <a:ext uri="{FF2B5EF4-FFF2-40B4-BE49-F238E27FC236}">
                          <a16:creationId xmlns:a16="http://schemas.microsoft.com/office/drawing/2014/main" id="{86021F13-7F70-7CD1-59D7-153DE1037FD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2436863" y="3291840"/>
                      <a:ext cx="601613" cy="0"/>
                    </a:xfrm>
                    <a:prstGeom prst="straightConnector1">
                      <a:avLst/>
                    </a:prstGeom>
                    <a:ln w="19050">
                      <a:solidFill>
                        <a:schemeClr val="bg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6" name="直接箭头连接符 75">
                      <a:extLst>
                        <a:ext uri="{FF2B5EF4-FFF2-40B4-BE49-F238E27FC236}">
                          <a16:creationId xmlns:a16="http://schemas.microsoft.com/office/drawing/2014/main" id="{38832820-0EDE-52A5-0829-24ED16CAF12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8599021" y="3291840"/>
                      <a:ext cx="731214" cy="0"/>
                    </a:xfrm>
                    <a:prstGeom prst="straightConnector1">
                      <a:avLst/>
                    </a:prstGeom>
                    <a:ln w="19050">
                      <a:solidFill>
                        <a:schemeClr val="bg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9" name="直接箭头连接符 78">
                      <a:extLst>
                        <a:ext uri="{FF2B5EF4-FFF2-40B4-BE49-F238E27FC236}">
                          <a16:creationId xmlns:a16="http://schemas.microsoft.com/office/drawing/2014/main" id="{C979AD81-3901-B595-5929-11C9CDEA943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599021" y="3600203"/>
                      <a:ext cx="828214" cy="0"/>
                    </a:xfrm>
                    <a:prstGeom prst="straightConnector1">
                      <a:avLst/>
                    </a:prstGeom>
                    <a:ln w="19050">
                      <a:solidFill>
                        <a:schemeClr val="bg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1" name="直接箭头连接符 80">
                      <a:extLst>
                        <a:ext uri="{FF2B5EF4-FFF2-40B4-BE49-F238E27FC236}">
                          <a16:creationId xmlns:a16="http://schemas.microsoft.com/office/drawing/2014/main" id="{57E8ABD2-F7B3-7815-7B28-D0C2CFEC5968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051550" y="5130800"/>
                      <a:ext cx="0" cy="692150"/>
                    </a:xfrm>
                    <a:prstGeom prst="straightConnector1">
                      <a:avLst/>
                    </a:prstGeom>
                    <a:ln w="19050">
                      <a:solidFill>
                        <a:schemeClr val="bg1"/>
                      </a:solidFill>
                      <a:headEnd type="triangl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3" name="直接箭头连接符 82">
                      <a:extLst>
                        <a:ext uri="{FF2B5EF4-FFF2-40B4-BE49-F238E27FC236}">
                          <a16:creationId xmlns:a16="http://schemas.microsoft.com/office/drawing/2014/main" id="{1395DD68-A276-8012-E9D8-2439AD58189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396567" y="5140010"/>
                      <a:ext cx="0" cy="747183"/>
                    </a:xfrm>
                    <a:prstGeom prst="straightConnector1">
                      <a:avLst/>
                    </a:prstGeom>
                    <a:ln w="19050">
                      <a:solidFill>
                        <a:schemeClr val="bg1"/>
                      </a:solidFill>
                      <a:headEnd type="triangl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" name="直接箭头连接符 85">
                      <a:extLst>
                        <a:ext uri="{FF2B5EF4-FFF2-40B4-BE49-F238E27FC236}">
                          <a16:creationId xmlns:a16="http://schemas.microsoft.com/office/drawing/2014/main" id="{DC7038A2-6581-A731-C3AC-0EE435A1181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6085417" y="1028387"/>
                      <a:ext cx="0" cy="754492"/>
                    </a:xfrm>
                    <a:prstGeom prst="straightConnector1">
                      <a:avLst/>
                    </a:prstGeom>
                    <a:ln w="19050">
                      <a:solidFill>
                        <a:schemeClr val="bg1"/>
                      </a:solidFill>
                      <a:headEnd type="triangl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" name="直接箭头连接符 86">
                      <a:extLst>
                        <a:ext uri="{FF2B5EF4-FFF2-40B4-BE49-F238E27FC236}">
                          <a16:creationId xmlns:a16="http://schemas.microsoft.com/office/drawing/2014/main" id="{1470D763-FB3B-51E3-558F-389DEA24C29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407150" y="1050824"/>
                      <a:ext cx="0" cy="732055"/>
                    </a:xfrm>
                    <a:prstGeom prst="straightConnector1">
                      <a:avLst/>
                    </a:prstGeom>
                    <a:ln w="19050">
                      <a:solidFill>
                        <a:schemeClr val="bg1"/>
                      </a:solidFill>
                      <a:headEnd type="triangl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03" name="弧形 102">
                      <a:extLst>
                        <a:ext uri="{FF2B5EF4-FFF2-40B4-BE49-F238E27FC236}">
                          <a16:creationId xmlns:a16="http://schemas.microsoft.com/office/drawing/2014/main" id="{0C5970B4-489E-D8D8-C6D1-0B61995AAC9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4760112" y="1985413"/>
                      <a:ext cx="1116806" cy="991378"/>
                    </a:xfrm>
                    <a:prstGeom prst="arc">
                      <a:avLst>
                        <a:gd name="adj1" fmla="val 15809528"/>
                        <a:gd name="adj2" fmla="val 720446"/>
                      </a:avLst>
                    </a:prstGeom>
                    <a:ln w="19050">
                      <a:solidFill>
                        <a:schemeClr val="bg1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5" name="弧形 104">
                      <a:extLst>
                        <a:ext uri="{FF2B5EF4-FFF2-40B4-BE49-F238E27FC236}">
                          <a16:creationId xmlns:a16="http://schemas.microsoft.com/office/drawing/2014/main" id="{7094324D-3597-F5AB-A57F-3D634B5668B4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6662627" y="2053418"/>
                      <a:ext cx="1116806" cy="991378"/>
                    </a:xfrm>
                    <a:prstGeom prst="arc">
                      <a:avLst>
                        <a:gd name="adj1" fmla="val 15809528"/>
                        <a:gd name="adj2" fmla="val 720446"/>
                      </a:avLst>
                    </a:prstGeom>
                    <a:ln w="19050">
                      <a:solidFill>
                        <a:schemeClr val="bg1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7" name="弧形 106">
                      <a:extLst>
                        <a:ext uri="{FF2B5EF4-FFF2-40B4-BE49-F238E27FC236}">
                          <a16:creationId xmlns:a16="http://schemas.microsoft.com/office/drawing/2014/main" id="{F7AB105C-60B6-3446-916B-F07C2FEC74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22511" y="3810444"/>
                      <a:ext cx="1081036" cy="991378"/>
                    </a:xfrm>
                    <a:prstGeom prst="arc">
                      <a:avLst>
                        <a:gd name="adj1" fmla="val 16200000"/>
                        <a:gd name="adj2" fmla="val 528039"/>
                      </a:avLst>
                    </a:prstGeom>
                    <a:ln w="19050">
                      <a:solidFill>
                        <a:schemeClr val="bg1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9" name="弧形 108">
                      <a:extLst>
                        <a:ext uri="{FF2B5EF4-FFF2-40B4-BE49-F238E27FC236}">
                          <a16:creationId xmlns:a16="http://schemas.microsoft.com/office/drawing/2014/main" id="{FCF0440E-F91A-7DB4-F3C9-5BF7FEBB5EBE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605887" y="3897383"/>
                      <a:ext cx="1117217" cy="991378"/>
                    </a:xfrm>
                    <a:prstGeom prst="arc">
                      <a:avLst>
                        <a:gd name="adj1" fmla="val 16200000"/>
                        <a:gd name="adj2" fmla="val 528039"/>
                      </a:avLst>
                    </a:prstGeom>
                    <a:ln w="19050">
                      <a:solidFill>
                        <a:schemeClr val="bg1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111" name="直接连接符 110">
                      <a:extLst>
                        <a:ext uri="{FF2B5EF4-FFF2-40B4-BE49-F238E27FC236}">
                          <a16:creationId xmlns:a16="http://schemas.microsoft.com/office/drawing/2014/main" id="{781DE3F8-1C22-F9A1-64DC-D225E7967FB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084454" y="3426349"/>
                      <a:ext cx="3563661" cy="0"/>
                    </a:xfrm>
                    <a:prstGeom prst="line">
                      <a:avLst/>
                    </a:prstGeom>
                    <a:ln w="285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14" name="矩形 113">
                      <a:extLst>
                        <a:ext uri="{FF2B5EF4-FFF2-40B4-BE49-F238E27FC236}">
                          <a16:creationId xmlns:a16="http://schemas.microsoft.com/office/drawing/2014/main" id="{A85EB3C7-18DD-81C7-5FEA-65AA1F36C5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48865" y="4502253"/>
                      <a:ext cx="399728" cy="167903"/>
                    </a:xfrm>
                    <a:prstGeom prst="rect">
                      <a:avLst/>
                    </a:prstGeom>
                    <a:ln>
                      <a:solidFill>
                        <a:srgbClr val="4472C4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22" name="矩形 121">
                      <a:extLst>
                        <a:ext uri="{FF2B5EF4-FFF2-40B4-BE49-F238E27FC236}">
                          <a16:creationId xmlns:a16="http://schemas.microsoft.com/office/drawing/2014/main" id="{909857D6-680F-92F4-0E89-DB31C44B89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48865" y="4790066"/>
                      <a:ext cx="399728" cy="167903"/>
                    </a:xfrm>
                    <a:prstGeom prst="rect">
                      <a:avLst/>
                    </a:prstGeom>
                    <a:solidFill>
                      <a:srgbClr val="339933"/>
                    </a:solidFill>
                    <a:ln>
                      <a:solidFill>
                        <a:srgbClr val="339933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chemeClr val="accent4"/>
                        </a:solidFill>
                      </a:endParaRPr>
                    </a:p>
                  </p:txBody>
                </p:sp>
                <p:grpSp>
                  <p:nvGrpSpPr>
                    <p:cNvPr id="124" name="组合 123">
                      <a:extLst>
                        <a:ext uri="{FF2B5EF4-FFF2-40B4-BE49-F238E27FC236}">
                          <a16:creationId xmlns:a16="http://schemas.microsoft.com/office/drawing/2014/main" id="{B71BF600-6A86-919B-5E9B-4AC6E18E572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504212" y="3480281"/>
                      <a:ext cx="579609" cy="167903"/>
                      <a:chOff x="1680623" y="4593851"/>
                      <a:chExt cx="579609" cy="167903"/>
                    </a:xfrm>
                  </p:grpSpPr>
                  <p:sp>
                    <p:nvSpPr>
                      <p:cNvPr id="125" name="矩形 124">
                        <a:extLst>
                          <a:ext uri="{FF2B5EF4-FFF2-40B4-BE49-F238E27FC236}">
                            <a16:creationId xmlns:a16="http://schemas.microsoft.com/office/drawing/2014/main" id="{E053F205-F1C4-D86C-71AE-3BE30A4380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80623" y="4593851"/>
                        <a:ext cx="399728" cy="167903"/>
                      </a:xfrm>
                      <a:prstGeom prst="rect">
                        <a:avLst/>
                      </a:prstGeom>
                      <a:ln>
                        <a:solidFill>
                          <a:srgbClr val="4472C4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/>
                      </a:p>
                    </p:txBody>
                  </p:sp>
                  <p:cxnSp>
                    <p:nvCxnSpPr>
                      <p:cNvPr id="126" name="直接箭头连接符 125">
                        <a:extLst>
                          <a:ext uri="{FF2B5EF4-FFF2-40B4-BE49-F238E27FC236}">
                            <a16:creationId xmlns:a16="http://schemas.microsoft.com/office/drawing/2014/main" id="{CE2503F3-F234-7079-F86E-90A424646562}"/>
                          </a:ext>
                        </a:extLst>
                      </p:cNvPr>
                      <p:cNvCxnSpPr>
                        <a:stCxn id="125" idx="3"/>
                      </p:cNvCxnSpPr>
                      <p:nvPr/>
                    </p:nvCxnSpPr>
                    <p:spPr>
                      <a:xfrm flipV="1">
                        <a:off x="2080351" y="4677802"/>
                        <a:ext cx="179881" cy="1"/>
                      </a:xfrm>
                      <a:prstGeom prst="straightConnector1">
                        <a:avLst/>
                      </a:prstGeom>
                      <a:ln w="19050"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27" name="组合 126">
                      <a:extLst>
                        <a:ext uri="{FF2B5EF4-FFF2-40B4-BE49-F238E27FC236}">
                          <a16:creationId xmlns:a16="http://schemas.microsoft.com/office/drawing/2014/main" id="{446ED878-25FE-DAB5-86CF-F44B453AEC6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38889" y="3507125"/>
                      <a:ext cx="579609" cy="167903"/>
                      <a:chOff x="1706391" y="4867729"/>
                      <a:chExt cx="579609" cy="167903"/>
                    </a:xfrm>
                  </p:grpSpPr>
                  <p:sp>
                    <p:nvSpPr>
                      <p:cNvPr id="128" name="矩形 127">
                        <a:extLst>
                          <a:ext uri="{FF2B5EF4-FFF2-40B4-BE49-F238E27FC236}">
                            <a16:creationId xmlns:a16="http://schemas.microsoft.com/office/drawing/2014/main" id="{10988222-F890-F31A-8A26-9821E22626D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06391" y="4867729"/>
                        <a:ext cx="399728" cy="167903"/>
                      </a:xfrm>
                      <a:prstGeom prst="rect">
                        <a:avLst/>
                      </a:prstGeom>
                      <a:ln>
                        <a:solidFill>
                          <a:srgbClr val="4472C4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129" name="直接箭头连接符 128">
                        <a:extLst>
                          <a:ext uri="{FF2B5EF4-FFF2-40B4-BE49-F238E27FC236}">
                            <a16:creationId xmlns:a16="http://schemas.microsoft.com/office/drawing/2014/main" id="{B9FA1652-3F9B-E3D9-67E8-0D85AC5B34F9}"/>
                          </a:ext>
                        </a:extLst>
                      </p:cNvPr>
                      <p:cNvCxnSpPr>
                        <a:stCxn id="128" idx="3"/>
                      </p:cNvCxnSpPr>
                      <p:nvPr/>
                    </p:nvCxnSpPr>
                    <p:spPr>
                      <a:xfrm flipV="1">
                        <a:off x="2106119" y="4951680"/>
                        <a:ext cx="179881" cy="1"/>
                      </a:xfrm>
                      <a:prstGeom prst="straightConnector1">
                        <a:avLst/>
                      </a:prstGeom>
                      <a:ln w="19050"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30" name="组合 129">
                      <a:extLst>
                        <a:ext uri="{FF2B5EF4-FFF2-40B4-BE49-F238E27FC236}">
                          <a16:creationId xmlns:a16="http://schemas.microsoft.com/office/drawing/2014/main" id="{683B7AB4-FC70-5217-6F8B-1A288D93402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393240" y="3491567"/>
                      <a:ext cx="579609" cy="167903"/>
                      <a:chOff x="1706391" y="4867729"/>
                      <a:chExt cx="579609" cy="167903"/>
                    </a:xfrm>
                  </p:grpSpPr>
                  <p:sp>
                    <p:nvSpPr>
                      <p:cNvPr id="131" name="矩形 130">
                        <a:extLst>
                          <a:ext uri="{FF2B5EF4-FFF2-40B4-BE49-F238E27FC236}">
                            <a16:creationId xmlns:a16="http://schemas.microsoft.com/office/drawing/2014/main" id="{6F96FCCF-710A-B71C-E202-43B4936A6E7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06391" y="4867729"/>
                        <a:ext cx="399728" cy="167903"/>
                      </a:xfrm>
                      <a:prstGeom prst="rect">
                        <a:avLst/>
                      </a:prstGeom>
                      <a:ln>
                        <a:solidFill>
                          <a:srgbClr val="4472C4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132" name="直接箭头连接符 131">
                        <a:extLst>
                          <a:ext uri="{FF2B5EF4-FFF2-40B4-BE49-F238E27FC236}">
                            <a16:creationId xmlns:a16="http://schemas.microsoft.com/office/drawing/2014/main" id="{3256C15D-EA79-42F0-4791-2440B3AD859F}"/>
                          </a:ext>
                        </a:extLst>
                      </p:cNvPr>
                      <p:cNvCxnSpPr>
                        <a:stCxn id="131" idx="3"/>
                      </p:cNvCxnSpPr>
                      <p:nvPr/>
                    </p:nvCxnSpPr>
                    <p:spPr>
                      <a:xfrm flipV="1">
                        <a:off x="2106119" y="4951680"/>
                        <a:ext cx="179881" cy="1"/>
                      </a:xfrm>
                      <a:prstGeom prst="straightConnector1">
                        <a:avLst/>
                      </a:prstGeom>
                      <a:ln w="19050"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133" name="文本框 132">
                      <a:extLst>
                        <a:ext uri="{FF2B5EF4-FFF2-40B4-BE49-F238E27FC236}">
                          <a16:creationId xmlns:a16="http://schemas.microsoft.com/office/drawing/2014/main" id="{70BDE47B-5E55-F448-3DB1-4B86B695A62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21151" y="4414817"/>
                      <a:ext cx="2148340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straight vehicle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35" name="文本框 134">
                      <a:extLst>
                        <a:ext uri="{FF2B5EF4-FFF2-40B4-BE49-F238E27FC236}">
                          <a16:creationId xmlns:a16="http://schemas.microsoft.com/office/drawing/2014/main" id="{C9F58B31-DBD6-0CE6-86EB-D16423920B8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77906" y="4703503"/>
                      <a:ext cx="2204001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1600" dirty="0"/>
                        <a:t> 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right-turn vehicle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136" name="组合 135">
                      <a:extLst>
                        <a:ext uri="{FF2B5EF4-FFF2-40B4-BE49-F238E27FC236}">
                          <a16:creationId xmlns:a16="http://schemas.microsoft.com/office/drawing/2014/main" id="{EA257FD6-EA9F-DB00-E2A1-222437BE6FF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079925" y="3767653"/>
                      <a:ext cx="579609" cy="167903"/>
                      <a:chOff x="1706391" y="4867729"/>
                      <a:chExt cx="579609" cy="167903"/>
                    </a:xfrm>
                  </p:grpSpPr>
                  <p:sp>
                    <p:nvSpPr>
                      <p:cNvPr id="137" name="矩形 136">
                        <a:extLst>
                          <a:ext uri="{FF2B5EF4-FFF2-40B4-BE49-F238E27FC236}">
                            <a16:creationId xmlns:a16="http://schemas.microsoft.com/office/drawing/2014/main" id="{73823F4E-2C77-B76F-B530-6FF2F590549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06391" y="4867729"/>
                        <a:ext cx="399728" cy="167903"/>
                      </a:xfrm>
                      <a:prstGeom prst="rect">
                        <a:avLst/>
                      </a:prstGeom>
                      <a:solidFill>
                        <a:srgbClr val="339933"/>
                      </a:solidFill>
                      <a:ln>
                        <a:solidFill>
                          <a:srgbClr val="339933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>
                          <a:solidFill>
                            <a:schemeClr val="accent4"/>
                          </a:solidFill>
                        </a:endParaRPr>
                      </a:p>
                    </p:txBody>
                  </p:sp>
                  <p:cxnSp>
                    <p:nvCxnSpPr>
                      <p:cNvPr id="138" name="直接箭头连接符 137">
                        <a:extLst>
                          <a:ext uri="{FF2B5EF4-FFF2-40B4-BE49-F238E27FC236}">
                            <a16:creationId xmlns:a16="http://schemas.microsoft.com/office/drawing/2014/main" id="{F3001B0F-CA9C-2AE8-D3B4-E9BA0FD02EBA}"/>
                          </a:ext>
                        </a:extLst>
                      </p:cNvPr>
                      <p:cNvCxnSpPr>
                        <a:stCxn id="137" idx="3"/>
                      </p:cNvCxnSpPr>
                      <p:nvPr/>
                    </p:nvCxnSpPr>
                    <p:spPr>
                      <a:xfrm flipV="1">
                        <a:off x="2106119" y="4951680"/>
                        <a:ext cx="179881" cy="1"/>
                      </a:xfrm>
                      <a:prstGeom prst="straightConnector1">
                        <a:avLst/>
                      </a:prstGeom>
                      <a:solidFill>
                        <a:srgbClr val="339933"/>
                      </a:solidFill>
                      <a:ln w="19050">
                        <a:solidFill>
                          <a:srgbClr val="339933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39" name="组合 138">
                      <a:extLst>
                        <a:ext uri="{FF2B5EF4-FFF2-40B4-BE49-F238E27FC236}">
                          <a16:creationId xmlns:a16="http://schemas.microsoft.com/office/drawing/2014/main" id="{C7AEC9C7-D11A-B961-D07E-56EE3D3CBC0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097691" y="3765378"/>
                      <a:ext cx="579609" cy="167903"/>
                      <a:chOff x="1706391" y="4867729"/>
                      <a:chExt cx="579609" cy="167903"/>
                    </a:xfrm>
                  </p:grpSpPr>
                  <p:sp>
                    <p:nvSpPr>
                      <p:cNvPr id="140" name="矩形 139">
                        <a:extLst>
                          <a:ext uri="{FF2B5EF4-FFF2-40B4-BE49-F238E27FC236}">
                            <a16:creationId xmlns:a16="http://schemas.microsoft.com/office/drawing/2014/main" id="{38FAD3D1-6CFE-3333-F1DB-97F9A96738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06391" y="4867729"/>
                        <a:ext cx="399728" cy="167903"/>
                      </a:xfrm>
                      <a:prstGeom prst="rect">
                        <a:avLst/>
                      </a:prstGeom>
                      <a:solidFill>
                        <a:srgbClr val="339933"/>
                      </a:solidFill>
                      <a:ln>
                        <a:solidFill>
                          <a:srgbClr val="339933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solidFill>
                            <a:schemeClr val="accent4"/>
                          </a:solidFill>
                        </a:endParaRPr>
                      </a:p>
                    </p:txBody>
                  </p:sp>
                  <p:cxnSp>
                    <p:nvCxnSpPr>
                      <p:cNvPr id="141" name="直接箭头连接符 140">
                        <a:extLst>
                          <a:ext uri="{FF2B5EF4-FFF2-40B4-BE49-F238E27FC236}">
                            <a16:creationId xmlns:a16="http://schemas.microsoft.com/office/drawing/2014/main" id="{20B9548D-03A9-EC43-6B52-E9CB4D17BA82}"/>
                          </a:ext>
                        </a:extLst>
                      </p:cNvPr>
                      <p:cNvCxnSpPr>
                        <a:stCxn id="140" idx="3"/>
                      </p:cNvCxnSpPr>
                      <p:nvPr/>
                    </p:nvCxnSpPr>
                    <p:spPr>
                      <a:xfrm flipV="1">
                        <a:off x="2106119" y="4951680"/>
                        <a:ext cx="179881" cy="1"/>
                      </a:xfrm>
                      <a:prstGeom prst="straightConnector1">
                        <a:avLst/>
                      </a:prstGeom>
                      <a:solidFill>
                        <a:srgbClr val="339933"/>
                      </a:solidFill>
                      <a:ln w="19050">
                        <a:solidFill>
                          <a:srgbClr val="339933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143" name="矩形 142">
                      <a:extLst>
                        <a:ext uri="{FF2B5EF4-FFF2-40B4-BE49-F238E27FC236}">
                          <a16:creationId xmlns:a16="http://schemas.microsoft.com/office/drawing/2014/main" id="{6C67C42C-37AB-3AA2-1BAE-A49604E338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13138" y="3758366"/>
                      <a:ext cx="399728" cy="167903"/>
                    </a:xfrm>
                    <a:prstGeom prst="rect">
                      <a:avLst/>
                    </a:prstGeom>
                    <a:solidFill>
                      <a:srgbClr val="339933"/>
                    </a:solidFill>
                    <a:ln>
                      <a:solidFill>
                        <a:srgbClr val="339933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chemeClr val="accent4"/>
                        </a:solidFill>
                      </a:endParaRPr>
                    </a:p>
                  </p:txBody>
                </p:sp>
                <p:sp>
                  <p:nvSpPr>
                    <p:cNvPr id="148" name="弧形 147">
                      <a:extLst>
                        <a:ext uri="{FF2B5EF4-FFF2-40B4-BE49-F238E27FC236}">
                          <a16:creationId xmlns:a16="http://schemas.microsoft.com/office/drawing/2014/main" id="{5B5BDB70-501D-2C62-4677-63E35255D7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78887" y="3828950"/>
                      <a:ext cx="1081036" cy="991378"/>
                    </a:xfrm>
                    <a:prstGeom prst="arc">
                      <a:avLst>
                        <a:gd name="adj1" fmla="val 16200000"/>
                        <a:gd name="adj2" fmla="val 18484168"/>
                      </a:avLst>
                    </a:prstGeom>
                    <a:ln w="19050">
                      <a:solidFill>
                        <a:srgbClr val="339933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grpSp>
                  <p:nvGrpSpPr>
                    <p:cNvPr id="177" name="组合 176">
                      <a:extLst>
                        <a:ext uri="{FF2B5EF4-FFF2-40B4-BE49-F238E27FC236}">
                          <a16:creationId xmlns:a16="http://schemas.microsoft.com/office/drawing/2014/main" id="{2968A680-AB17-482F-A14E-BF9960BC4082}"/>
                        </a:ext>
                      </a:extLst>
                    </p:cNvPr>
                    <p:cNvGrpSpPr/>
                    <p:nvPr/>
                  </p:nvGrpSpPr>
                  <p:grpSpPr>
                    <a:xfrm rot="19572177">
                      <a:off x="5573039" y="2232404"/>
                      <a:ext cx="758271" cy="1186105"/>
                      <a:chOff x="4682601" y="1917600"/>
                      <a:chExt cx="1014795" cy="1182812"/>
                    </a:xfrm>
                  </p:grpSpPr>
                  <p:sp>
                    <p:nvSpPr>
                      <p:cNvPr id="159" name="矩形 158">
                        <a:extLst>
                          <a:ext uri="{FF2B5EF4-FFF2-40B4-BE49-F238E27FC236}">
                            <a16:creationId xmlns:a16="http://schemas.microsoft.com/office/drawing/2014/main" id="{1AAFF9C9-5B4E-8488-8DE6-E77857366D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82601" y="2932509"/>
                        <a:ext cx="399728" cy="167903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>
                        <a:solidFill>
                          <a:schemeClr val="accent2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>
                          <a:solidFill>
                            <a:schemeClr val="accent4"/>
                          </a:solidFill>
                        </a:endParaRPr>
                      </a:p>
                    </p:txBody>
                  </p:sp>
                  <p:sp>
                    <p:nvSpPr>
                      <p:cNvPr id="161" name="弧形 160">
                        <a:extLst>
                          <a:ext uri="{FF2B5EF4-FFF2-40B4-BE49-F238E27FC236}">
                            <a16:creationId xmlns:a16="http://schemas.microsoft.com/office/drawing/2014/main" id="{0097A65E-3608-7734-96B9-C2B49D9AA4E1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4643304" y="1980314"/>
                        <a:ext cx="1116806" cy="991378"/>
                      </a:xfrm>
                      <a:prstGeom prst="arc">
                        <a:avLst>
                          <a:gd name="adj1" fmla="val 19563312"/>
                          <a:gd name="adj2" fmla="val 720446"/>
                        </a:avLst>
                      </a:prstGeom>
                      <a:ln w="19050">
                        <a:solidFill>
                          <a:schemeClr val="accent2"/>
                        </a:solidFill>
                        <a:prstDash val="sysDash"/>
                        <a:headEnd type="triangle" w="med" len="med"/>
                        <a:tailEnd type="none" w="med" len="me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>
                          <a:solidFill>
                            <a:schemeClr val="accent4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62" name="组合 161">
                      <a:extLst>
                        <a:ext uri="{FF2B5EF4-FFF2-40B4-BE49-F238E27FC236}">
                          <a16:creationId xmlns:a16="http://schemas.microsoft.com/office/drawing/2014/main" id="{F4867287-62AC-31CC-C7A2-965D4F446078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9534056" y="3220975"/>
                      <a:ext cx="579609" cy="167903"/>
                      <a:chOff x="1680623" y="4593851"/>
                      <a:chExt cx="579609" cy="167903"/>
                    </a:xfrm>
                  </p:grpSpPr>
                  <p:sp>
                    <p:nvSpPr>
                      <p:cNvPr id="163" name="矩形 162">
                        <a:extLst>
                          <a:ext uri="{FF2B5EF4-FFF2-40B4-BE49-F238E27FC236}">
                            <a16:creationId xmlns:a16="http://schemas.microsoft.com/office/drawing/2014/main" id="{0FE98B77-9967-AE72-20AD-5DB7731B87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80623" y="4593851"/>
                        <a:ext cx="399728" cy="167903"/>
                      </a:xfrm>
                      <a:prstGeom prst="rect">
                        <a:avLst/>
                      </a:prstGeom>
                      <a:ln>
                        <a:solidFill>
                          <a:srgbClr val="4472C4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/>
                      </a:p>
                    </p:txBody>
                  </p:sp>
                  <p:cxnSp>
                    <p:nvCxnSpPr>
                      <p:cNvPr id="164" name="直接箭头连接符 163">
                        <a:extLst>
                          <a:ext uri="{FF2B5EF4-FFF2-40B4-BE49-F238E27FC236}">
                            <a16:creationId xmlns:a16="http://schemas.microsoft.com/office/drawing/2014/main" id="{1BE4E0A3-1FF3-B758-71CF-D183535C123E}"/>
                          </a:ext>
                        </a:extLst>
                      </p:cNvPr>
                      <p:cNvCxnSpPr>
                        <a:stCxn id="163" idx="3"/>
                      </p:cNvCxnSpPr>
                      <p:nvPr/>
                    </p:nvCxnSpPr>
                    <p:spPr>
                      <a:xfrm flipV="1">
                        <a:off x="2080351" y="4677802"/>
                        <a:ext cx="179881" cy="1"/>
                      </a:xfrm>
                      <a:prstGeom prst="straightConnector1">
                        <a:avLst/>
                      </a:prstGeom>
                      <a:ln w="19050"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65" name="组合 164">
                      <a:extLst>
                        <a:ext uri="{FF2B5EF4-FFF2-40B4-BE49-F238E27FC236}">
                          <a16:creationId xmlns:a16="http://schemas.microsoft.com/office/drawing/2014/main" id="{1F5760EC-9390-CE81-9E51-EB2D31E162AA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7633213" y="3210776"/>
                      <a:ext cx="579609" cy="167903"/>
                      <a:chOff x="1680623" y="4593851"/>
                      <a:chExt cx="579609" cy="167903"/>
                    </a:xfrm>
                  </p:grpSpPr>
                  <p:sp>
                    <p:nvSpPr>
                      <p:cNvPr id="166" name="矩形 165">
                        <a:extLst>
                          <a:ext uri="{FF2B5EF4-FFF2-40B4-BE49-F238E27FC236}">
                            <a16:creationId xmlns:a16="http://schemas.microsoft.com/office/drawing/2014/main" id="{6FDDB5FA-EEE8-1CD8-AA9E-4F5469CFF1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80623" y="4593851"/>
                        <a:ext cx="399728" cy="167903"/>
                      </a:xfrm>
                      <a:prstGeom prst="rect">
                        <a:avLst/>
                      </a:prstGeom>
                      <a:ln>
                        <a:solidFill>
                          <a:srgbClr val="4472C4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/>
                      </a:p>
                    </p:txBody>
                  </p:sp>
                  <p:cxnSp>
                    <p:nvCxnSpPr>
                      <p:cNvPr id="167" name="直接箭头连接符 166">
                        <a:extLst>
                          <a:ext uri="{FF2B5EF4-FFF2-40B4-BE49-F238E27FC236}">
                            <a16:creationId xmlns:a16="http://schemas.microsoft.com/office/drawing/2014/main" id="{14DA2121-4DD1-C059-BC91-40F96F17DDF3}"/>
                          </a:ext>
                        </a:extLst>
                      </p:cNvPr>
                      <p:cNvCxnSpPr>
                        <a:stCxn id="166" idx="3"/>
                      </p:cNvCxnSpPr>
                      <p:nvPr/>
                    </p:nvCxnSpPr>
                    <p:spPr>
                      <a:xfrm flipV="1">
                        <a:off x="2080351" y="4677802"/>
                        <a:ext cx="179881" cy="1"/>
                      </a:xfrm>
                      <a:prstGeom prst="straightConnector1">
                        <a:avLst/>
                      </a:prstGeom>
                      <a:ln w="19050"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85" name="组合 184">
                      <a:extLst>
                        <a:ext uri="{FF2B5EF4-FFF2-40B4-BE49-F238E27FC236}">
                          <a16:creationId xmlns:a16="http://schemas.microsoft.com/office/drawing/2014/main" id="{02DA12E6-CAD1-ABFD-3655-F4A0C644F237}"/>
                        </a:ext>
                      </a:extLst>
                    </p:cNvPr>
                    <p:cNvGrpSpPr/>
                    <p:nvPr/>
                  </p:nvGrpSpPr>
                  <p:grpSpPr>
                    <a:xfrm rot="3595379">
                      <a:off x="6331023" y="2385947"/>
                      <a:ext cx="758269" cy="1186105"/>
                      <a:chOff x="4682603" y="1917600"/>
                      <a:chExt cx="1014793" cy="1182812"/>
                    </a:xfrm>
                  </p:grpSpPr>
                  <p:sp>
                    <p:nvSpPr>
                      <p:cNvPr id="186" name="矩形 185">
                        <a:extLst>
                          <a:ext uri="{FF2B5EF4-FFF2-40B4-BE49-F238E27FC236}">
                            <a16:creationId xmlns:a16="http://schemas.microsoft.com/office/drawing/2014/main" id="{93BD5078-C170-AFE5-9010-A30D952D73D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82603" y="2932509"/>
                        <a:ext cx="399728" cy="167903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>
                        <a:solidFill>
                          <a:schemeClr val="accent2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>
                          <a:solidFill>
                            <a:schemeClr val="accent4"/>
                          </a:solidFill>
                        </a:endParaRPr>
                      </a:p>
                    </p:txBody>
                  </p:sp>
                  <p:sp>
                    <p:nvSpPr>
                      <p:cNvPr id="187" name="弧形 186">
                        <a:extLst>
                          <a:ext uri="{FF2B5EF4-FFF2-40B4-BE49-F238E27FC236}">
                            <a16:creationId xmlns:a16="http://schemas.microsoft.com/office/drawing/2014/main" id="{902D16E2-BADB-441D-F2C7-27EA51AC215E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4643304" y="1980314"/>
                        <a:ext cx="1116806" cy="991378"/>
                      </a:xfrm>
                      <a:prstGeom prst="arc">
                        <a:avLst>
                          <a:gd name="adj1" fmla="val 19563312"/>
                          <a:gd name="adj2" fmla="val 720446"/>
                        </a:avLst>
                      </a:prstGeom>
                      <a:ln w="19050">
                        <a:solidFill>
                          <a:schemeClr val="accent2"/>
                        </a:solidFill>
                        <a:prstDash val="sysDash"/>
                        <a:headEnd type="triangle" w="med" len="med"/>
                        <a:tailEnd type="none" w="med" len="me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>
                          <a:solidFill>
                            <a:schemeClr val="accent4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81" name="组合 180">
                      <a:extLst>
                        <a:ext uri="{FF2B5EF4-FFF2-40B4-BE49-F238E27FC236}">
                          <a16:creationId xmlns:a16="http://schemas.microsoft.com/office/drawing/2014/main" id="{10528334-8A97-897D-2C6E-6ACF30856013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6068532" y="3157151"/>
                      <a:ext cx="653107" cy="167903"/>
                      <a:chOff x="1739546" y="4648177"/>
                      <a:chExt cx="653107" cy="167903"/>
                    </a:xfrm>
                  </p:grpSpPr>
                  <p:sp>
                    <p:nvSpPr>
                      <p:cNvPr id="182" name="矩形 181">
                        <a:extLst>
                          <a:ext uri="{FF2B5EF4-FFF2-40B4-BE49-F238E27FC236}">
                            <a16:creationId xmlns:a16="http://schemas.microsoft.com/office/drawing/2014/main" id="{F20A9BE0-6836-041A-CFD4-58ED275F3B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39546" y="4648177"/>
                        <a:ext cx="399728" cy="167903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>
                        <a:solidFill>
                          <a:schemeClr val="accent2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/>
                      </a:p>
                    </p:txBody>
                  </p:sp>
                  <p:cxnSp>
                    <p:nvCxnSpPr>
                      <p:cNvPr id="183" name="直接箭头连接符 182">
                        <a:extLst>
                          <a:ext uri="{FF2B5EF4-FFF2-40B4-BE49-F238E27FC236}">
                            <a16:creationId xmlns:a16="http://schemas.microsoft.com/office/drawing/2014/main" id="{817F06AD-B8EC-158D-5397-1D1C1DF439A9}"/>
                          </a:ext>
                        </a:extLst>
                      </p:cNvPr>
                      <p:cNvCxnSpPr>
                        <a:cxnSpLocks/>
                        <a:stCxn id="182" idx="3"/>
                      </p:cNvCxnSpPr>
                      <p:nvPr/>
                    </p:nvCxnSpPr>
                    <p:spPr>
                      <a:xfrm rot="10800000" flipH="1">
                        <a:off x="2139274" y="4732129"/>
                        <a:ext cx="253379" cy="0"/>
                      </a:xfrm>
                      <a:prstGeom prst="straightConnector1">
                        <a:avLst/>
                      </a:prstGeom>
                      <a:ln w="19050">
                        <a:solidFill>
                          <a:schemeClr val="accent2"/>
                        </a:solidFill>
                        <a:prstDash val="sysDash"/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97" name="组合 196">
                      <a:extLst>
                        <a:ext uri="{FF2B5EF4-FFF2-40B4-BE49-F238E27FC236}">
                          <a16:creationId xmlns:a16="http://schemas.microsoft.com/office/drawing/2014/main" id="{91546A6C-905F-5A3F-F97C-29E48C087F60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7984330" y="2937876"/>
                      <a:ext cx="579609" cy="167903"/>
                      <a:chOff x="1706391" y="4867729"/>
                      <a:chExt cx="579609" cy="167903"/>
                    </a:xfrm>
                  </p:grpSpPr>
                  <p:sp>
                    <p:nvSpPr>
                      <p:cNvPr id="198" name="矩形 197">
                        <a:extLst>
                          <a:ext uri="{FF2B5EF4-FFF2-40B4-BE49-F238E27FC236}">
                            <a16:creationId xmlns:a16="http://schemas.microsoft.com/office/drawing/2014/main" id="{E47E8A8C-F2D4-B373-36EC-CA135D0712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06391" y="4867729"/>
                        <a:ext cx="399728" cy="167903"/>
                      </a:xfrm>
                      <a:prstGeom prst="rect">
                        <a:avLst/>
                      </a:prstGeom>
                      <a:solidFill>
                        <a:srgbClr val="339933"/>
                      </a:solidFill>
                      <a:ln>
                        <a:solidFill>
                          <a:srgbClr val="339933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solidFill>
                            <a:schemeClr val="accent4"/>
                          </a:solidFill>
                        </a:endParaRPr>
                      </a:p>
                    </p:txBody>
                  </p:sp>
                  <p:cxnSp>
                    <p:nvCxnSpPr>
                      <p:cNvPr id="199" name="直接箭头连接符 198">
                        <a:extLst>
                          <a:ext uri="{FF2B5EF4-FFF2-40B4-BE49-F238E27FC236}">
                            <a16:creationId xmlns:a16="http://schemas.microsoft.com/office/drawing/2014/main" id="{091F2CB7-319F-F4DE-6E7F-EE7FA8EC86EE}"/>
                          </a:ext>
                        </a:extLst>
                      </p:cNvPr>
                      <p:cNvCxnSpPr>
                        <a:stCxn id="198" idx="3"/>
                      </p:cNvCxnSpPr>
                      <p:nvPr/>
                    </p:nvCxnSpPr>
                    <p:spPr>
                      <a:xfrm flipV="1">
                        <a:off x="2106119" y="4951680"/>
                        <a:ext cx="179881" cy="1"/>
                      </a:xfrm>
                      <a:prstGeom prst="straightConnector1">
                        <a:avLst/>
                      </a:prstGeom>
                      <a:solidFill>
                        <a:srgbClr val="339933"/>
                      </a:solidFill>
                      <a:ln w="19050">
                        <a:solidFill>
                          <a:srgbClr val="339933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00" name="组合 199">
                      <a:extLst>
                        <a:ext uri="{FF2B5EF4-FFF2-40B4-BE49-F238E27FC236}">
                          <a16:creationId xmlns:a16="http://schemas.microsoft.com/office/drawing/2014/main" id="{9F993B43-0DE2-5E48-898E-2034EAF4886A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8689784" y="2941668"/>
                      <a:ext cx="579609" cy="167903"/>
                      <a:chOff x="1706391" y="4867729"/>
                      <a:chExt cx="579609" cy="167903"/>
                    </a:xfrm>
                  </p:grpSpPr>
                  <p:sp>
                    <p:nvSpPr>
                      <p:cNvPr id="201" name="矩形 200">
                        <a:extLst>
                          <a:ext uri="{FF2B5EF4-FFF2-40B4-BE49-F238E27FC236}">
                            <a16:creationId xmlns:a16="http://schemas.microsoft.com/office/drawing/2014/main" id="{B3BA3CD0-E92E-5277-3E20-643D3B4F81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06391" y="4867729"/>
                        <a:ext cx="399728" cy="167903"/>
                      </a:xfrm>
                      <a:prstGeom prst="rect">
                        <a:avLst/>
                      </a:prstGeom>
                      <a:solidFill>
                        <a:srgbClr val="339933"/>
                      </a:solidFill>
                      <a:ln>
                        <a:solidFill>
                          <a:srgbClr val="339933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solidFill>
                            <a:schemeClr val="accent4"/>
                          </a:solidFill>
                        </a:endParaRPr>
                      </a:p>
                    </p:txBody>
                  </p:sp>
                  <p:cxnSp>
                    <p:nvCxnSpPr>
                      <p:cNvPr id="202" name="直接箭头连接符 201">
                        <a:extLst>
                          <a:ext uri="{FF2B5EF4-FFF2-40B4-BE49-F238E27FC236}">
                            <a16:creationId xmlns:a16="http://schemas.microsoft.com/office/drawing/2014/main" id="{4F8E8AC8-0EA7-4C30-E3BD-B5AE01B90125}"/>
                          </a:ext>
                        </a:extLst>
                      </p:cNvPr>
                      <p:cNvCxnSpPr>
                        <a:stCxn id="201" idx="3"/>
                      </p:cNvCxnSpPr>
                      <p:nvPr/>
                    </p:nvCxnSpPr>
                    <p:spPr>
                      <a:xfrm flipV="1">
                        <a:off x="2106119" y="4951680"/>
                        <a:ext cx="179881" cy="1"/>
                      </a:xfrm>
                      <a:prstGeom prst="straightConnector1">
                        <a:avLst/>
                      </a:prstGeom>
                      <a:solidFill>
                        <a:srgbClr val="339933"/>
                      </a:solidFill>
                      <a:ln w="19050">
                        <a:solidFill>
                          <a:srgbClr val="339933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03" name="组合 202">
                      <a:extLst>
                        <a:ext uri="{FF2B5EF4-FFF2-40B4-BE49-F238E27FC236}">
                          <a16:creationId xmlns:a16="http://schemas.microsoft.com/office/drawing/2014/main" id="{A402266E-D8DA-A642-C057-0A77D5E2D2AA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9376043" y="2944942"/>
                      <a:ext cx="579609" cy="167903"/>
                      <a:chOff x="1706391" y="4867729"/>
                      <a:chExt cx="579609" cy="167903"/>
                    </a:xfrm>
                  </p:grpSpPr>
                  <p:sp>
                    <p:nvSpPr>
                      <p:cNvPr id="204" name="矩形 203">
                        <a:extLst>
                          <a:ext uri="{FF2B5EF4-FFF2-40B4-BE49-F238E27FC236}">
                            <a16:creationId xmlns:a16="http://schemas.microsoft.com/office/drawing/2014/main" id="{4934FFDE-C909-9BA1-E981-7912799A70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06391" y="4867729"/>
                        <a:ext cx="399728" cy="167903"/>
                      </a:xfrm>
                      <a:prstGeom prst="rect">
                        <a:avLst/>
                      </a:prstGeom>
                      <a:solidFill>
                        <a:srgbClr val="339933"/>
                      </a:solidFill>
                      <a:ln>
                        <a:solidFill>
                          <a:srgbClr val="339933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solidFill>
                            <a:schemeClr val="accent4"/>
                          </a:solidFill>
                        </a:endParaRPr>
                      </a:p>
                    </p:txBody>
                  </p:sp>
                  <p:cxnSp>
                    <p:nvCxnSpPr>
                      <p:cNvPr id="205" name="直接箭头连接符 204">
                        <a:extLst>
                          <a:ext uri="{FF2B5EF4-FFF2-40B4-BE49-F238E27FC236}">
                            <a16:creationId xmlns:a16="http://schemas.microsoft.com/office/drawing/2014/main" id="{1AC6E3F5-EC56-7CAE-729F-3A81C4862939}"/>
                          </a:ext>
                        </a:extLst>
                      </p:cNvPr>
                      <p:cNvCxnSpPr>
                        <a:stCxn id="204" idx="3"/>
                      </p:cNvCxnSpPr>
                      <p:nvPr/>
                    </p:nvCxnSpPr>
                    <p:spPr>
                      <a:xfrm flipV="1">
                        <a:off x="2106119" y="4951680"/>
                        <a:ext cx="179881" cy="1"/>
                      </a:xfrm>
                      <a:prstGeom prst="straightConnector1">
                        <a:avLst/>
                      </a:prstGeom>
                      <a:solidFill>
                        <a:srgbClr val="339933"/>
                      </a:solidFill>
                      <a:ln w="19050">
                        <a:solidFill>
                          <a:srgbClr val="339933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06" name="组合 205">
                      <a:extLst>
                        <a:ext uri="{FF2B5EF4-FFF2-40B4-BE49-F238E27FC236}">
                          <a16:creationId xmlns:a16="http://schemas.microsoft.com/office/drawing/2014/main" id="{8D21BFB0-719B-38B4-2902-4B73D8096CD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164495" y="3485756"/>
                      <a:ext cx="579609" cy="167903"/>
                      <a:chOff x="1706391" y="4867729"/>
                      <a:chExt cx="579609" cy="167903"/>
                    </a:xfrm>
                  </p:grpSpPr>
                  <p:sp>
                    <p:nvSpPr>
                      <p:cNvPr id="207" name="矩形 206">
                        <a:extLst>
                          <a:ext uri="{FF2B5EF4-FFF2-40B4-BE49-F238E27FC236}">
                            <a16:creationId xmlns:a16="http://schemas.microsoft.com/office/drawing/2014/main" id="{BCE48A5A-2ECB-2C54-AB43-AA49E869C3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06391" y="4867729"/>
                        <a:ext cx="399728" cy="167903"/>
                      </a:xfrm>
                      <a:prstGeom prst="rect">
                        <a:avLst/>
                      </a:prstGeom>
                      <a:ln>
                        <a:solidFill>
                          <a:srgbClr val="4472C4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208" name="直接箭头连接符 207">
                        <a:extLst>
                          <a:ext uri="{FF2B5EF4-FFF2-40B4-BE49-F238E27FC236}">
                            <a16:creationId xmlns:a16="http://schemas.microsoft.com/office/drawing/2014/main" id="{3569B732-C673-5196-92C2-9795883301EB}"/>
                          </a:ext>
                        </a:extLst>
                      </p:cNvPr>
                      <p:cNvCxnSpPr>
                        <a:stCxn id="207" idx="3"/>
                      </p:cNvCxnSpPr>
                      <p:nvPr/>
                    </p:nvCxnSpPr>
                    <p:spPr>
                      <a:xfrm flipV="1">
                        <a:off x="2106119" y="4951680"/>
                        <a:ext cx="179881" cy="1"/>
                      </a:xfrm>
                      <a:prstGeom prst="straightConnector1">
                        <a:avLst/>
                      </a:prstGeom>
                      <a:ln w="19050"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09" name="组合 208">
                      <a:extLst>
                        <a:ext uri="{FF2B5EF4-FFF2-40B4-BE49-F238E27FC236}">
                          <a16:creationId xmlns:a16="http://schemas.microsoft.com/office/drawing/2014/main" id="{5CE2B36C-9B97-A7AF-4AD4-BBF7D91D58D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60103" y="3490859"/>
                      <a:ext cx="579609" cy="167903"/>
                      <a:chOff x="1706391" y="4867729"/>
                      <a:chExt cx="579609" cy="167903"/>
                    </a:xfrm>
                  </p:grpSpPr>
                  <p:sp>
                    <p:nvSpPr>
                      <p:cNvPr id="210" name="矩形 209">
                        <a:extLst>
                          <a:ext uri="{FF2B5EF4-FFF2-40B4-BE49-F238E27FC236}">
                            <a16:creationId xmlns:a16="http://schemas.microsoft.com/office/drawing/2014/main" id="{CA93BA08-7319-BFC8-DC42-2351A9AA21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06391" y="4867729"/>
                        <a:ext cx="399728" cy="167903"/>
                      </a:xfrm>
                      <a:prstGeom prst="rect">
                        <a:avLst/>
                      </a:prstGeom>
                      <a:ln>
                        <a:solidFill>
                          <a:srgbClr val="4472C4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211" name="直接箭头连接符 210">
                        <a:extLst>
                          <a:ext uri="{FF2B5EF4-FFF2-40B4-BE49-F238E27FC236}">
                            <a16:creationId xmlns:a16="http://schemas.microsoft.com/office/drawing/2014/main" id="{D2AFF31C-E97D-2CAA-86D7-9366B788540B}"/>
                          </a:ext>
                        </a:extLst>
                      </p:cNvPr>
                      <p:cNvCxnSpPr>
                        <a:stCxn id="210" idx="3"/>
                      </p:cNvCxnSpPr>
                      <p:nvPr/>
                    </p:nvCxnSpPr>
                    <p:spPr>
                      <a:xfrm flipV="1">
                        <a:off x="2106119" y="4951680"/>
                        <a:ext cx="179881" cy="1"/>
                      </a:xfrm>
                      <a:prstGeom prst="straightConnector1">
                        <a:avLst/>
                      </a:prstGeom>
                      <a:ln w="19050"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214" name="矩形 213">
                      <a:extLst>
                        <a:ext uri="{FF2B5EF4-FFF2-40B4-BE49-F238E27FC236}">
                          <a16:creationId xmlns:a16="http://schemas.microsoft.com/office/drawing/2014/main" id="{8722BB88-C054-E484-B8FE-80C92D49E9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01964" y="2940239"/>
                      <a:ext cx="399728" cy="167903"/>
                    </a:xfrm>
                    <a:prstGeom prst="rect">
                      <a:avLst/>
                    </a:prstGeom>
                    <a:solidFill>
                      <a:srgbClr val="339933"/>
                    </a:solidFill>
                    <a:ln>
                      <a:solidFill>
                        <a:srgbClr val="339933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chemeClr val="accent4"/>
                        </a:solidFill>
                      </a:endParaRPr>
                    </a:p>
                  </p:txBody>
                </p:sp>
                <p:sp>
                  <p:nvSpPr>
                    <p:cNvPr id="216" name="弧形 215">
                      <a:extLst>
                        <a:ext uri="{FF2B5EF4-FFF2-40B4-BE49-F238E27FC236}">
                          <a16:creationId xmlns:a16="http://schemas.microsoft.com/office/drawing/2014/main" id="{9386E3C5-F2A8-64B9-6BBF-4BAEC4CFB852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6478434" y="2038366"/>
                      <a:ext cx="1116806" cy="991378"/>
                    </a:xfrm>
                    <a:prstGeom prst="arc">
                      <a:avLst>
                        <a:gd name="adj1" fmla="val 15809528"/>
                        <a:gd name="adj2" fmla="val 18542858"/>
                      </a:avLst>
                    </a:prstGeom>
                    <a:ln w="19050">
                      <a:solidFill>
                        <a:srgbClr val="339933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grpSp>
                  <p:nvGrpSpPr>
                    <p:cNvPr id="220" name="组合 219">
                      <a:extLst>
                        <a:ext uri="{FF2B5EF4-FFF2-40B4-BE49-F238E27FC236}">
                          <a16:creationId xmlns:a16="http://schemas.microsoft.com/office/drawing/2014/main" id="{1CC26FAD-0B40-2741-26B5-A80FA7F13049}"/>
                        </a:ext>
                      </a:extLst>
                    </p:cNvPr>
                    <p:cNvGrpSpPr/>
                    <p:nvPr/>
                  </p:nvGrpSpPr>
                  <p:grpSpPr>
                    <a:xfrm rot="16200000">
                      <a:off x="6408613" y="6028803"/>
                      <a:ext cx="579609" cy="167903"/>
                      <a:chOff x="1706391" y="4867729"/>
                      <a:chExt cx="579609" cy="167903"/>
                    </a:xfrm>
                  </p:grpSpPr>
                  <p:sp>
                    <p:nvSpPr>
                      <p:cNvPr id="221" name="矩形 220">
                        <a:extLst>
                          <a:ext uri="{FF2B5EF4-FFF2-40B4-BE49-F238E27FC236}">
                            <a16:creationId xmlns:a16="http://schemas.microsoft.com/office/drawing/2014/main" id="{09724925-9C3E-0AEC-DCA4-688064C543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06391" y="4867729"/>
                        <a:ext cx="399728" cy="167903"/>
                      </a:xfrm>
                      <a:prstGeom prst="rect">
                        <a:avLst/>
                      </a:prstGeom>
                      <a:solidFill>
                        <a:srgbClr val="339933"/>
                      </a:solidFill>
                      <a:ln>
                        <a:solidFill>
                          <a:srgbClr val="339933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solidFill>
                            <a:schemeClr val="accent4"/>
                          </a:solidFill>
                        </a:endParaRPr>
                      </a:p>
                    </p:txBody>
                  </p:sp>
                  <p:cxnSp>
                    <p:nvCxnSpPr>
                      <p:cNvPr id="222" name="直接箭头连接符 221">
                        <a:extLst>
                          <a:ext uri="{FF2B5EF4-FFF2-40B4-BE49-F238E27FC236}">
                            <a16:creationId xmlns:a16="http://schemas.microsoft.com/office/drawing/2014/main" id="{BD68B5B5-CE9B-3252-C8F7-B4CC9E05A598}"/>
                          </a:ext>
                        </a:extLst>
                      </p:cNvPr>
                      <p:cNvCxnSpPr>
                        <a:stCxn id="221" idx="3"/>
                      </p:cNvCxnSpPr>
                      <p:nvPr/>
                    </p:nvCxnSpPr>
                    <p:spPr>
                      <a:xfrm flipV="1">
                        <a:off x="2106119" y="4951680"/>
                        <a:ext cx="179881" cy="1"/>
                      </a:xfrm>
                      <a:prstGeom prst="straightConnector1">
                        <a:avLst/>
                      </a:prstGeom>
                      <a:solidFill>
                        <a:srgbClr val="339933"/>
                      </a:solidFill>
                      <a:ln w="19050">
                        <a:solidFill>
                          <a:srgbClr val="339933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23" name="组合 222">
                      <a:extLst>
                        <a:ext uri="{FF2B5EF4-FFF2-40B4-BE49-F238E27FC236}">
                          <a16:creationId xmlns:a16="http://schemas.microsoft.com/office/drawing/2014/main" id="{EE742004-9170-4B35-6288-8CAFE6386332}"/>
                        </a:ext>
                      </a:extLst>
                    </p:cNvPr>
                    <p:cNvGrpSpPr/>
                    <p:nvPr/>
                  </p:nvGrpSpPr>
                  <p:grpSpPr>
                    <a:xfrm rot="16200000">
                      <a:off x="6365241" y="5199733"/>
                      <a:ext cx="579609" cy="167903"/>
                      <a:chOff x="1706391" y="4867729"/>
                      <a:chExt cx="579609" cy="167903"/>
                    </a:xfrm>
                  </p:grpSpPr>
                  <p:sp>
                    <p:nvSpPr>
                      <p:cNvPr id="224" name="矩形 223">
                        <a:extLst>
                          <a:ext uri="{FF2B5EF4-FFF2-40B4-BE49-F238E27FC236}">
                            <a16:creationId xmlns:a16="http://schemas.microsoft.com/office/drawing/2014/main" id="{15241759-EB73-1B7A-811A-F17BE884C0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06391" y="4867729"/>
                        <a:ext cx="399728" cy="167903"/>
                      </a:xfrm>
                      <a:prstGeom prst="rect">
                        <a:avLst/>
                      </a:prstGeom>
                      <a:solidFill>
                        <a:srgbClr val="339933"/>
                      </a:solidFill>
                      <a:ln>
                        <a:solidFill>
                          <a:srgbClr val="339933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solidFill>
                            <a:schemeClr val="accent4"/>
                          </a:solidFill>
                        </a:endParaRPr>
                      </a:p>
                    </p:txBody>
                  </p:sp>
                  <p:cxnSp>
                    <p:nvCxnSpPr>
                      <p:cNvPr id="225" name="直接箭头连接符 224">
                        <a:extLst>
                          <a:ext uri="{FF2B5EF4-FFF2-40B4-BE49-F238E27FC236}">
                            <a16:creationId xmlns:a16="http://schemas.microsoft.com/office/drawing/2014/main" id="{66F099F0-DA6B-D319-31DA-ADBB6462B383}"/>
                          </a:ext>
                        </a:extLst>
                      </p:cNvPr>
                      <p:cNvCxnSpPr>
                        <a:stCxn id="224" idx="3"/>
                      </p:cNvCxnSpPr>
                      <p:nvPr/>
                    </p:nvCxnSpPr>
                    <p:spPr>
                      <a:xfrm flipV="1">
                        <a:off x="2106119" y="4951680"/>
                        <a:ext cx="179881" cy="1"/>
                      </a:xfrm>
                      <a:prstGeom prst="straightConnector1">
                        <a:avLst/>
                      </a:prstGeom>
                      <a:solidFill>
                        <a:srgbClr val="339933"/>
                      </a:solidFill>
                      <a:ln w="19050">
                        <a:solidFill>
                          <a:srgbClr val="339933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226" name="矩形 225">
                      <a:extLst>
                        <a:ext uri="{FF2B5EF4-FFF2-40B4-BE49-F238E27FC236}">
                          <a16:creationId xmlns:a16="http://schemas.microsoft.com/office/drawing/2014/main" id="{A39EEC22-AEB8-E4C6-4205-8BD74934F9D0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456807" y="4586204"/>
                      <a:ext cx="399728" cy="167903"/>
                    </a:xfrm>
                    <a:prstGeom prst="rect">
                      <a:avLst/>
                    </a:prstGeom>
                    <a:solidFill>
                      <a:srgbClr val="339933"/>
                    </a:solidFill>
                    <a:ln>
                      <a:solidFill>
                        <a:srgbClr val="339933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>
                        <a:solidFill>
                          <a:schemeClr val="accent4"/>
                        </a:solidFill>
                      </a:endParaRPr>
                    </a:p>
                  </p:txBody>
                </p:sp>
                <p:sp>
                  <p:nvSpPr>
                    <p:cNvPr id="227" name="弧形 226">
                      <a:extLst>
                        <a:ext uri="{FF2B5EF4-FFF2-40B4-BE49-F238E27FC236}">
                          <a16:creationId xmlns:a16="http://schemas.microsoft.com/office/drawing/2014/main" id="{C80C6816-8FFD-2E96-F3C7-60B0E204940D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637134" y="4009946"/>
                      <a:ext cx="1061071" cy="991378"/>
                    </a:xfrm>
                    <a:prstGeom prst="arc">
                      <a:avLst>
                        <a:gd name="adj1" fmla="val 16200000"/>
                        <a:gd name="adj2" fmla="val 18899596"/>
                      </a:avLst>
                    </a:prstGeom>
                    <a:ln w="19050">
                      <a:solidFill>
                        <a:srgbClr val="339933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grpSp>
                  <p:nvGrpSpPr>
                    <p:cNvPr id="228" name="组合 227">
                      <a:extLst>
                        <a:ext uri="{FF2B5EF4-FFF2-40B4-BE49-F238E27FC236}">
                          <a16:creationId xmlns:a16="http://schemas.microsoft.com/office/drawing/2014/main" id="{BE4B00FD-82D0-4529-DD30-62322E179AF7}"/>
                        </a:ext>
                      </a:extLst>
                    </p:cNvPr>
                    <p:cNvGrpSpPr/>
                    <p:nvPr/>
                  </p:nvGrpSpPr>
                  <p:grpSpPr>
                    <a:xfrm rot="5400000">
                      <a:off x="5506611" y="1353750"/>
                      <a:ext cx="579609" cy="167903"/>
                      <a:chOff x="1706391" y="4867729"/>
                      <a:chExt cx="579609" cy="167903"/>
                    </a:xfrm>
                  </p:grpSpPr>
                  <p:sp>
                    <p:nvSpPr>
                      <p:cNvPr id="229" name="矩形 228">
                        <a:extLst>
                          <a:ext uri="{FF2B5EF4-FFF2-40B4-BE49-F238E27FC236}">
                            <a16:creationId xmlns:a16="http://schemas.microsoft.com/office/drawing/2014/main" id="{96117631-D4DD-F15D-B1B0-5851578CC49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06391" y="4867729"/>
                        <a:ext cx="399728" cy="167903"/>
                      </a:xfrm>
                      <a:prstGeom prst="rect">
                        <a:avLst/>
                      </a:prstGeom>
                      <a:solidFill>
                        <a:srgbClr val="339933"/>
                      </a:solidFill>
                      <a:ln>
                        <a:solidFill>
                          <a:srgbClr val="339933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solidFill>
                            <a:schemeClr val="accent4"/>
                          </a:solidFill>
                        </a:endParaRPr>
                      </a:p>
                    </p:txBody>
                  </p:sp>
                  <p:cxnSp>
                    <p:nvCxnSpPr>
                      <p:cNvPr id="230" name="直接箭头连接符 229">
                        <a:extLst>
                          <a:ext uri="{FF2B5EF4-FFF2-40B4-BE49-F238E27FC236}">
                            <a16:creationId xmlns:a16="http://schemas.microsoft.com/office/drawing/2014/main" id="{235A62EA-0755-3C2E-3750-3C49BCBB5A77}"/>
                          </a:ext>
                        </a:extLst>
                      </p:cNvPr>
                      <p:cNvCxnSpPr>
                        <a:stCxn id="229" idx="3"/>
                      </p:cNvCxnSpPr>
                      <p:nvPr/>
                    </p:nvCxnSpPr>
                    <p:spPr>
                      <a:xfrm flipV="1">
                        <a:off x="2106119" y="4951680"/>
                        <a:ext cx="179881" cy="1"/>
                      </a:xfrm>
                      <a:prstGeom prst="straightConnector1">
                        <a:avLst/>
                      </a:prstGeom>
                      <a:solidFill>
                        <a:srgbClr val="339933"/>
                      </a:solidFill>
                      <a:ln w="19050">
                        <a:solidFill>
                          <a:srgbClr val="339933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232" name="矩形 231">
                      <a:extLst>
                        <a:ext uri="{FF2B5EF4-FFF2-40B4-BE49-F238E27FC236}">
                          <a16:creationId xmlns:a16="http://schemas.microsoft.com/office/drawing/2014/main" id="{BEC13453-119D-66A8-E3AF-5FD4C51123E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628526" y="2281686"/>
                      <a:ext cx="399728" cy="167903"/>
                    </a:xfrm>
                    <a:prstGeom prst="rect">
                      <a:avLst/>
                    </a:prstGeom>
                    <a:solidFill>
                      <a:srgbClr val="339933"/>
                    </a:solidFill>
                    <a:ln>
                      <a:solidFill>
                        <a:srgbClr val="339933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>
                        <a:solidFill>
                          <a:schemeClr val="accent4"/>
                        </a:solidFill>
                      </a:endParaRPr>
                    </a:p>
                  </p:txBody>
                </p:sp>
                <p:sp>
                  <p:nvSpPr>
                    <p:cNvPr id="234" name="弧形 233">
                      <a:extLst>
                        <a:ext uri="{FF2B5EF4-FFF2-40B4-BE49-F238E27FC236}">
                          <a16:creationId xmlns:a16="http://schemas.microsoft.com/office/drawing/2014/main" id="{72E3CC36-9B4D-70B9-8E72-07A58CE4348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4766970" y="2132299"/>
                      <a:ext cx="1116806" cy="991378"/>
                    </a:xfrm>
                    <a:prstGeom prst="arc">
                      <a:avLst>
                        <a:gd name="adj1" fmla="val 15809528"/>
                        <a:gd name="adj2" fmla="val 18499394"/>
                      </a:avLst>
                    </a:prstGeom>
                    <a:ln w="19050">
                      <a:solidFill>
                        <a:srgbClr val="339933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grpSp>
                  <p:nvGrpSpPr>
                    <p:cNvPr id="235" name="组合 234">
                      <a:extLst>
                        <a:ext uri="{FF2B5EF4-FFF2-40B4-BE49-F238E27FC236}">
                          <a16:creationId xmlns:a16="http://schemas.microsoft.com/office/drawing/2014/main" id="{D1BFDAC6-B2BE-6282-8F25-014994DCFE36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4482171" y="3204583"/>
                      <a:ext cx="579609" cy="167903"/>
                      <a:chOff x="1680623" y="4593851"/>
                      <a:chExt cx="579609" cy="167903"/>
                    </a:xfrm>
                  </p:grpSpPr>
                  <p:sp>
                    <p:nvSpPr>
                      <p:cNvPr id="236" name="矩形 235">
                        <a:extLst>
                          <a:ext uri="{FF2B5EF4-FFF2-40B4-BE49-F238E27FC236}">
                            <a16:creationId xmlns:a16="http://schemas.microsoft.com/office/drawing/2014/main" id="{28C372AF-9AEE-E70A-DB62-2FDB190AA5A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80623" y="4593851"/>
                        <a:ext cx="399728" cy="167903"/>
                      </a:xfrm>
                      <a:prstGeom prst="rect">
                        <a:avLst/>
                      </a:prstGeom>
                      <a:ln>
                        <a:solidFill>
                          <a:srgbClr val="4472C4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/>
                      </a:p>
                    </p:txBody>
                  </p:sp>
                  <p:cxnSp>
                    <p:nvCxnSpPr>
                      <p:cNvPr id="237" name="直接箭头连接符 236">
                        <a:extLst>
                          <a:ext uri="{FF2B5EF4-FFF2-40B4-BE49-F238E27FC236}">
                            <a16:creationId xmlns:a16="http://schemas.microsoft.com/office/drawing/2014/main" id="{E0FD1359-DE63-FC38-DA6B-E4484C1AAB09}"/>
                          </a:ext>
                        </a:extLst>
                      </p:cNvPr>
                      <p:cNvCxnSpPr>
                        <a:stCxn id="236" idx="3"/>
                      </p:cNvCxnSpPr>
                      <p:nvPr/>
                    </p:nvCxnSpPr>
                    <p:spPr>
                      <a:xfrm flipV="1">
                        <a:off x="2080351" y="4677802"/>
                        <a:ext cx="179881" cy="1"/>
                      </a:xfrm>
                      <a:prstGeom prst="straightConnector1">
                        <a:avLst/>
                      </a:prstGeom>
                      <a:ln w="19050"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39" name="组合 238">
                      <a:extLst>
                        <a:ext uri="{FF2B5EF4-FFF2-40B4-BE49-F238E27FC236}">
                          <a16:creationId xmlns:a16="http://schemas.microsoft.com/office/drawing/2014/main" id="{88186F0E-91CF-DF7A-E43E-F9F1BFAFA76E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3215356" y="3186201"/>
                      <a:ext cx="579609" cy="167903"/>
                      <a:chOff x="1680623" y="4593851"/>
                      <a:chExt cx="579609" cy="167903"/>
                    </a:xfrm>
                  </p:grpSpPr>
                  <p:sp>
                    <p:nvSpPr>
                      <p:cNvPr id="240" name="矩形 239">
                        <a:extLst>
                          <a:ext uri="{FF2B5EF4-FFF2-40B4-BE49-F238E27FC236}">
                            <a16:creationId xmlns:a16="http://schemas.microsoft.com/office/drawing/2014/main" id="{9A6B4EF4-9513-8576-FA84-8FA385707DD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80623" y="4593851"/>
                        <a:ext cx="399728" cy="167903"/>
                      </a:xfrm>
                      <a:prstGeom prst="rect">
                        <a:avLst/>
                      </a:prstGeom>
                      <a:ln>
                        <a:solidFill>
                          <a:srgbClr val="4472C4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/>
                      </a:p>
                    </p:txBody>
                  </p:sp>
                  <p:cxnSp>
                    <p:nvCxnSpPr>
                      <p:cNvPr id="241" name="直接箭头连接符 240">
                        <a:extLst>
                          <a:ext uri="{FF2B5EF4-FFF2-40B4-BE49-F238E27FC236}">
                            <a16:creationId xmlns:a16="http://schemas.microsoft.com/office/drawing/2014/main" id="{FD83826C-B48C-9107-55D0-8019EA0E982D}"/>
                          </a:ext>
                        </a:extLst>
                      </p:cNvPr>
                      <p:cNvCxnSpPr>
                        <a:stCxn id="240" idx="3"/>
                      </p:cNvCxnSpPr>
                      <p:nvPr/>
                    </p:nvCxnSpPr>
                    <p:spPr>
                      <a:xfrm flipV="1">
                        <a:off x="2080351" y="4677802"/>
                        <a:ext cx="179881" cy="1"/>
                      </a:xfrm>
                      <a:prstGeom prst="straightConnector1">
                        <a:avLst/>
                      </a:prstGeom>
                      <a:ln w="19050"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42" name="组合 241">
                      <a:extLst>
                        <a:ext uri="{FF2B5EF4-FFF2-40B4-BE49-F238E27FC236}">
                          <a16:creationId xmlns:a16="http://schemas.microsoft.com/office/drawing/2014/main" id="{B89558AA-11EE-5B25-C8B7-A2DE010A045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262922" y="3745550"/>
                      <a:ext cx="579609" cy="167903"/>
                      <a:chOff x="1706391" y="4867729"/>
                      <a:chExt cx="579609" cy="167903"/>
                    </a:xfrm>
                  </p:grpSpPr>
                  <p:sp>
                    <p:nvSpPr>
                      <p:cNvPr id="243" name="矩形 242">
                        <a:extLst>
                          <a:ext uri="{FF2B5EF4-FFF2-40B4-BE49-F238E27FC236}">
                            <a16:creationId xmlns:a16="http://schemas.microsoft.com/office/drawing/2014/main" id="{F1A9169E-C5AB-78A5-A47B-568AB6D790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06391" y="4867729"/>
                        <a:ext cx="399728" cy="167903"/>
                      </a:xfrm>
                      <a:prstGeom prst="rect">
                        <a:avLst/>
                      </a:prstGeom>
                      <a:solidFill>
                        <a:srgbClr val="339933"/>
                      </a:solidFill>
                      <a:ln>
                        <a:solidFill>
                          <a:srgbClr val="339933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solidFill>
                            <a:schemeClr val="accent4"/>
                          </a:solidFill>
                        </a:endParaRPr>
                      </a:p>
                    </p:txBody>
                  </p:sp>
                  <p:cxnSp>
                    <p:nvCxnSpPr>
                      <p:cNvPr id="244" name="直接箭头连接符 243">
                        <a:extLst>
                          <a:ext uri="{FF2B5EF4-FFF2-40B4-BE49-F238E27FC236}">
                            <a16:creationId xmlns:a16="http://schemas.microsoft.com/office/drawing/2014/main" id="{7433521C-7362-CE80-4898-749F14097DF0}"/>
                          </a:ext>
                        </a:extLst>
                      </p:cNvPr>
                      <p:cNvCxnSpPr>
                        <a:stCxn id="243" idx="3"/>
                      </p:cNvCxnSpPr>
                      <p:nvPr/>
                    </p:nvCxnSpPr>
                    <p:spPr>
                      <a:xfrm flipV="1">
                        <a:off x="2106119" y="4951680"/>
                        <a:ext cx="179881" cy="1"/>
                      </a:xfrm>
                      <a:prstGeom prst="straightConnector1">
                        <a:avLst/>
                      </a:prstGeom>
                      <a:solidFill>
                        <a:srgbClr val="339933"/>
                      </a:solidFill>
                      <a:ln w="19050">
                        <a:solidFill>
                          <a:srgbClr val="339933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48" name="组合 247">
                      <a:extLst>
                        <a:ext uri="{FF2B5EF4-FFF2-40B4-BE49-F238E27FC236}">
                          <a16:creationId xmlns:a16="http://schemas.microsoft.com/office/drawing/2014/main" id="{901F917A-E4F8-36DD-A1A5-97357B05355F}"/>
                        </a:ext>
                      </a:extLst>
                    </p:cNvPr>
                    <p:cNvGrpSpPr/>
                    <p:nvPr/>
                  </p:nvGrpSpPr>
                  <p:grpSpPr>
                    <a:xfrm rot="16200000">
                      <a:off x="6365531" y="2006507"/>
                      <a:ext cx="579609" cy="167903"/>
                      <a:chOff x="1706391" y="4867729"/>
                      <a:chExt cx="579609" cy="167903"/>
                    </a:xfrm>
                  </p:grpSpPr>
                  <p:sp>
                    <p:nvSpPr>
                      <p:cNvPr id="249" name="矩形 248">
                        <a:extLst>
                          <a:ext uri="{FF2B5EF4-FFF2-40B4-BE49-F238E27FC236}">
                            <a16:creationId xmlns:a16="http://schemas.microsoft.com/office/drawing/2014/main" id="{3E78522D-032E-C906-AF5C-702941858A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06391" y="4867729"/>
                        <a:ext cx="399728" cy="167903"/>
                      </a:xfrm>
                      <a:prstGeom prst="rect">
                        <a:avLst/>
                      </a:prstGeom>
                      <a:solidFill>
                        <a:srgbClr val="339933"/>
                      </a:solidFill>
                      <a:ln>
                        <a:solidFill>
                          <a:srgbClr val="339933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solidFill>
                            <a:schemeClr val="accent4"/>
                          </a:solidFill>
                        </a:endParaRPr>
                      </a:p>
                    </p:txBody>
                  </p:sp>
                  <p:cxnSp>
                    <p:nvCxnSpPr>
                      <p:cNvPr id="250" name="直接箭头连接符 249">
                        <a:extLst>
                          <a:ext uri="{FF2B5EF4-FFF2-40B4-BE49-F238E27FC236}">
                            <a16:creationId xmlns:a16="http://schemas.microsoft.com/office/drawing/2014/main" id="{A3373952-88B3-0172-A6E3-CADEB034D0F0}"/>
                          </a:ext>
                        </a:extLst>
                      </p:cNvPr>
                      <p:cNvCxnSpPr>
                        <a:stCxn id="249" idx="3"/>
                      </p:cNvCxnSpPr>
                      <p:nvPr/>
                    </p:nvCxnSpPr>
                    <p:spPr>
                      <a:xfrm flipV="1">
                        <a:off x="2106119" y="4951680"/>
                        <a:ext cx="179881" cy="1"/>
                      </a:xfrm>
                      <a:prstGeom prst="straightConnector1">
                        <a:avLst/>
                      </a:prstGeom>
                      <a:solidFill>
                        <a:srgbClr val="339933"/>
                      </a:solidFill>
                      <a:ln w="19050">
                        <a:solidFill>
                          <a:srgbClr val="339933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51" name="组合 250">
                      <a:extLst>
                        <a:ext uri="{FF2B5EF4-FFF2-40B4-BE49-F238E27FC236}">
                          <a16:creationId xmlns:a16="http://schemas.microsoft.com/office/drawing/2014/main" id="{661983A7-7336-2023-CAE8-6C0DF0E803EA}"/>
                        </a:ext>
                      </a:extLst>
                    </p:cNvPr>
                    <p:cNvGrpSpPr/>
                    <p:nvPr/>
                  </p:nvGrpSpPr>
                  <p:grpSpPr>
                    <a:xfrm rot="5400000">
                      <a:off x="5801495" y="986928"/>
                      <a:ext cx="579609" cy="167903"/>
                      <a:chOff x="1680623" y="4593851"/>
                      <a:chExt cx="579609" cy="167903"/>
                    </a:xfrm>
                  </p:grpSpPr>
                  <p:sp>
                    <p:nvSpPr>
                      <p:cNvPr id="252" name="矩形 251">
                        <a:extLst>
                          <a:ext uri="{FF2B5EF4-FFF2-40B4-BE49-F238E27FC236}">
                            <a16:creationId xmlns:a16="http://schemas.microsoft.com/office/drawing/2014/main" id="{2903CDB9-2EFE-128C-6BF2-ADAFB32A65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80623" y="4593851"/>
                        <a:ext cx="399728" cy="167903"/>
                      </a:xfrm>
                      <a:prstGeom prst="rect">
                        <a:avLst/>
                      </a:prstGeom>
                      <a:ln>
                        <a:solidFill>
                          <a:srgbClr val="4472C4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/>
                      </a:p>
                    </p:txBody>
                  </p:sp>
                  <p:cxnSp>
                    <p:nvCxnSpPr>
                      <p:cNvPr id="253" name="直接箭头连接符 252">
                        <a:extLst>
                          <a:ext uri="{FF2B5EF4-FFF2-40B4-BE49-F238E27FC236}">
                            <a16:creationId xmlns:a16="http://schemas.microsoft.com/office/drawing/2014/main" id="{CF2C1665-5E3E-E070-B64C-371401C6C110}"/>
                          </a:ext>
                        </a:extLst>
                      </p:cNvPr>
                      <p:cNvCxnSpPr>
                        <a:stCxn id="252" idx="3"/>
                      </p:cNvCxnSpPr>
                      <p:nvPr/>
                    </p:nvCxnSpPr>
                    <p:spPr>
                      <a:xfrm flipV="1">
                        <a:off x="2080351" y="4677802"/>
                        <a:ext cx="179881" cy="1"/>
                      </a:xfrm>
                      <a:prstGeom prst="straightConnector1">
                        <a:avLst/>
                      </a:prstGeom>
                      <a:ln w="19050"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54" name="组合 253">
                      <a:extLst>
                        <a:ext uri="{FF2B5EF4-FFF2-40B4-BE49-F238E27FC236}">
                          <a16:creationId xmlns:a16="http://schemas.microsoft.com/office/drawing/2014/main" id="{47A3FDDE-7B3B-E95D-C943-4C5013CDF323}"/>
                        </a:ext>
                      </a:extLst>
                    </p:cNvPr>
                    <p:cNvGrpSpPr/>
                    <p:nvPr/>
                  </p:nvGrpSpPr>
                  <p:grpSpPr>
                    <a:xfrm rot="5400000">
                      <a:off x="5795311" y="2187362"/>
                      <a:ext cx="579609" cy="167903"/>
                      <a:chOff x="1680623" y="4593851"/>
                      <a:chExt cx="579609" cy="167903"/>
                    </a:xfrm>
                  </p:grpSpPr>
                  <p:sp>
                    <p:nvSpPr>
                      <p:cNvPr id="255" name="矩形 254">
                        <a:extLst>
                          <a:ext uri="{FF2B5EF4-FFF2-40B4-BE49-F238E27FC236}">
                            <a16:creationId xmlns:a16="http://schemas.microsoft.com/office/drawing/2014/main" id="{40C7FF93-9D86-9EB4-78BA-CF6DAF3823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80623" y="4593851"/>
                        <a:ext cx="399728" cy="167903"/>
                      </a:xfrm>
                      <a:prstGeom prst="rect">
                        <a:avLst/>
                      </a:prstGeom>
                      <a:ln>
                        <a:solidFill>
                          <a:srgbClr val="4472C4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/>
                      </a:p>
                    </p:txBody>
                  </p:sp>
                  <p:cxnSp>
                    <p:nvCxnSpPr>
                      <p:cNvPr id="256" name="直接箭头连接符 255">
                        <a:extLst>
                          <a:ext uri="{FF2B5EF4-FFF2-40B4-BE49-F238E27FC236}">
                            <a16:creationId xmlns:a16="http://schemas.microsoft.com/office/drawing/2014/main" id="{6880983E-0129-499D-BB14-9688D1303CBA}"/>
                          </a:ext>
                        </a:extLst>
                      </p:cNvPr>
                      <p:cNvCxnSpPr>
                        <a:stCxn id="255" idx="3"/>
                      </p:cNvCxnSpPr>
                      <p:nvPr/>
                    </p:nvCxnSpPr>
                    <p:spPr>
                      <a:xfrm flipV="1">
                        <a:off x="2080351" y="4677802"/>
                        <a:ext cx="179881" cy="1"/>
                      </a:xfrm>
                      <a:prstGeom prst="straightConnector1">
                        <a:avLst/>
                      </a:prstGeom>
                      <a:ln w="19050"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57" name="组合 256">
                      <a:extLst>
                        <a:ext uri="{FF2B5EF4-FFF2-40B4-BE49-F238E27FC236}">
                          <a16:creationId xmlns:a16="http://schemas.microsoft.com/office/drawing/2014/main" id="{144ED923-F30A-41EA-7BA3-320594DF8CF5}"/>
                        </a:ext>
                      </a:extLst>
                    </p:cNvPr>
                    <p:cNvGrpSpPr/>
                    <p:nvPr/>
                  </p:nvGrpSpPr>
                  <p:grpSpPr>
                    <a:xfrm rot="5400000">
                      <a:off x="5767780" y="4598925"/>
                      <a:ext cx="579609" cy="167903"/>
                      <a:chOff x="1680623" y="4593851"/>
                      <a:chExt cx="579609" cy="167903"/>
                    </a:xfrm>
                  </p:grpSpPr>
                  <p:sp>
                    <p:nvSpPr>
                      <p:cNvPr id="258" name="矩形 257">
                        <a:extLst>
                          <a:ext uri="{FF2B5EF4-FFF2-40B4-BE49-F238E27FC236}">
                            <a16:creationId xmlns:a16="http://schemas.microsoft.com/office/drawing/2014/main" id="{4716331E-2570-BD42-87B4-B29594895C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80623" y="4593851"/>
                        <a:ext cx="399728" cy="167903"/>
                      </a:xfrm>
                      <a:prstGeom prst="rect">
                        <a:avLst/>
                      </a:prstGeom>
                      <a:ln>
                        <a:solidFill>
                          <a:srgbClr val="4472C4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/>
                      </a:p>
                    </p:txBody>
                  </p:sp>
                  <p:cxnSp>
                    <p:nvCxnSpPr>
                      <p:cNvPr id="259" name="直接箭头连接符 258">
                        <a:extLst>
                          <a:ext uri="{FF2B5EF4-FFF2-40B4-BE49-F238E27FC236}">
                            <a16:creationId xmlns:a16="http://schemas.microsoft.com/office/drawing/2014/main" id="{5878D1AB-6EFE-737B-D532-658402B8F955}"/>
                          </a:ext>
                        </a:extLst>
                      </p:cNvPr>
                      <p:cNvCxnSpPr>
                        <a:stCxn id="258" idx="3"/>
                      </p:cNvCxnSpPr>
                      <p:nvPr/>
                    </p:nvCxnSpPr>
                    <p:spPr>
                      <a:xfrm flipV="1">
                        <a:off x="2080351" y="4677802"/>
                        <a:ext cx="179881" cy="1"/>
                      </a:xfrm>
                      <a:prstGeom prst="straightConnector1">
                        <a:avLst/>
                      </a:prstGeom>
                      <a:ln w="19050"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66" name="组合 265">
                      <a:extLst>
                        <a:ext uri="{FF2B5EF4-FFF2-40B4-BE49-F238E27FC236}">
                          <a16:creationId xmlns:a16="http://schemas.microsoft.com/office/drawing/2014/main" id="{34ABF08F-5288-749D-12AD-8598497DDC9C}"/>
                        </a:ext>
                      </a:extLst>
                    </p:cNvPr>
                    <p:cNvGrpSpPr/>
                    <p:nvPr/>
                  </p:nvGrpSpPr>
                  <p:grpSpPr>
                    <a:xfrm rot="16200000">
                      <a:off x="6103432" y="5343501"/>
                      <a:ext cx="579609" cy="167903"/>
                      <a:chOff x="1680623" y="4593851"/>
                      <a:chExt cx="579609" cy="167903"/>
                    </a:xfrm>
                  </p:grpSpPr>
                  <p:sp>
                    <p:nvSpPr>
                      <p:cNvPr id="267" name="矩形 266">
                        <a:extLst>
                          <a:ext uri="{FF2B5EF4-FFF2-40B4-BE49-F238E27FC236}">
                            <a16:creationId xmlns:a16="http://schemas.microsoft.com/office/drawing/2014/main" id="{9AD5BD65-D43A-1958-0144-436B123D6F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80623" y="4593851"/>
                        <a:ext cx="399728" cy="167903"/>
                      </a:xfrm>
                      <a:prstGeom prst="rect">
                        <a:avLst/>
                      </a:prstGeom>
                      <a:ln>
                        <a:solidFill>
                          <a:srgbClr val="4472C4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/>
                      </a:p>
                    </p:txBody>
                  </p:sp>
                  <p:cxnSp>
                    <p:nvCxnSpPr>
                      <p:cNvPr id="268" name="直接箭头连接符 267">
                        <a:extLst>
                          <a:ext uri="{FF2B5EF4-FFF2-40B4-BE49-F238E27FC236}">
                            <a16:creationId xmlns:a16="http://schemas.microsoft.com/office/drawing/2014/main" id="{8A2994A2-0A75-E91A-ED31-B88CD0FDD8A5}"/>
                          </a:ext>
                        </a:extLst>
                      </p:cNvPr>
                      <p:cNvCxnSpPr>
                        <a:stCxn id="267" idx="3"/>
                      </p:cNvCxnSpPr>
                      <p:nvPr/>
                    </p:nvCxnSpPr>
                    <p:spPr>
                      <a:xfrm flipV="1">
                        <a:off x="2080351" y="4677802"/>
                        <a:ext cx="179881" cy="1"/>
                      </a:xfrm>
                      <a:prstGeom prst="straightConnector1">
                        <a:avLst/>
                      </a:prstGeom>
                      <a:ln w="19050"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69" name="组合 268">
                      <a:extLst>
                        <a:ext uri="{FF2B5EF4-FFF2-40B4-BE49-F238E27FC236}">
                          <a16:creationId xmlns:a16="http://schemas.microsoft.com/office/drawing/2014/main" id="{F29D1B6F-8727-7E4C-F46A-E33DFF98D0C6}"/>
                        </a:ext>
                      </a:extLst>
                    </p:cNvPr>
                    <p:cNvGrpSpPr/>
                    <p:nvPr/>
                  </p:nvGrpSpPr>
                  <p:grpSpPr>
                    <a:xfrm rot="16200000">
                      <a:off x="5530013" y="3739943"/>
                      <a:ext cx="758271" cy="1186105"/>
                      <a:chOff x="4682601" y="1917600"/>
                      <a:chExt cx="1014795" cy="1182812"/>
                    </a:xfrm>
                  </p:grpSpPr>
                  <p:sp>
                    <p:nvSpPr>
                      <p:cNvPr id="270" name="矩形 269">
                        <a:extLst>
                          <a:ext uri="{FF2B5EF4-FFF2-40B4-BE49-F238E27FC236}">
                            <a16:creationId xmlns:a16="http://schemas.microsoft.com/office/drawing/2014/main" id="{23081400-2272-22E4-99EF-4985B0FB74C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82601" y="2932509"/>
                        <a:ext cx="399728" cy="167903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>
                        <a:solidFill>
                          <a:schemeClr val="accent2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71" name="弧形 270">
                        <a:extLst>
                          <a:ext uri="{FF2B5EF4-FFF2-40B4-BE49-F238E27FC236}">
                            <a16:creationId xmlns:a16="http://schemas.microsoft.com/office/drawing/2014/main" id="{30B78BDA-1771-B734-86EA-775E1271C969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4643304" y="1980314"/>
                        <a:ext cx="1116806" cy="991378"/>
                      </a:xfrm>
                      <a:prstGeom prst="arc">
                        <a:avLst>
                          <a:gd name="adj1" fmla="val 19563312"/>
                          <a:gd name="adj2" fmla="val 720446"/>
                        </a:avLst>
                      </a:prstGeom>
                      <a:ln w="19050">
                        <a:solidFill>
                          <a:schemeClr val="accent2"/>
                        </a:solidFill>
                        <a:prstDash val="sysDash"/>
                        <a:headEnd type="triangle" w="med" len="med"/>
                        <a:tailEnd type="none" w="med" len="me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>
                          <a:solidFill>
                            <a:schemeClr val="accent4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272" name="组合 271">
                      <a:extLst>
                        <a:ext uri="{FF2B5EF4-FFF2-40B4-BE49-F238E27FC236}">
                          <a16:creationId xmlns:a16="http://schemas.microsoft.com/office/drawing/2014/main" id="{629154EE-E4EF-F386-0DF5-039CC1F7EE36}"/>
                        </a:ext>
                      </a:extLst>
                    </p:cNvPr>
                    <p:cNvGrpSpPr/>
                    <p:nvPr/>
                  </p:nvGrpSpPr>
                  <p:grpSpPr>
                    <a:xfrm rot="16200000">
                      <a:off x="6107115" y="1737466"/>
                      <a:ext cx="579609" cy="167903"/>
                      <a:chOff x="1680623" y="4593851"/>
                      <a:chExt cx="579609" cy="167903"/>
                    </a:xfrm>
                  </p:grpSpPr>
                  <p:sp>
                    <p:nvSpPr>
                      <p:cNvPr id="273" name="矩形 272">
                        <a:extLst>
                          <a:ext uri="{FF2B5EF4-FFF2-40B4-BE49-F238E27FC236}">
                            <a16:creationId xmlns:a16="http://schemas.microsoft.com/office/drawing/2014/main" id="{2ADC38F2-2267-BADF-3E17-492273E0D7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80623" y="4593851"/>
                        <a:ext cx="399728" cy="167903"/>
                      </a:xfrm>
                      <a:prstGeom prst="rect">
                        <a:avLst/>
                      </a:prstGeom>
                      <a:ln>
                        <a:solidFill>
                          <a:srgbClr val="4472C4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/>
                      </a:p>
                    </p:txBody>
                  </p:sp>
                  <p:cxnSp>
                    <p:nvCxnSpPr>
                      <p:cNvPr id="274" name="直接箭头连接符 273">
                        <a:extLst>
                          <a:ext uri="{FF2B5EF4-FFF2-40B4-BE49-F238E27FC236}">
                            <a16:creationId xmlns:a16="http://schemas.microsoft.com/office/drawing/2014/main" id="{B5AB43E0-EEAC-9CD0-E449-31A76833A3D0}"/>
                          </a:ext>
                        </a:extLst>
                      </p:cNvPr>
                      <p:cNvCxnSpPr>
                        <a:stCxn id="273" idx="3"/>
                      </p:cNvCxnSpPr>
                      <p:nvPr/>
                    </p:nvCxnSpPr>
                    <p:spPr>
                      <a:xfrm flipV="1">
                        <a:off x="2080351" y="4677802"/>
                        <a:ext cx="179881" cy="1"/>
                      </a:xfrm>
                      <a:prstGeom prst="straightConnector1">
                        <a:avLst/>
                      </a:prstGeom>
                      <a:ln w="19050"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75" name="组合 274">
                      <a:extLst>
                        <a:ext uri="{FF2B5EF4-FFF2-40B4-BE49-F238E27FC236}">
                          <a16:creationId xmlns:a16="http://schemas.microsoft.com/office/drawing/2014/main" id="{98620A80-3B8E-F913-6385-7A199DA03293}"/>
                        </a:ext>
                      </a:extLst>
                    </p:cNvPr>
                    <p:cNvGrpSpPr/>
                    <p:nvPr/>
                  </p:nvGrpSpPr>
                  <p:grpSpPr>
                    <a:xfrm rot="16200000">
                      <a:off x="6103271" y="963460"/>
                      <a:ext cx="579609" cy="167903"/>
                      <a:chOff x="1680623" y="4593851"/>
                      <a:chExt cx="579609" cy="167903"/>
                    </a:xfrm>
                  </p:grpSpPr>
                  <p:sp>
                    <p:nvSpPr>
                      <p:cNvPr id="276" name="矩形 275">
                        <a:extLst>
                          <a:ext uri="{FF2B5EF4-FFF2-40B4-BE49-F238E27FC236}">
                            <a16:creationId xmlns:a16="http://schemas.microsoft.com/office/drawing/2014/main" id="{3E78E4C7-077A-439A-7A49-08425762F7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80623" y="4593851"/>
                        <a:ext cx="399728" cy="167903"/>
                      </a:xfrm>
                      <a:prstGeom prst="rect">
                        <a:avLst/>
                      </a:prstGeom>
                      <a:ln>
                        <a:solidFill>
                          <a:srgbClr val="4472C4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/>
                      </a:p>
                    </p:txBody>
                  </p:sp>
                  <p:cxnSp>
                    <p:nvCxnSpPr>
                      <p:cNvPr id="277" name="直接箭头连接符 276">
                        <a:extLst>
                          <a:ext uri="{FF2B5EF4-FFF2-40B4-BE49-F238E27FC236}">
                            <a16:creationId xmlns:a16="http://schemas.microsoft.com/office/drawing/2014/main" id="{E6FB89DB-2B17-B340-40F1-BB1D8AB41C3E}"/>
                          </a:ext>
                        </a:extLst>
                      </p:cNvPr>
                      <p:cNvCxnSpPr>
                        <a:stCxn id="276" idx="3"/>
                      </p:cNvCxnSpPr>
                      <p:nvPr/>
                    </p:nvCxnSpPr>
                    <p:spPr>
                      <a:xfrm flipV="1">
                        <a:off x="2080351" y="4677802"/>
                        <a:ext cx="179881" cy="1"/>
                      </a:xfrm>
                      <a:prstGeom prst="straightConnector1">
                        <a:avLst/>
                      </a:prstGeom>
                      <a:ln w="19050"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278" name="弧形 277">
                      <a:extLst>
                        <a:ext uri="{FF2B5EF4-FFF2-40B4-BE49-F238E27FC236}">
                          <a16:creationId xmlns:a16="http://schemas.microsoft.com/office/drawing/2014/main" id="{6F1418C9-E4B0-8444-7AAD-E192EF88A9D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4511838" y="1714274"/>
                      <a:ext cx="1915522" cy="1799152"/>
                    </a:xfrm>
                    <a:prstGeom prst="arc">
                      <a:avLst>
                        <a:gd name="adj1" fmla="val 16200000"/>
                        <a:gd name="adj2" fmla="val 294151"/>
                      </a:avLst>
                    </a:prstGeom>
                    <a:ln w="19050">
                      <a:solidFill>
                        <a:schemeClr val="tx1"/>
                      </a:solidFill>
                      <a:prstDash val="sysDash"/>
                      <a:headEnd type="triangl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cxnSp>
                  <p:nvCxnSpPr>
                    <p:cNvPr id="280" name="直接箭头连接符 279">
                      <a:extLst>
                        <a:ext uri="{FF2B5EF4-FFF2-40B4-BE49-F238E27FC236}">
                          <a16:creationId xmlns:a16="http://schemas.microsoft.com/office/drawing/2014/main" id="{2AE6B294-DE73-1E6F-8E8D-20CE6A3CDE41}"/>
                        </a:ext>
                      </a:extLst>
                    </p:cNvPr>
                    <p:cNvCxnSpPr>
                      <a:stCxn id="278" idx="2"/>
                    </p:cNvCxnSpPr>
                    <p:nvPr/>
                  </p:nvCxnSpPr>
                  <p:spPr>
                    <a:xfrm>
                      <a:off x="5387788" y="3567642"/>
                      <a:ext cx="1714176" cy="3969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2" name="直接箭头连接符 281">
                      <a:extLst>
                        <a:ext uri="{FF2B5EF4-FFF2-40B4-BE49-F238E27FC236}">
                          <a16:creationId xmlns:a16="http://schemas.microsoft.com/office/drawing/2014/main" id="{25777EB1-E6F2-31FC-865A-6307E79DE2E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6065097" y="2606003"/>
                      <a:ext cx="0" cy="1646100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83" name="弧形 282">
                      <a:extLst>
                        <a:ext uri="{FF2B5EF4-FFF2-40B4-BE49-F238E27FC236}">
                          <a16:creationId xmlns:a16="http://schemas.microsoft.com/office/drawing/2014/main" id="{B93443AC-94C7-6CC2-DC08-B7C28FF6B53D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6060818" y="1799838"/>
                      <a:ext cx="2044577" cy="1754367"/>
                    </a:xfrm>
                    <a:prstGeom prst="arc">
                      <a:avLst>
                        <a:gd name="adj1" fmla="val 16157582"/>
                        <a:gd name="adj2" fmla="val 294151"/>
                      </a:avLst>
                    </a:prstGeom>
                    <a:ln w="19050">
                      <a:solidFill>
                        <a:schemeClr val="tx1"/>
                      </a:solidFill>
                      <a:prstDash val="sysDash"/>
                      <a:headEnd type="triangl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cxnSp>
                  <p:nvCxnSpPr>
                    <p:cNvPr id="284" name="直接箭头连接符 283">
                      <a:extLst>
                        <a:ext uri="{FF2B5EF4-FFF2-40B4-BE49-F238E27FC236}">
                          <a16:creationId xmlns:a16="http://schemas.microsoft.com/office/drawing/2014/main" id="{6318132B-6DBE-C083-D2DA-1C300DB7482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6407150" y="2606003"/>
                      <a:ext cx="0" cy="1646100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prstDash val="sysDash"/>
                      <a:headEnd type="triangl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85" name="弧形 284">
                      <a:extLst>
                        <a:ext uri="{FF2B5EF4-FFF2-40B4-BE49-F238E27FC236}">
                          <a16:creationId xmlns:a16="http://schemas.microsoft.com/office/drawing/2014/main" id="{2F40E0B3-8545-804D-CFE0-CE8D3E0DC8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3226" y="3340731"/>
                      <a:ext cx="1923921" cy="1749179"/>
                    </a:xfrm>
                    <a:prstGeom prst="arc">
                      <a:avLst>
                        <a:gd name="adj1" fmla="val 16016228"/>
                        <a:gd name="adj2" fmla="val 274145"/>
                      </a:avLst>
                    </a:prstGeom>
                    <a:ln w="19050">
                      <a:solidFill>
                        <a:schemeClr val="tx1"/>
                      </a:solidFill>
                      <a:prstDash val="sysDash"/>
                      <a:headEnd type="triangl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cxnSp>
                  <p:nvCxnSpPr>
                    <p:cNvPr id="286" name="直接箭头连接符 285">
                      <a:extLst>
                        <a:ext uri="{FF2B5EF4-FFF2-40B4-BE49-F238E27FC236}">
                          <a16:creationId xmlns:a16="http://schemas.microsoft.com/office/drawing/2014/main" id="{1C109685-E8F9-EA58-8B27-2BAACA895BF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379331" y="3310874"/>
                      <a:ext cx="1714176" cy="3969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prstDash val="sysDash"/>
                      <a:headEnd type="triangl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87" name="弧形 286">
                      <a:extLst>
                        <a:ext uri="{FF2B5EF4-FFF2-40B4-BE49-F238E27FC236}">
                          <a16:creationId xmlns:a16="http://schemas.microsoft.com/office/drawing/2014/main" id="{8B28E149-4A85-0717-18C5-3FEE0D96ADF8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5948043" y="3463303"/>
                      <a:ext cx="1992620" cy="1717866"/>
                    </a:xfrm>
                    <a:prstGeom prst="arc">
                      <a:avLst>
                        <a:gd name="adj1" fmla="val 16566475"/>
                        <a:gd name="adj2" fmla="val 294151"/>
                      </a:avLst>
                    </a:prstGeom>
                    <a:ln w="19050">
                      <a:solidFill>
                        <a:schemeClr val="tx1"/>
                      </a:solidFill>
                      <a:prstDash val="sysDash"/>
                      <a:headEnd type="triangl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94" name="椭圆 293">
                      <a:extLst>
                        <a:ext uri="{FF2B5EF4-FFF2-40B4-BE49-F238E27FC236}">
                          <a16:creationId xmlns:a16="http://schemas.microsoft.com/office/drawing/2014/main" id="{0BEA80AC-6644-BF46-7A9A-6C34307615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57498" y="3096015"/>
                      <a:ext cx="112504" cy="112504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solidFill>
                        <a:srgbClr val="FF000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97" name="文本框 296">
                      <a:extLst>
                        <a:ext uri="{FF2B5EF4-FFF2-40B4-BE49-F238E27FC236}">
                          <a16:creationId xmlns:a16="http://schemas.microsoft.com/office/drawing/2014/main" id="{E4563490-069F-42DD-57E7-5805C433BA8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33462" y="5291410"/>
                      <a:ext cx="1663430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Conflict point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98" name="矩形 297">
                      <a:extLst>
                        <a:ext uri="{FF2B5EF4-FFF2-40B4-BE49-F238E27FC236}">
                          <a16:creationId xmlns:a16="http://schemas.microsoft.com/office/drawing/2014/main" id="{3F38BE84-EA12-6596-E763-06F67AE5A7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58609" y="2839961"/>
                      <a:ext cx="899883" cy="724812"/>
                    </a:xfrm>
                    <a:prstGeom prst="rect">
                      <a:avLst/>
                    </a:prstGeom>
                    <a:noFill/>
                    <a:ln w="19050">
                      <a:solidFill>
                        <a:srgbClr val="FF0000"/>
                      </a:solidFill>
                      <a:prstDash val="sysDash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99" name="矩形 298">
                      <a:extLst>
                        <a:ext uri="{FF2B5EF4-FFF2-40B4-BE49-F238E27FC236}">
                          <a16:creationId xmlns:a16="http://schemas.microsoft.com/office/drawing/2014/main" id="{3FE59F60-EFBC-998C-1953-B368290D08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8970" y="875618"/>
                      <a:ext cx="2299847" cy="1858590"/>
                    </a:xfrm>
                    <a:prstGeom prst="rect">
                      <a:avLst/>
                    </a:prstGeom>
                    <a:noFill/>
                    <a:ln w="19050">
                      <a:solidFill>
                        <a:srgbClr val="FF0000"/>
                      </a:solidFill>
                      <a:prstDash val="sysDash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04" name="矩形 303">
                      <a:extLst>
                        <a:ext uri="{FF2B5EF4-FFF2-40B4-BE49-F238E27FC236}">
                          <a16:creationId xmlns:a16="http://schemas.microsoft.com/office/drawing/2014/main" id="{819B9669-8194-8754-C86E-1B6B79DECA99}"/>
                        </a:ext>
                      </a:extLst>
                    </p:cNvPr>
                    <p:cNvSpPr/>
                    <p:nvPr/>
                  </p:nvSpPr>
                  <p:spPr>
                    <a:xfrm rot="19572177">
                      <a:off x="3314355" y="1967097"/>
                      <a:ext cx="459969" cy="214931"/>
                    </a:xfrm>
                    <a:prstGeom prst="rect">
                      <a:avLst/>
                    </a:prstGeom>
                    <a:solidFill>
                      <a:schemeClr val="accent2"/>
                    </a:solidFill>
                    <a:ln>
                      <a:solidFill>
                        <a:schemeClr val="accent2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chemeClr val="accent4"/>
                        </a:solidFill>
                      </a:endParaRPr>
                    </a:p>
                  </p:txBody>
                </p:sp>
                <p:cxnSp>
                  <p:nvCxnSpPr>
                    <p:cNvPr id="308" name="直接箭头连接符 307">
                      <a:extLst>
                        <a:ext uri="{FF2B5EF4-FFF2-40B4-BE49-F238E27FC236}">
                          <a16:creationId xmlns:a16="http://schemas.microsoft.com/office/drawing/2014/main" id="{F8552240-CBBD-9E85-2BD8-7919F1A6A61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3571076" y="2076765"/>
                      <a:ext cx="432473" cy="0"/>
                    </a:xfrm>
                    <a:prstGeom prst="straightConnector1">
                      <a:avLst/>
                    </a:prstGeom>
                    <a:ln w="19050">
                      <a:solidFill>
                        <a:schemeClr val="accent2"/>
                      </a:solidFill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5" name="直接连接符 314">
                      <a:extLst>
                        <a:ext uri="{FF2B5EF4-FFF2-40B4-BE49-F238E27FC236}">
                          <a16:creationId xmlns:a16="http://schemas.microsoft.com/office/drawing/2014/main" id="{73475F0F-3AAC-7F06-78C1-457284A3C38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3085777" y="2060067"/>
                      <a:ext cx="1916375" cy="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ysDash"/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18" name="弧形 317">
                      <a:extLst>
                        <a:ext uri="{FF2B5EF4-FFF2-40B4-BE49-F238E27FC236}">
                          <a16:creationId xmlns:a16="http://schemas.microsoft.com/office/drawing/2014/main" id="{96935B0C-A1E6-7767-60CB-E8F548A2EDD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1515786" y="-257726"/>
                      <a:ext cx="2522700" cy="2612054"/>
                    </a:xfrm>
                    <a:prstGeom prst="arc">
                      <a:avLst>
                        <a:gd name="adj1" fmla="val 16200000"/>
                        <a:gd name="adj2" fmla="val 294151"/>
                      </a:avLst>
                    </a:prstGeom>
                    <a:ln w="19050">
                      <a:solidFill>
                        <a:schemeClr val="tx1"/>
                      </a:solidFill>
                      <a:prstDash val="sysDash"/>
                      <a:headEnd type="triangl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19" name="弧形 318">
                      <a:extLst>
                        <a:ext uri="{FF2B5EF4-FFF2-40B4-BE49-F238E27FC236}">
                          <a16:creationId xmlns:a16="http://schemas.microsoft.com/office/drawing/2014/main" id="{AF47D8FB-45D1-56F0-1A91-1F7468DB6DB8}"/>
                        </a:ext>
                      </a:extLst>
                    </p:cNvPr>
                    <p:cNvSpPr/>
                    <p:nvPr/>
                  </p:nvSpPr>
                  <p:spPr>
                    <a:xfrm rot="11194386">
                      <a:off x="3590035" y="-71027"/>
                      <a:ext cx="2522700" cy="2378744"/>
                    </a:xfrm>
                    <a:prstGeom prst="arc">
                      <a:avLst>
                        <a:gd name="adj1" fmla="val 15378106"/>
                        <a:gd name="adj2" fmla="val 43223"/>
                      </a:avLst>
                    </a:prstGeom>
                    <a:ln w="19050">
                      <a:solidFill>
                        <a:schemeClr val="tx1"/>
                      </a:solidFill>
                      <a:prstDash val="sysDash"/>
                      <a:headEnd type="triangl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22" name="文本框 321">
                      <a:extLst>
                        <a:ext uri="{FF2B5EF4-FFF2-40B4-BE49-F238E27FC236}">
                          <a16:creationId xmlns:a16="http://schemas.microsoft.com/office/drawing/2014/main" id="{71AFF057-64D9-B5F3-2D90-50D37A66FF0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70144" y="2379823"/>
                      <a:ext cx="2039312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deadlock phenomenon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cxnSp>
                  <p:nvCxnSpPr>
                    <p:cNvPr id="324" name="直接箭头连接符 323">
                      <a:extLst>
                        <a:ext uri="{FF2B5EF4-FFF2-40B4-BE49-F238E27FC236}">
                          <a16:creationId xmlns:a16="http://schemas.microsoft.com/office/drawing/2014/main" id="{A6B9DCD9-0305-059F-42AA-E4BEBEC595E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137487" y="2733183"/>
                      <a:ext cx="747612" cy="106779"/>
                    </a:xfrm>
                    <a:prstGeom prst="straightConnector1">
                      <a:avLst/>
                    </a:prstGeom>
                    <a:ln w="19050">
                      <a:solidFill>
                        <a:srgbClr val="FF0000"/>
                      </a:solidFill>
                      <a:prstDash val="sysDash"/>
                      <a:headEnd type="triangle" w="med" len="med"/>
                      <a:tailEnd type="none" w="med" len="med"/>
                    </a:ln>
                  </p:spPr>
                  <p:style>
                    <a:lnRef idx="1">
                      <a:schemeClr val="accent2"/>
                    </a:lnRef>
                    <a:fillRef idx="0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5" name="直接箭头连接符 324">
                      <a:extLst>
                        <a:ext uri="{FF2B5EF4-FFF2-40B4-BE49-F238E27FC236}">
                          <a16:creationId xmlns:a16="http://schemas.microsoft.com/office/drawing/2014/main" id="{D8E1F4E8-B0D3-49E5-F3D0-48323144492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829614" y="2743540"/>
                      <a:ext cx="2981768" cy="799518"/>
                    </a:xfrm>
                    <a:prstGeom prst="straightConnector1">
                      <a:avLst/>
                    </a:prstGeom>
                    <a:ln w="19050">
                      <a:solidFill>
                        <a:srgbClr val="FF0000"/>
                      </a:solidFill>
                      <a:prstDash val="sysDash"/>
                      <a:headEnd type="triangle" w="med" len="med"/>
                      <a:tailEnd type="none" w="med" len="med"/>
                    </a:ln>
                  </p:spPr>
                  <p:style>
                    <a:lnRef idx="1">
                      <a:schemeClr val="accent2"/>
                    </a:lnRef>
                    <a:fillRef idx="0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461" name="组合 460">
                      <a:extLst>
                        <a:ext uri="{FF2B5EF4-FFF2-40B4-BE49-F238E27FC236}">
                          <a16:creationId xmlns:a16="http://schemas.microsoft.com/office/drawing/2014/main" id="{DD477090-0533-7376-4FC0-DB0EB2F6905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150724" y="949960"/>
                      <a:ext cx="1324414" cy="1276035"/>
                      <a:chOff x="8443418" y="604555"/>
                      <a:chExt cx="1324414" cy="1276035"/>
                    </a:xfrm>
                  </p:grpSpPr>
                  <p:sp>
                    <p:nvSpPr>
                      <p:cNvPr id="328" name="椭圆 327">
                        <a:extLst>
                          <a:ext uri="{FF2B5EF4-FFF2-40B4-BE49-F238E27FC236}">
                            <a16:creationId xmlns:a16="http://schemas.microsoft.com/office/drawing/2014/main" id="{51BF4681-CE9D-CF03-8B83-07BF5C9092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99021" y="604555"/>
                        <a:ext cx="161504" cy="161504"/>
                      </a:xfrm>
                      <a:prstGeom prst="ellipse">
                        <a:avLst/>
                      </a:prstGeom>
                      <a:solidFill>
                        <a:srgbClr val="339933"/>
                      </a:solidFill>
                      <a:ln>
                        <a:solidFill>
                          <a:srgbClr val="339933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29" name="椭圆 328">
                        <a:extLst>
                          <a:ext uri="{FF2B5EF4-FFF2-40B4-BE49-F238E27FC236}">
                            <a16:creationId xmlns:a16="http://schemas.microsoft.com/office/drawing/2014/main" id="{B5A19E1A-996A-92AB-D97F-562B788885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883876" y="604555"/>
                        <a:ext cx="161504" cy="161504"/>
                      </a:xfrm>
                      <a:prstGeom prst="ellipse">
                        <a:avLst/>
                      </a:prstGeom>
                      <a:solidFill>
                        <a:srgbClr val="339933"/>
                      </a:solidFill>
                      <a:ln>
                        <a:solidFill>
                          <a:srgbClr val="339933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30" name="椭圆 329">
                        <a:extLst>
                          <a:ext uri="{FF2B5EF4-FFF2-40B4-BE49-F238E27FC236}">
                            <a16:creationId xmlns:a16="http://schemas.microsoft.com/office/drawing/2014/main" id="{C899E7D6-32F6-2B46-2A64-59698A839F5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168731" y="604555"/>
                        <a:ext cx="161504" cy="161504"/>
                      </a:xfrm>
                      <a:prstGeom prst="ellipse">
                        <a:avLst/>
                      </a:prstGeom>
                      <a:solidFill>
                        <a:srgbClr val="339933"/>
                      </a:solidFill>
                      <a:ln>
                        <a:solidFill>
                          <a:srgbClr val="339933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31" name="椭圆 330">
                        <a:extLst>
                          <a:ext uri="{FF2B5EF4-FFF2-40B4-BE49-F238E27FC236}">
                            <a16:creationId xmlns:a16="http://schemas.microsoft.com/office/drawing/2014/main" id="{B1C05EEA-A06A-9BED-6BB1-5A90ECE698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56454" y="612488"/>
                        <a:ext cx="161504" cy="161504"/>
                      </a:xfrm>
                      <a:prstGeom prst="ellipse">
                        <a:avLst/>
                      </a:prstGeom>
                      <a:solidFill>
                        <a:srgbClr val="339933"/>
                      </a:solidFill>
                      <a:ln>
                        <a:solidFill>
                          <a:srgbClr val="339933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32" name="椭圆 331">
                        <a:extLst>
                          <a:ext uri="{FF2B5EF4-FFF2-40B4-BE49-F238E27FC236}">
                            <a16:creationId xmlns:a16="http://schemas.microsoft.com/office/drawing/2014/main" id="{A18E309C-21DD-99DA-2F6B-FEA195FFD5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99021" y="883162"/>
                        <a:ext cx="161504" cy="161504"/>
                      </a:xfrm>
                      <a:prstGeom prst="ellipse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>
                        <a:solidFill>
                          <a:schemeClr val="accent5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33" name="椭圆 332">
                        <a:extLst>
                          <a:ext uri="{FF2B5EF4-FFF2-40B4-BE49-F238E27FC236}">
                            <a16:creationId xmlns:a16="http://schemas.microsoft.com/office/drawing/2014/main" id="{770C45D3-67CE-8A7F-A426-3E1D4F8665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883876" y="883162"/>
                        <a:ext cx="161504" cy="161504"/>
                      </a:xfrm>
                      <a:prstGeom prst="ellipse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>
                        <a:solidFill>
                          <a:schemeClr val="accent5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34" name="椭圆 333">
                        <a:extLst>
                          <a:ext uri="{FF2B5EF4-FFF2-40B4-BE49-F238E27FC236}">
                            <a16:creationId xmlns:a16="http://schemas.microsoft.com/office/drawing/2014/main" id="{14C29BA7-36A9-6B9C-AF44-44E7E916BB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168731" y="883162"/>
                        <a:ext cx="161504" cy="161504"/>
                      </a:xfrm>
                      <a:prstGeom prst="ellipse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>
                        <a:solidFill>
                          <a:schemeClr val="accent5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35" name="椭圆 334">
                        <a:extLst>
                          <a:ext uri="{FF2B5EF4-FFF2-40B4-BE49-F238E27FC236}">
                            <a16:creationId xmlns:a16="http://schemas.microsoft.com/office/drawing/2014/main" id="{7B320B57-C290-1A2D-4AFB-46F75A282B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56454" y="891095"/>
                        <a:ext cx="161504" cy="161504"/>
                      </a:xfrm>
                      <a:prstGeom prst="ellipse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>
                        <a:solidFill>
                          <a:schemeClr val="accent5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36" name="椭圆 335">
                        <a:extLst>
                          <a:ext uri="{FF2B5EF4-FFF2-40B4-BE49-F238E27FC236}">
                            <a16:creationId xmlns:a16="http://schemas.microsoft.com/office/drawing/2014/main" id="{57CB2FDA-0AF1-0B70-89DD-DFAAA42EF3D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3418" y="1146334"/>
                        <a:ext cx="161504" cy="161504"/>
                      </a:xfrm>
                      <a:prstGeom prst="ellipse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>
                        <a:solidFill>
                          <a:schemeClr val="accent5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37" name="椭圆 336">
                        <a:extLst>
                          <a:ext uri="{FF2B5EF4-FFF2-40B4-BE49-F238E27FC236}">
                            <a16:creationId xmlns:a16="http://schemas.microsoft.com/office/drawing/2014/main" id="{80D091FB-C125-B774-94D3-E18284C42A6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728273" y="1146334"/>
                        <a:ext cx="161504" cy="161504"/>
                      </a:xfrm>
                      <a:prstGeom prst="ellipse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>
                        <a:solidFill>
                          <a:schemeClr val="accent5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38" name="椭圆 337">
                        <a:extLst>
                          <a:ext uri="{FF2B5EF4-FFF2-40B4-BE49-F238E27FC236}">
                            <a16:creationId xmlns:a16="http://schemas.microsoft.com/office/drawing/2014/main" id="{4D8759C2-A76E-F727-E7A9-784A169109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013128" y="1146334"/>
                        <a:ext cx="161504" cy="161504"/>
                      </a:xfrm>
                      <a:prstGeom prst="ellipse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>
                        <a:solidFill>
                          <a:schemeClr val="accent5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39" name="椭圆 338">
                        <a:extLst>
                          <a:ext uri="{FF2B5EF4-FFF2-40B4-BE49-F238E27FC236}">
                            <a16:creationId xmlns:a16="http://schemas.microsoft.com/office/drawing/2014/main" id="{1C3E78EF-4787-B9F0-36BD-8CFC86B0246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00851" y="1154267"/>
                        <a:ext cx="161504" cy="161504"/>
                      </a:xfrm>
                      <a:prstGeom prst="ellipse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>
                        <a:solidFill>
                          <a:schemeClr val="accent5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40" name="椭圆 339">
                        <a:extLst>
                          <a:ext uri="{FF2B5EF4-FFF2-40B4-BE49-F238E27FC236}">
                            <a16:creationId xmlns:a16="http://schemas.microsoft.com/office/drawing/2014/main" id="{37EA4A69-556A-4A59-0E3B-A1CB0AD2C4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606328" y="1162596"/>
                        <a:ext cx="161504" cy="161504"/>
                      </a:xfrm>
                      <a:prstGeom prst="ellipse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>
                        <a:solidFill>
                          <a:schemeClr val="accent5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41" name="椭圆 340">
                        <a:extLst>
                          <a:ext uri="{FF2B5EF4-FFF2-40B4-BE49-F238E27FC236}">
                            <a16:creationId xmlns:a16="http://schemas.microsoft.com/office/drawing/2014/main" id="{28764A1C-C7E0-2C19-BD69-3778673C92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722372" y="1438270"/>
                        <a:ext cx="161504" cy="161504"/>
                      </a:xfrm>
                      <a:prstGeom prst="ellipse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>
                        <a:solidFill>
                          <a:schemeClr val="accent5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42" name="椭圆 341">
                        <a:extLst>
                          <a:ext uri="{FF2B5EF4-FFF2-40B4-BE49-F238E27FC236}">
                            <a16:creationId xmlns:a16="http://schemas.microsoft.com/office/drawing/2014/main" id="{CB755A03-0C9F-8780-50DF-6C789B0013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013128" y="1438270"/>
                        <a:ext cx="161504" cy="161504"/>
                      </a:xfrm>
                      <a:prstGeom prst="ellipse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>
                        <a:solidFill>
                          <a:schemeClr val="accent5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43" name="椭圆 342">
                        <a:extLst>
                          <a:ext uri="{FF2B5EF4-FFF2-40B4-BE49-F238E27FC236}">
                            <a16:creationId xmlns:a16="http://schemas.microsoft.com/office/drawing/2014/main" id="{5534AA05-802D-E8EB-556B-AD8A100999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27720" y="1469888"/>
                        <a:ext cx="161504" cy="161504"/>
                      </a:xfrm>
                      <a:prstGeom prst="ellipse">
                        <a:avLst/>
                      </a:prstGeom>
                      <a:solidFill>
                        <a:schemeClr val="accent5">
                          <a:lumMod val="75000"/>
                        </a:schemeClr>
                      </a:solidFill>
                      <a:ln>
                        <a:solidFill>
                          <a:schemeClr val="accent5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44" name="椭圆 343">
                        <a:extLst>
                          <a:ext uri="{FF2B5EF4-FFF2-40B4-BE49-F238E27FC236}">
                            <a16:creationId xmlns:a16="http://schemas.microsoft.com/office/drawing/2014/main" id="{8037E24B-77C6-8E47-8168-F18E36E036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013128" y="1719086"/>
                        <a:ext cx="161504" cy="161504"/>
                      </a:xfrm>
                      <a:prstGeom prst="ellipse">
                        <a:avLst/>
                      </a:prstGeom>
                      <a:solidFill>
                        <a:schemeClr val="accent2">
                          <a:lumMod val="75000"/>
                        </a:schemeClr>
                      </a:solidFill>
                      <a:ln>
                        <a:solidFill>
                          <a:schemeClr val="accent2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353" name="直接连接符 352">
                        <a:extLst>
                          <a:ext uri="{FF2B5EF4-FFF2-40B4-BE49-F238E27FC236}">
                            <a16:creationId xmlns:a16="http://schemas.microsoft.com/office/drawing/2014/main" id="{609D6BA0-F3B7-3880-6F34-561803191FA3}"/>
                          </a:ext>
                        </a:extLst>
                      </p:cNvPr>
                      <p:cNvCxnSpPr>
                        <a:stCxn id="328" idx="4"/>
                        <a:endCxn id="332" idx="0"/>
                      </p:cNvCxnSpPr>
                      <p:nvPr/>
                    </p:nvCxnSpPr>
                    <p:spPr>
                      <a:xfrm>
                        <a:off x="8679773" y="766059"/>
                        <a:ext cx="0" cy="117103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55" name="直接连接符 354">
                        <a:extLst>
                          <a:ext uri="{FF2B5EF4-FFF2-40B4-BE49-F238E27FC236}">
                            <a16:creationId xmlns:a16="http://schemas.microsoft.com/office/drawing/2014/main" id="{61FC6185-D2FF-95AF-7841-3D8F38C131D1}"/>
                          </a:ext>
                        </a:extLst>
                      </p:cNvPr>
                      <p:cNvCxnSpPr>
                        <a:cxnSpLocks/>
                        <a:stCxn id="328" idx="4"/>
                        <a:endCxn id="333" idx="0"/>
                      </p:cNvCxnSpPr>
                      <p:nvPr/>
                    </p:nvCxnSpPr>
                    <p:spPr>
                      <a:xfrm>
                        <a:off x="8679773" y="766059"/>
                        <a:ext cx="284855" cy="117103"/>
                      </a:xfrm>
                      <a:prstGeom prst="line">
                        <a:avLst/>
                      </a:prstGeom>
                      <a:ln w="12700"/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57" name="直接连接符 356">
                        <a:extLst>
                          <a:ext uri="{FF2B5EF4-FFF2-40B4-BE49-F238E27FC236}">
                            <a16:creationId xmlns:a16="http://schemas.microsoft.com/office/drawing/2014/main" id="{C3F2340E-4E73-E8A4-F1F8-1186B3FC19A0}"/>
                          </a:ext>
                        </a:extLst>
                      </p:cNvPr>
                      <p:cNvCxnSpPr>
                        <a:stCxn id="328" idx="4"/>
                        <a:endCxn id="334" idx="0"/>
                      </p:cNvCxnSpPr>
                      <p:nvPr/>
                    </p:nvCxnSpPr>
                    <p:spPr>
                      <a:xfrm>
                        <a:off x="8679773" y="766059"/>
                        <a:ext cx="569710" cy="117103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59" name="直接连接符 358">
                        <a:extLst>
                          <a:ext uri="{FF2B5EF4-FFF2-40B4-BE49-F238E27FC236}">
                            <a16:creationId xmlns:a16="http://schemas.microsoft.com/office/drawing/2014/main" id="{2B37C3FE-F29F-6235-6655-3F7EF984159F}"/>
                          </a:ext>
                        </a:extLst>
                      </p:cNvPr>
                      <p:cNvCxnSpPr>
                        <a:stCxn id="328" idx="4"/>
                        <a:endCxn id="335" idx="0"/>
                      </p:cNvCxnSpPr>
                      <p:nvPr/>
                    </p:nvCxnSpPr>
                    <p:spPr>
                      <a:xfrm>
                        <a:off x="8679773" y="766059"/>
                        <a:ext cx="857433" cy="125036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61" name="直接连接符 360">
                        <a:extLst>
                          <a:ext uri="{FF2B5EF4-FFF2-40B4-BE49-F238E27FC236}">
                            <a16:creationId xmlns:a16="http://schemas.microsoft.com/office/drawing/2014/main" id="{6DEF78A7-1931-C395-483A-52CB3AC856CF}"/>
                          </a:ext>
                        </a:extLst>
                      </p:cNvPr>
                      <p:cNvCxnSpPr>
                        <a:stCxn id="329" idx="4"/>
                        <a:endCxn id="332" idx="0"/>
                      </p:cNvCxnSpPr>
                      <p:nvPr/>
                    </p:nvCxnSpPr>
                    <p:spPr>
                      <a:xfrm flipH="1">
                        <a:off x="8679773" y="766059"/>
                        <a:ext cx="284855" cy="117103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63" name="直接连接符 362">
                        <a:extLst>
                          <a:ext uri="{FF2B5EF4-FFF2-40B4-BE49-F238E27FC236}">
                            <a16:creationId xmlns:a16="http://schemas.microsoft.com/office/drawing/2014/main" id="{040110D3-1A48-4ECE-A701-329B3BFC11E8}"/>
                          </a:ext>
                        </a:extLst>
                      </p:cNvPr>
                      <p:cNvCxnSpPr>
                        <a:stCxn id="329" idx="4"/>
                        <a:endCxn id="333" idx="0"/>
                      </p:cNvCxnSpPr>
                      <p:nvPr/>
                    </p:nvCxnSpPr>
                    <p:spPr>
                      <a:xfrm>
                        <a:off x="8964628" y="766059"/>
                        <a:ext cx="0" cy="117103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65" name="直接连接符 364">
                        <a:extLst>
                          <a:ext uri="{FF2B5EF4-FFF2-40B4-BE49-F238E27FC236}">
                            <a16:creationId xmlns:a16="http://schemas.microsoft.com/office/drawing/2014/main" id="{76E5A7C6-6193-2DEC-3A6C-9966AC2163FE}"/>
                          </a:ext>
                        </a:extLst>
                      </p:cNvPr>
                      <p:cNvCxnSpPr>
                        <a:stCxn id="329" idx="4"/>
                        <a:endCxn id="334" idx="0"/>
                      </p:cNvCxnSpPr>
                      <p:nvPr/>
                    </p:nvCxnSpPr>
                    <p:spPr>
                      <a:xfrm>
                        <a:off x="8964628" y="766059"/>
                        <a:ext cx="284855" cy="117103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67" name="直接连接符 366">
                        <a:extLst>
                          <a:ext uri="{FF2B5EF4-FFF2-40B4-BE49-F238E27FC236}">
                            <a16:creationId xmlns:a16="http://schemas.microsoft.com/office/drawing/2014/main" id="{0ED29D4D-CE71-C19D-84BC-845427F56933}"/>
                          </a:ext>
                        </a:extLst>
                      </p:cNvPr>
                      <p:cNvCxnSpPr>
                        <a:stCxn id="329" idx="4"/>
                        <a:endCxn id="335" idx="0"/>
                      </p:cNvCxnSpPr>
                      <p:nvPr/>
                    </p:nvCxnSpPr>
                    <p:spPr>
                      <a:xfrm>
                        <a:off x="8964628" y="766059"/>
                        <a:ext cx="572578" cy="125036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70" name="直接连接符 369">
                        <a:extLst>
                          <a:ext uri="{FF2B5EF4-FFF2-40B4-BE49-F238E27FC236}">
                            <a16:creationId xmlns:a16="http://schemas.microsoft.com/office/drawing/2014/main" id="{5A051C7E-6571-4514-1BB8-E7289342E939}"/>
                          </a:ext>
                        </a:extLst>
                      </p:cNvPr>
                      <p:cNvCxnSpPr>
                        <a:stCxn id="330" idx="4"/>
                        <a:endCxn id="332" idx="0"/>
                      </p:cNvCxnSpPr>
                      <p:nvPr/>
                    </p:nvCxnSpPr>
                    <p:spPr>
                      <a:xfrm flipH="1">
                        <a:off x="8679773" y="766059"/>
                        <a:ext cx="569710" cy="117103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72" name="直接连接符 371">
                        <a:extLst>
                          <a:ext uri="{FF2B5EF4-FFF2-40B4-BE49-F238E27FC236}">
                            <a16:creationId xmlns:a16="http://schemas.microsoft.com/office/drawing/2014/main" id="{35CF0BCA-B4FD-01CB-254F-B2EA7972D210}"/>
                          </a:ext>
                        </a:extLst>
                      </p:cNvPr>
                      <p:cNvCxnSpPr>
                        <a:stCxn id="330" idx="4"/>
                        <a:endCxn id="333" idx="0"/>
                      </p:cNvCxnSpPr>
                      <p:nvPr/>
                    </p:nvCxnSpPr>
                    <p:spPr>
                      <a:xfrm flipH="1">
                        <a:off x="8964628" y="766059"/>
                        <a:ext cx="284855" cy="117103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74" name="直接连接符 373">
                        <a:extLst>
                          <a:ext uri="{FF2B5EF4-FFF2-40B4-BE49-F238E27FC236}">
                            <a16:creationId xmlns:a16="http://schemas.microsoft.com/office/drawing/2014/main" id="{1342A248-56D2-85BB-3000-352C7D211AA9}"/>
                          </a:ext>
                        </a:extLst>
                      </p:cNvPr>
                      <p:cNvCxnSpPr>
                        <a:stCxn id="330" idx="4"/>
                        <a:endCxn id="334" idx="0"/>
                      </p:cNvCxnSpPr>
                      <p:nvPr/>
                    </p:nvCxnSpPr>
                    <p:spPr>
                      <a:xfrm>
                        <a:off x="9249483" y="766059"/>
                        <a:ext cx="0" cy="117103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76" name="直接连接符 375">
                        <a:extLst>
                          <a:ext uri="{FF2B5EF4-FFF2-40B4-BE49-F238E27FC236}">
                            <a16:creationId xmlns:a16="http://schemas.microsoft.com/office/drawing/2014/main" id="{2012196A-A62E-12B3-DED1-08EEA7D00FD1}"/>
                          </a:ext>
                        </a:extLst>
                      </p:cNvPr>
                      <p:cNvCxnSpPr>
                        <a:stCxn id="330" idx="4"/>
                        <a:endCxn id="335" idx="0"/>
                      </p:cNvCxnSpPr>
                      <p:nvPr/>
                    </p:nvCxnSpPr>
                    <p:spPr>
                      <a:xfrm>
                        <a:off x="9249483" y="766059"/>
                        <a:ext cx="287723" cy="125036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78" name="直接连接符 377">
                        <a:extLst>
                          <a:ext uri="{FF2B5EF4-FFF2-40B4-BE49-F238E27FC236}">
                            <a16:creationId xmlns:a16="http://schemas.microsoft.com/office/drawing/2014/main" id="{94D485B1-B4CF-3264-F42D-10D032D75F49}"/>
                          </a:ext>
                        </a:extLst>
                      </p:cNvPr>
                      <p:cNvCxnSpPr>
                        <a:stCxn id="331" idx="4"/>
                        <a:endCxn id="332" idx="0"/>
                      </p:cNvCxnSpPr>
                      <p:nvPr/>
                    </p:nvCxnSpPr>
                    <p:spPr>
                      <a:xfrm flipH="1">
                        <a:off x="8679773" y="773992"/>
                        <a:ext cx="857433" cy="109170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80" name="直接连接符 379">
                        <a:extLst>
                          <a:ext uri="{FF2B5EF4-FFF2-40B4-BE49-F238E27FC236}">
                            <a16:creationId xmlns:a16="http://schemas.microsoft.com/office/drawing/2014/main" id="{067E69C6-915F-6F3B-7694-3242533E5C17}"/>
                          </a:ext>
                        </a:extLst>
                      </p:cNvPr>
                      <p:cNvCxnSpPr>
                        <a:stCxn id="331" idx="4"/>
                        <a:endCxn id="333" idx="0"/>
                      </p:cNvCxnSpPr>
                      <p:nvPr/>
                    </p:nvCxnSpPr>
                    <p:spPr>
                      <a:xfrm flipH="1">
                        <a:off x="8964628" y="773992"/>
                        <a:ext cx="572578" cy="109170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82" name="直接连接符 381">
                        <a:extLst>
                          <a:ext uri="{FF2B5EF4-FFF2-40B4-BE49-F238E27FC236}">
                            <a16:creationId xmlns:a16="http://schemas.microsoft.com/office/drawing/2014/main" id="{8CFA902F-6579-4AE1-B8E8-1B486AA1C3D3}"/>
                          </a:ext>
                        </a:extLst>
                      </p:cNvPr>
                      <p:cNvCxnSpPr>
                        <a:stCxn id="331" idx="4"/>
                        <a:endCxn id="334" idx="0"/>
                      </p:cNvCxnSpPr>
                      <p:nvPr/>
                    </p:nvCxnSpPr>
                    <p:spPr>
                      <a:xfrm flipH="1">
                        <a:off x="9249483" y="773992"/>
                        <a:ext cx="287723" cy="109170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84" name="直接连接符 383">
                        <a:extLst>
                          <a:ext uri="{FF2B5EF4-FFF2-40B4-BE49-F238E27FC236}">
                            <a16:creationId xmlns:a16="http://schemas.microsoft.com/office/drawing/2014/main" id="{1CD1548D-4C08-AA93-658B-FEC551A2C94A}"/>
                          </a:ext>
                        </a:extLst>
                      </p:cNvPr>
                      <p:cNvCxnSpPr>
                        <a:stCxn id="331" idx="4"/>
                        <a:endCxn id="335" idx="0"/>
                      </p:cNvCxnSpPr>
                      <p:nvPr/>
                    </p:nvCxnSpPr>
                    <p:spPr>
                      <a:xfrm>
                        <a:off x="9537206" y="773992"/>
                        <a:ext cx="0" cy="117103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86" name="直接连接符 385">
                        <a:extLst>
                          <a:ext uri="{FF2B5EF4-FFF2-40B4-BE49-F238E27FC236}">
                            <a16:creationId xmlns:a16="http://schemas.microsoft.com/office/drawing/2014/main" id="{4F1B35A1-D0E9-5C2A-113E-E24B14342391}"/>
                          </a:ext>
                        </a:extLst>
                      </p:cNvPr>
                      <p:cNvCxnSpPr>
                        <a:stCxn id="332" idx="4"/>
                        <a:endCxn id="336" idx="0"/>
                      </p:cNvCxnSpPr>
                      <p:nvPr/>
                    </p:nvCxnSpPr>
                    <p:spPr>
                      <a:xfrm flipH="1">
                        <a:off x="8524170" y="1044666"/>
                        <a:ext cx="155603" cy="101668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88" name="直接连接符 387">
                        <a:extLst>
                          <a:ext uri="{FF2B5EF4-FFF2-40B4-BE49-F238E27FC236}">
                            <a16:creationId xmlns:a16="http://schemas.microsoft.com/office/drawing/2014/main" id="{399BF3E5-154B-6D1E-55F8-DB40F2A575D7}"/>
                          </a:ext>
                        </a:extLst>
                      </p:cNvPr>
                      <p:cNvCxnSpPr>
                        <a:stCxn id="332" idx="4"/>
                        <a:endCxn id="337" idx="0"/>
                      </p:cNvCxnSpPr>
                      <p:nvPr/>
                    </p:nvCxnSpPr>
                    <p:spPr>
                      <a:xfrm>
                        <a:off x="8679773" y="1044666"/>
                        <a:ext cx="129252" cy="101668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90" name="直接连接符 389">
                        <a:extLst>
                          <a:ext uri="{FF2B5EF4-FFF2-40B4-BE49-F238E27FC236}">
                            <a16:creationId xmlns:a16="http://schemas.microsoft.com/office/drawing/2014/main" id="{C869D27D-0CDA-A86A-EBF8-8365AF3C289F}"/>
                          </a:ext>
                        </a:extLst>
                      </p:cNvPr>
                      <p:cNvCxnSpPr>
                        <a:stCxn id="332" idx="4"/>
                        <a:endCxn id="338" idx="0"/>
                      </p:cNvCxnSpPr>
                      <p:nvPr/>
                    </p:nvCxnSpPr>
                    <p:spPr>
                      <a:xfrm>
                        <a:off x="8679773" y="1044666"/>
                        <a:ext cx="414107" cy="101668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92" name="直接连接符 391">
                        <a:extLst>
                          <a:ext uri="{FF2B5EF4-FFF2-40B4-BE49-F238E27FC236}">
                            <a16:creationId xmlns:a16="http://schemas.microsoft.com/office/drawing/2014/main" id="{7024ED87-9517-55B7-CCF8-F9D620E29157}"/>
                          </a:ext>
                        </a:extLst>
                      </p:cNvPr>
                      <p:cNvCxnSpPr>
                        <a:stCxn id="332" idx="4"/>
                        <a:endCxn id="339" idx="0"/>
                      </p:cNvCxnSpPr>
                      <p:nvPr/>
                    </p:nvCxnSpPr>
                    <p:spPr>
                      <a:xfrm>
                        <a:off x="8679773" y="1044666"/>
                        <a:ext cx="701830" cy="109601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94" name="直接连接符 393">
                        <a:extLst>
                          <a:ext uri="{FF2B5EF4-FFF2-40B4-BE49-F238E27FC236}">
                            <a16:creationId xmlns:a16="http://schemas.microsoft.com/office/drawing/2014/main" id="{FCBFC3CD-6E77-A0F0-6EC4-018FCFA9237F}"/>
                          </a:ext>
                        </a:extLst>
                      </p:cNvPr>
                      <p:cNvCxnSpPr>
                        <a:stCxn id="332" idx="4"/>
                        <a:endCxn id="340" idx="0"/>
                      </p:cNvCxnSpPr>
                      <p:nvPr/>
                    </p:nvCxnSpPr>
                    <p:spPr>
                      <a:xfrm>
                        <a:off x="8679773" y="1044666"/>
                        <a:ext cx="1007307" cy="117930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96" name="直接连接符 395">
                        <a:extLst>
                          <a:ext uri="{FF2B5EF4-FFF2-40B4-BE49-F238E27FC236}">
                            <a16:creationId xmlns:a16="http://schemas.microsoft.com/office/drawing/2014/main" id="{5975E0E8-AF2A-B283-E6CD-F2C8C07D2616}"/>
                          </a:ext>
                        </a:extLst>
                      </p:cNvPr>
                      <p:cNvCxnSpPr>
                        <a:stCxn id="333" idx="4"/>
                        <a:endCxn id="336" idx="0"/>
                      </p:cNvCxnSpPr>
                      <p:nvPr/>
                    </p:nvCxnSpPr>
                    <p:spPr>
                      <a:xfrm flipH="1">
                        <a:off x="8524170" y="1044666"/>
                        <a:ext cx="440458" cy="101668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98" name="直接连接符 397">
                        <a:extLst>
                          <a:ext uri="{FF2B5EF4-FFF2-40B4-BE49-F238E27FC236}">
                            <a16:creationId xmlns:a16="http://schemas.microsoft.com/office/drawing/2014/main" id="{59F02FF6-3050-017F-4D45-ADE5DFFB8546}"/>
                          </a:ext>
                        </a:extLst>
                      </p:cNvPr>
                      <p:cNvCxnSpPr>
                        <a:stCxn id="333" idx="4"/>
                        <a:endCxn id="337" idx="0"/>
                      </p:cNvCxnSpPr>
                      <p:nvPr/>
                    </p:nvCxnSpPr>
                    <p:spPr>
                      <a:xfrm flipH="1">
                        <a:off x="8809025" y="1044666"/>
                        <a:ext cx="155603" cy="101668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00" name="直接连接符 399">
                        <a:extLst>
                          <a:ext uri="{FF2B5EF4-FFF2-40B4-BE49-F238E27FC236}">
                            <a16:creationId xmlns:a16="http://schemas.microsoft.com/office/drawing/2014/main" id="{9BCEE58B-D3E8-9673-8482-7F1CA95D5D9B}"/>
                          </a:ext>
                        </a:extLst>
                      </p:cNvPr>
                      <p:cNvCxnSpPr>
                        <a:stCxn id="333" idx="4"/>
                        <a:endCxn id="338" idx="0"/>
                      </p:cNvCxnSpPr>
                      <p:nvPr/>
                    </p:nvCxnSpPr>
                    <p:spPr>
                      <a:xfrm>
                        <a:off x="8964628" y="1044666"/>
                        <a:ext cx="129252" cy="101668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02" name="直接连接符 401">
                        <a:extLst>
                          <a:ext uri="{FF2B5EF4-FFF2-40B4-BE49-F238E27FC236}">
                            <a16:creationId xmlns:a16="http://schemas.microsoft.com/office/drawing/2014/main" id="{C51A8722-8E12-7E2C-62D2-B485CD3BEB18}"/>
                          </a:ext>
                        </a:extLst>
                      </p:cNvPr>
                      <p:cNvCxnSpPr>
                        <a:stCxn id="333" idx="4"/>
                        <a:endCxn id="339" idx="0"/>
                      </p:cNvCxnSpPr>
                      <p:nvPr/>
                    </p:nvCxnSpPr>
                    <p:spPr>
                      <a:xfrm>
                        <a:off x="8964628" y="1044666"/>
                        <a:ext cx="416975" cy="109601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04" name="直接连接符 403">
                        <a:extLst>
                          <a:ext uri="{FF2B5EF4-FFF2-40B4-BE49-F238E27FC236}">
                            <a16:creationId xmlns:a16="http://schemas.microsoft.com/office/drawing/2014/main" id="{D0A12D47-1C46-AF22-87AD-FA987D90711C}"/>
                          </a:ext>
                        </a:extLst>
                      </p:cNvPr>
                      <p:cNvCxnSpPr>
                        <a:stCxn id="333" idx="4"/>
                        <a:endCxn id="340" idx="0"/>
                      </p:cNvCxnSpPr>
                      <p:nvPr/>
                    </p:nvCxnSpPr>
                    <p:spPr>
                      <a:xfrm>
                        <a:off x="8964628" y="1044666"/>
                        <a:ext cx="722452" cy="117930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06" name="直接连接符 405">
                        <a:extLst>
                          <a:ext uri="{FF2B5EF4-FFF2-40B4-BE49-F238E27FC236}">
                            <a16:creationId xmlns:a16="http://schemas.microsoft.com/office/drawing/2014/main" id="{883C64EB-13D4-8A87-788C-FE9588556950}"/>
                          </a:ext>
                        </a:extLst>
                      </p:cNvPr>
                      <p:cNvCxnSpPr>
                        <a:stCxn id="334" idx="4"/>
                        <a:endCxn id="336" idx="0"/>
                      </p:cNvCxnSpPr>
                      <p:nvPr/>
                    </p:nvCxnSpPr>
                    <p:spPr>
                      <a:xfrm flipH="1">
                        <a:off x="8524170" y="1044666"/>
                        <a:ext cx="725313" cy="101668"/>
                      </a:xfrm>
                      <a:prstGeom prst="line">
                        <a:avLst/>
                      </a:prstGeom>
                      <a:ln w="12700"/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08" name="直接连接符 407">
                        <a:extLst>
                          <a:ext uri="{FF2B5EF4-FFF2-40B4-BE49-F238E27FC236}">
                            <a16:creationId xmlns:a16="http://schemas.microsoft.com/office/drawing/2014/main" id="{2D333E13-A1B8-4232-6629-51FA980C5CA9}"/>
                          </a:ext>
                        </a:extLst>
                      </p:cNvPr>
                      <p:cNvCxnSpPr>
                        <a:stCxn id="334" idx="4"/>
                        <a:endCxn id="337" idx="0"/>
                      </p:cNvCxnSpPr>
                      <p:nvPr/>
                    </p:nvCxnSpPr>
                    <p:spPr>
                      <a:xfrm flipH="1">
                        <a:off x="8809025" y="1044666"/>
                        <a:ext cx="440458" cy="101668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10" name="直接连接符 409">
                        <a:extLst>
                          <a:ext uri="{FF2B5EF4-FFF2-40B4-BE49-F238E27FC236}">
                            <a16:creationId xmlns:a16="http://schemas.microsoft.com/office/drawing/2014/main" id="{555422AB-B005-DC29-36AB-BA5EEF2DF60F}"/>
                          </a:ext>
                        </a:extLst>
                      </p:cNvPr>
                      <p:cNvCxnSpPr>
                        <a:stCxn id="334" idx="4"/>
                        <a:endCxn id="338" idx="0"/>
                      </p:cNvCxnSpPr>
                      <p:nvPr/>
                    </p:nvCxnSpPr>
                    <p:spPr>
                      <a:xfrm flipH="1">
                        <a:off x="9093880" y="1044666"/>
                        <a:ext cx="155603" cy="101668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12" name="直接连接符 411">
                        <a:extLst>
                          <a:ext uri="{FF2B5EF4-FFF2-40B4-BE49-F238E27FC236}">
                            <a16:creationId xmlns:a16="http://schemas.microsoft.com/office/drawing/2014/main" id="{8E28374A-6418-7C8F-0CF5-91F3B0FC2E82}"/>
                          </a:ext>
                        </a:extLst>
                      </p:cNvPr>
                      <p:cNvCxnSpPr>
                        <a:stCxn id="334" idx="4"/>
                        <a:endCxn id="339" idx="0"/>
                      </p:cNvCxnSpPr>
                      <p:nvPr/>
                    </p:nvCxnSpPr>
                    <p:spPr>
                      <a:xfrm>
                        <a:off x="9249483" y="1044666"/>
                        <a:ext cx="132120" cy="109601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14" name="直接连接符 413">
                        <a:extLst>
                          <a:ext uri="{FF2B5EF4-FFF2-40B4-BE49-F238E27FC236}">
                            <a16:creationId xmlns:a16="http://schemas.microsoft.com/office/drawing/2014/main" id="{141A332E-18EF-9E16-49F4-351E6F815FCD}"/>
                          </a:ext>
                        </a:extLst>
                      </p:cNvPr>
                      <p:cNvCxnSpPr>
                        <a:stCxn id="334" idx="4"/>
                        <a:endCxn id="340" idx="0"/>
                      </p:cNvCxnSpPr>
                      <p:nvPr/>
                    </p:nvCxnSpPr>
                    <p:spPr>
                      <a:xfrm>
                        <a:off x="9249483" y="1044666"/>
                        <a:ext cx="437597" cy="117930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16" name="直接连接符 415">
                        <a:extLst>
                          <a:ext uri="{FF2B5EF4-FFF2-40B4-BE49-F238E27FC236}">
                            <a16:creationId xmlns:a16="http://schemas.microsoft.com/office/drawing/2014/main" id="{01F20D77-0809-061E-00A8-60F00EC77522}"/>
                          </a:ext>
                        </a:extLst>
                      </p:cNvPr>
                      <p:cNvCxnSpPr>
                        <a:stCxn id="335" idx="4"/>
                        <a:endCxn id="336" idx="0"/>
                      </p:cNvCxnSpPr>
                      <p:nvPr/>
                    </p:nvCxnSpPr>
                    <p:spPr>
                      <a:xfrm flipH="1">
                        <a:off x="8524170" y="1052599"/>
                        <a:ext cx="1013036" cy="93735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18" name="直接连接符 417">
                        <a:extLst>
                          <a:ext uri="{FF2B5EF4-FFF2-40B4-BE49-F238E27FC236}">
                            <a16:creationId xmlns:a16="http://schemas.microsoft.com/office/drawing/2014/main" id="{88829811-F262-98F6-B604-FBE587AB7194}"/>
                          </a:ext>
                        </a:extLst>
                      </p:cNvPr>
                      <p:cNvCxnSpPr>
                        <a:stCxn id="335" idx="4"/>
                        <a:endCxn id="337" idx="0"/>
                      </p:cNvCxnSpPr>
                      <p:nvPr/>
                    </p:nvCxnSpPr>
                    <p:spPr>
                      <a:xfrm flipH="1">
                        <a:off x="8809025" y="1052599"/>
                        <a:ext cx="728181" cy="93735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20" name="直接连接符 419">
                        <a:extLst>
                          <a:ext uri="{FF2B5EF4-FFF2-40B4-BE49-F238E27FC236}">
                            <a16:creationId xmlns:a16="http://schemas.microsoft.com/office/drawing/2014/main" id="{32DBCCCC-801D-89C0-41CD-EE4022FD1A77}"/>
                          </a:ext>
                        </a:extLst>
                      </p:cNvPr>
                      <p:cNvCxnSpPr>
                        <a:stCxn id="335" idx="4"/>
                        <a:endCxn id="338" idx="0"/>
                      </p:cNvCxnSpPr>
                      <p:nvPr/>
                    </p:nvCxnSpPr>
                    <p:spPr>
                      <a:xfrm flipH="1">
                        <a:off x="9093880" y="1052599"/>
                        <a:ext cx="443326" cy="93735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22" name="直接连接符 421">
                        <a:extLst>
                          <a:ext uri="{FF2B5EF4-FFF2-40B4-BE49-F238E27FC236}">
                            <a16:creationId xmlns:a16="http://schemas.microsoft.com/office/drawing/2014/main" id="{6479194D-61E4-B3CF-FFA6-7F9FE7DBB438}"/>
                          </a:ext>
                        </a:extLst>
                      </p:cNvPr>
                      <p:cNvCxnSpPr>
                        <a:stCxn id="335" idx="4"/>
                        <a:endCxn id="339" idx="0"/>
                      </p:cNvCxnSpPr>
                      <p:nvPr/>
                    </p:nvCxnSpPr>
                    <p:spPr>
                      <a:xfrm flipH="1">
                        <a:off x="9381603" y="1052599"/>
                        <a:ext cx="155603" cy="101668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24" name="直接连接符 423">
                        <a:extLst>
                          <a:ext uri="{FF2B5EF4-FFF2-40B4-BE49-F238E27FC236}">
                            <a16:creationId xmlns:a16="http://schemas.microsoft.com/office/drawing/2014/main" id="{CB103B59-052E-AA05-EFB8-E2F092ED9B2C}"/>
                          </a:ext>
                        </a:extLst>
                      </p:cNvPr>
                      <p:cNvCxnSpPr>
                        <a:stCxn id="335" idx="4"/>
                        <a:endCxn id="340" idx="0"/>
                      </p:cNvCxnSpPr>
                      <p:nvPr/>
                    </p:nvCxnSpPr>
                    <p:spPr>
                      <a:xfrm>
                        <a:off x="9537206" y="1052599"/>
                        <a:ext cx="149874" cy="109997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26" name="直接连接符 425">
                        <a:extLst>
                          <a:ext uri="{FF2B5EF4-FFF2-40B4-BE49-F238E27FC236}">
                            <a16:creationId xmlns:a16="http://schemas.microsoft.com/office/drawing/2014/main" id="{46AFD5C0-959C-091A-FBBF-4360FF4124B6}"/>
                          </a:ext>
                        </a:extLst>
                      </p:cNvPr>
                      <p:cNvCxnSpPr>
                        <a:stCxn id="336" idx="4"/>
                        <a:endCxn id="341" idx="0"/>
                      </p:cNvCxnSpPr>
                      <p:nvPr/>
                    </p:nvCxnSpPr>
                    <p:spPr>
                      <a:xfrm>
                        <a:off x="8524170" y="1307838"/>
                        <a:ext cx="278954" cy="130432"/>
                      </a:xfrm>
                      <a:prstGeom prst="line">
                        <a:avLst/>
                      </a:prstGeom>
                      <a:ln w="12700"/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28" name="直接连接符 427">
                        <a:extLst>
                          <a:ext uri="{FF2B5EF4-FFF2-40B4-BE49-F238E27FC236}">
                            <a16:creationId xmlns:a16="http://schemas.microsoft.com/office/drawing/2014/main" id="{A844B9B4-DE31-0406-6131-318F14255C76}"/>
                          </a:ext>
                        </a:extLst>
                      </p:cNvPr>
                      <p:cNvCxnSpPr>
                        <a:stCxn id="336" idx="4"/>
                        <a:endCxn id="342" idx="0"/>
                      </p:cNvCxnSpPr>
                      <p:nvPr/>
                    </p:nvCxnSpPr>
                    <p:spPr>
                      <a:xfrm>
                        <a:off x="8524170" y="1307838"/>
                        <a:ext cx="569710" cy="130432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30" name="直接连接符 429">
                        <a:extLst>
                          <a:ext uri="{FF2B5EF4-FFF2-40B4-BE49-F238E27FC236}">
                            <a16:creationId xmlns:a16="http://schemas.microsoft.com/office/drawing/2014/main" id="{228624BC-ED80-A26C-F772-FC1FAB27E189}"/>
                          </a:ext>
                        </a:extLst>
                      </p:cNvPr>
                      <p:cNvCxnSpPr>
                        <a:stCxn id="336" idx="4"/>
                        <a:endCxn id="343" idx="0"/>
                      </p:cNvCxnSpPr>
                      <p:nvPr/>
                    </p:nvCxnSpPr>
                    <p:spPr>
                      <a:xfrm>
                        <a:off x="8524170" y="1307838"/>
                        <a:ext cx="884302" cy="162050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32" name="直接连接符 431">
                        <a:extLst>
                          <a:ext uri="{FF2B5EF4-FFF2-40B4-BE49-F238E27FC236}">
                            <a16:creationId xmlns:a16="http://schemas.microsoft.com/office/drawing/2014/main" id="{9EDA394D-E430-1C44-0EDB-4BD4A6073826}"/>
                          </a:ext>
                        </a:extLst>
                      </p:cNvPr>
                      <p:cNvCxnSpPr>
                        <a:stCxn id="337" idx="4"/>
                        <a:endCxn id="341" idx="0"/>
                      </p:cNvCxnSpPr>
                      <p:nvPr/>
                    </p:nvCxnSpPr>
                    <p:spPr>
                      <a:xfrm flipH="1">
                        <a:off x="8803124" y="1307838"/>
                        <a:ext cx="5901" cy="130432"/>
                      </a:xfrm>
                      <a:prstGeom prst="line">
                        <a:avLst/>
                      </a:prstGeom>
                      <a:ln w="12700"/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34" name="直接连接符 433">
                        <a:extLst>
                          <a:ext uri="{FF2B5EF4-FFF2-40B4-BE49-F238E27FC236}">
                            <a16:creationId xmlns:a16="http://schemas.microsoft.com/office/drawing/2014/main" id="{BD82EAEB-5ECD-D1F1-DB01-3DFAA7BFE172}"/>
                          </a:ext>
                        </a:extLst>
                      </p:cNvPr>
                      <p:cNvCxnSpPr>
                        <a:stCxn id="337" idx="4"/>
                        <a:endCxn id="342" idx="0"/>
                      </p:cNvCxnSpPr>
                      <p:nvPr/>
                    </p:nvCxnSpPr>
                    <p:spPr>
                      <a:xfrm>
                        <a:off x="8809025" y="1307838"/>
                        <a:ext cx="284855" cy="130432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36" name="直接连接符 435">
                        <a:extLst>
                          <a:ext uri="{FF2B5EF4-FFF2-40B4-BE49-F238E27FC236}">
                            <a16:creationId xmlns:a16="http://schemas.microsoft.com/office/drawing/2014/main" id="{68E10F40-BEF8-4F23-DDB1-F8B8B36DC18A}"/>
                          </a:ext>
                        </a:extLst>
                      </p:cNvPr>
                      <p:cNvCxnSpPr>
                        <a:stCxn id="337" idx="4"/>
                        <a:endCxn id="343" idx="0"/>
                      </p:cNvCxnSpPr>
                      <p:nvPr/>
                    </p:nvCxnSpPr>
                    <p:spPr>
                      <a:xfrm>
                        <a:off x="8809025" y="1307838"/>
                        <a:ext cx="599447" cy="162050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38" name="直接连接符 437">
                        <a:extLst>
                          <a:ext uri="{FF2B5EF4-FFF2-40B4-BE49-F238E27FC236}">
                            <a16:creationId xmlns:a16="http://schemas.microsoft.com/office/drawing/2014/main" id="{BE86722C-4745-0927-A363-4482CD644D90}"/>
                          </a:ext>
                        </a:extLst>
                      </p:cNvPr>
                      <p:cNvCxnSpPr>
                        <a:stCxn id="338" idx="4"/>
                        <a:endCxn id="341" idx="0"/>
                      </p:cNvCxnSpPr>
                      <p:nvPr/>
                    </p:nvCxnSpPr>
                    <p:spPr>
                      <a:xfrm flipH="1">
                        <a:off x="8803124" y="1307838"/>
                        <a:ext cx="290756" cy="130432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40" name="直接连接符 439">
                        <a:extLst>
                          <a:ext uri="{FF2B5EF4-FFF2-40B4-BE49-F238E27FC236}">
                            <a16:creationId xmlns:a16="http://schemas.microsoft.com/office/drawing/2014/main" id="{011CC875-E2AB-29DC-562A-D483C090E600}"/>
                          </a:ext>
                        </a:extLst>
                      </p:cNvPr>
                      <p:cNvCxnSpPr>
                        <a:stCxn id="338" idx="4"/>
                        <a:endCxn id="342" idx="0"/>
                      </p:cNvCxnSpPr>
                      <p:nvPr/>
                    </p:nvCxnSpPr>
                    <p:spPr>
                      <a:xfrm>
                        <a:off x="9093880" y="1307838"/>
                        <a:ext cx="0" cy="130432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42" name="直接连接符 441">
                        <a:extLst>
                          <a:ext uri="{FF2B5EF4-FFF2-40B4-BE49-F238E27FC236}">
                            <a16:creationId xmlns:a16="http://schemas.microsoft.com/office/drawing/2014/main" id="{36E2D64D-082F-FBDB-9202-90FFBDF6AC1E}"/>
                          </a:ext>
                        </a:extLst>
                      </p:cNvPr>
                      <p:cNvCxnSpPr>
                        <a:stCxn id="338" idx="4"/>
                        <a:endCxn id="343" idx="0"/>
                      </p:cNvCxnSpPr>
                      <p:nvPr/>
                    </p:nvCxnSpPr>
                    <p:spPr>
                      <a:xfrm>
                        <a:off x="9093880" y="1307838"/>
                        <a:ext cx="314592" cy="162050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44" name="直接连接符 443">
                        <a:extLst>
                          <a:ext uri="{FF2B5EF4-FFF2-40B4-BE49-F238E27FC236}">
                            <a16:creationId xmlns:a16="http://schemas.microsoft.com/office/drawing/2014/main" id="{1C11E076-1886-7894-AB24-2071341F6D50}"/>
                          </a:ext>
                        </a:extLst>
                      </p:cNvPr>
                      <p:cNvCxnSpPr>
                        <a:stCxn id="339" idx="4"/>
                        <a:endCxn id="342" idx="0"/>
                      </p:cNvCxnSpPr>
                      <p:nvPr/>
                    </p:nvCxnSpPr>
                    <p:spPr>
                      <a:xfrm flipH="1">
                        <a:off x="9093880" y="1315771"/>
                        <a:ext cx="287723" cy="122499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46" name="直接连接符 445">
                        <a:extLst>
                          <a:ext uri="{FF2B5EF4-FFF2-40B4-BE49-F238E27FC236}">
                            <a16:creationId xmlns:a16="http://schemas.microsoft.com/office/drawing/2014/main" id="{AA0C6513-E1E7-6BF3-6AA3-3D0214DFDBA2}"/>
                          </a:ext>
                        </a:extLst>
                      </p:cNvPr>
                      <p:cNvCxnSpPr>
                        <a:stCxn id="339" idx="4"/>
                        <a:endCxn id="343" idx="0"/>
                      </p:cNvCxnSpPr>
                      <p:nvPr/>
                    </p:nvCxnSpPr>
                    <p:spPr>
                      <a:xfrm>
                        <a:off x="9381603" y="1315771"/>
                        <a:ext cx="26869" cy="154117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48" name="直接连接符 447">
                        <a:extLst>
                          <a:ext uri="{FF2B5EF4-FFF2-40B4-BE49-F238E27FC236}">
                            <a16:creationId xmlns:a16="http://schemas.microsoft.com/office/drawing/2014/main" id="{9F582792-6CE6-7F98-C43B-9C329166ED96}"/>
                          </a:ext>
                        </a:extLst>
                      </p:cNvPr>
                      <p:cNvCxnSpPr>
                        <a:stCxn id="339" idx="4"/>
                        <a:endCxn id="341" idx="0"/>
                      </p:cNvCxnSpPr>
                      <p:nvPr/>
                    </p:nvCxnSpPr>
                    <p:spPr>
                      <a:xfrm flipH="1">
                        <a:off x="8803124" y="1315771"/>
                        <a:ext cx="578479" cy="122499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50" name="直接连接符 449">
                        <a:extLst>
                          <a:ext uri="{FF2B5EF4-FFF2-40B4-BE49-F238E27FC236}">
                            <a16:creationId xmlns:a16="http://schemas.microsoft.com/office/drawing/2014/main" id="{4D8CB658-B206-5C82-847C-E780B2ED465B}"/>
                          </a:ext>
                        </a:extLst>
                      </p:cNvPr>
                      <p:cNvCxnSpPr>
                        <a:stCxn id="340" idx="4"/>
                        <a:endCxn id="341" idx="0"/>
                      </p:cNvCxnSpPr>
                      <p:nvPr/>
                    </p:nvCxnSpPr>
                    <p:spPr>
                      <a:xfrm flipH="1">
                        <a:off x="8803124" y="1324100"/>
                        <a:ext cx="883956" cy="114170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52" name="直接连接符 451">
                        <a:extLst>
                          <a:ext uri="{FF2B5EF4-FFF2-40B4-BE49-F238E27FC236}">
                            <a16:creationId xmlns:a16="http://schemas.microsoft.com/office/drawing/2014/main" id="{41DF1941-02E0-002D-D7B8-0CC1DBD3B832}"/>
                          </a:ext>
                        </a:extLst>
                      </p:cNvPr>
                      <p:cNvCxnSpPr>
                        <a:stCxn id="340" idx="4"/>
                        <a:endCxn id="342" idx="0"/>
                      </p:cNvCxnSpPr>
                      <p:nvPr/>
                    </p:nvCxnSpPr>
                    <p:spPr>
                      <a:xfrm flipH="1">
                        <a:off x="9093880" y="1324100"/>
                        <a:ext cx="593200" cy="114170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54" name="直接连接符 453">
                        <a:extLst>
                          <a:ext uri="{FF2B5EF4-FFF2-40B4-BE49-F238E27FC236}">
                            <a16:creationId xmlns:a16="http://schemas.microsoft.com/office/drawing/2014/main" id="{E9B3F8D8-2F08-6CD8-E373-5FF26A69239A}"/>
                          </a:ext>
                        </a:extLst>
                      </p:cNvPr>
                      <p:cNvCxnSpPr>
                        <a:stCxn id="340" idx="4"/>
                        <a:endCxn id="343" idx="0"/>
                      </p:cNvCxnSpPr>
                      <p:nvPr/>
                    </p:nvCxnSpPr>
                    <p:spPr>
                      <a:xfrm flipH="1">
                        <a:off x="9408472" y="1324100"/>
                        <a:ext cx="278608" cy="145788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56" name="直接连接符 455">
                        <a:extLst>
                          <a:ext uri="{FF2B5EF4-FFF2-40B4-BE49-F238E27FC236}">
                            <a16:creationId xmlns:a16="http://schemas.microsoft.com/office/drawing/2014/main" id="{1EF31B29-21CB-9730-D353-968BA9957E7B}"/>
                          </a:ext>
                        </a:extLst>
                      </p:cNvPr>
                      <p:cNvCxnSpPr>
                        <a:stCxn id="341" idx="4"/>
                        <a:endCxn id="344" idx="0"/>
                      </p:cNvCxnSpPr>
                      <p:nvPr/>
                    </p:nvCxnSpPr>
                    <p:spPr>
                      <a:xfrm>
                        <a:off x="8803124" y="1599774"/>
                        <a:ext cx="290756" cy="119312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58" name="直接连接符 457">
                        <a:extLst>
                          <a:ext uri="{FF2B5EF4-FFF2-40B4-BE49-F238E27FC236}">
                            <a16:creationId xmlns:a16="http://schemas.microsoft.com/office/drawing/2014/main" id="{1EE8D856-A132-1797-FAC2-45F1F7172C6E}"/>
                          </a:ext>
                        </a:extLst>
                      </p:cNvPr>
                      <p:cNvCxnSpPr>
                        <a:stCxn id="342" idx="4"/>
                        <a:endCxn id="344" idx="0"/>
                      </p:cNvCxnSpPr>
                      <p:nvPr/>
                    </p:nvCxnSpPr>
                    <p:spPr>
                      <a:xfrm>
                        <a:off x="9093880" y="1599774"/>
                        <a:ext cx="0" cy="119312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60" name="直接连接符 459">
                        <a:extLst>
                          <a:ext uri="{FF2B5EF4-FFF2-40B4-BE49-F238E27FC236}">
                            <a16:creationId xmlns:a16="http://schemas.microsoft.com/office/drawing/2014/main" id="{D2E64181-0275-2224-ABEB-CF7EED16A16B}"/>
                          </a:ext>
                        </a:extLst>
                      </p:cNvPr>
                      <p:cNvCxnSpPr>
                        <a:stCxn id="343" idx="4"/>
                        <a:endCxn id="344" idx="0"/>
                      </p:cNvCxnSpPr>
                      <p:nvPr/>
                    </p:nvCxnSpPr>
                    <p:spPr>
                      <a:xfrm flipH="1">
                        <a:off x="9093880" y="1631392"/>
                        <a:ext cx="314592" cy="8769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462" name="矩形 461">
                      <a:extLst>
                        <a:ext uri="{FF2B5EF4-FFF2-40B4-BE49-F238E27FC236}">
                          <a16:creationId xmlns:a16="http://schemas.microsoft.com/office/drawing/2014/main" id="{43ADE898-A0A1-E49D-18E1-887CCB0336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15932" y="2888779"/>
                      <a:ext cx="483089" cy="274327"/>
                    </a:xfrm>
                    <a:prstGeom prst="rect">
                      <a:avLst/>
                    </a:prstGeom>
                    <a:noFill/>
                    <a:ln w="19050">
                      <a:solidFill>
                        <a:srgbClr val="FF0000"/>
                      </a:solidFill>
                      <a:prstDash val="sysDash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63" name="矩形 462">
                      <a:extLst>
                        <a:ext uri="{FF2B5EF4-FFF2-40B4-BE49-F238E27FC236}">
                          <a16:creationId xmlns:a16="http://schemas.microsoft.com/office/drawing/2014/main" id="{C0580E4C-4811-5954-BACF-DFF3B695DB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75329" y="631105"/>
                      <a:ext cx="1659221" cy="1881684"/>
                    </a:xfrm>
                    <a:prstGeom prst="rect">
                      <a:avLst/>
                    </a:prstGeom>
                    <a:noFill/>
                    <a:ln w="19050">
                      <a:solidFill>
                        <a:srgbClr val="FF0000"/>
                      </a:solidFill>
                      <a:prstDash val="sysDash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464" name="直接箭头连接符 463">
                      <a:extLst>
                        <a:ext uri="{FF2B5EF4-FFF2-40B4-BE49-F238E27FC236}">
                          <a16:creationId xmlns:a16="http://schemas.microsoft.com/office/drawing/2014/main" id="{F88B2C42-60F1-70BC-441D-C8325DC0645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8075329" y="2512789"/>
                      <a:ext cx="31226" cy="378877"/>
                    </a:xfrm>
                    <a:prstGeom prst="straightConnector1">
                      <a:avLst/>
                    </a:prstGeom>
                    <a:ln w="19050">
                      <a:solidFill>
                        <a:srgbClr val="FF0000"/>
                      </a:solidFill>
                      <a:prstDash val="sysDash"/>
                      <a:tailEnd type="triangle"/>
                    </a:ln>
                  </p:spPr>
                  <p:style>
                    <a:lnRef idx="1">
                      <a:schemeClr val="accent2"/>
                    </a:lnRef>
                    <a:fillRef idx="0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67" name="直接箭头连接符 466">
                      <a:extLst>
                        <a:ext uri="{FF2B5EF4-FFF2-40B4-BE49-F238E27FC236}">
                          <a16:creationId xmlns:a16="http://schemas.microsoft.com/office/drawing/2014/main" id="{5E0C1FD2-8716-0A2C-16AA-6B3FA4E739B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8608398" y="2512789"/>
                      <a:ext cx="1126152" cy="390957"/>
                    </a:xfrm>
                    <a:prstGeom prst="straightConnector1">
                      <a:avLst/>
                    </a:prstGeom>
                    <a:ln w="19050">
                      <a:solidFill>
                        <a:srgbClr val="FF0000"/>
                      </a:solidFill>
                      <a:prstDash val="sysDash"/>
                      <a:tailEnd type="triangle"/>
                    </a:ln>
                  </p:spPr>
                  <p:style>
                    <a:lnRef idx="1">
                      <a:schemeClr val="accent2"/>
                    </a:lnRef>
                    <a:fillRef idx="0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470" name="文本框 469">
                      <a:extLst>
                        <a:ext uri="{FF2B5EF4-FFF2-40B4-BE49-F238E27FC236}">
                          <a16:creationId xmlns:a16="http://schemas.microsoft.com/office/drawing/2014/main" id="{17F7FE08-429F-482C-B176-6777403B063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537651" y="554144"/>
                      <a:ext cx="784770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</a:t>
                      </a:r>
                      <a:endParaRPr lang="zh-CN" alt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cxnSp>
                  <p:nvCxnSpPr>
                    <p:cNvPr id="473" name="直接箭头连接符 472">
                      <a:extLst>
                        <a:ext uri="{FF2B5EF4-FFF2-40B4-BE49-F238E27FC236}">
                          <a16:creationId xmlns:a16="http://schemas.microsoft.com/office/drawing/2014/main" id="{3DBF5518-3436-6A75-4A61-9552C9A8584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817199" y="823023"/>
                      <a:ext cx="0" cy="152761"/>
                    </a:xfrm>
                    <a:prstGeom prst="straightConnector1">
                      <a:avLst/>
                    </a:prstGeom>
                    <a:solidFill>
                      <a:srgbClr val="339933"/>
                    </a:solidFill>
                    <a:ln w="19050">
                      <a:solidFill>
                        <a:srgbClr val="339933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78" name="直接箭头连接符 477">
                      <a:extLst>
                        <a:ext uri="{FF2B5EF4-FFF2-40B4-BE49-F238E27FC236}">
                          <a16:creationId xmlns:a16="http://schemas.microsoft.com/office/drawing/2014/main" id="{E3C22190-F019-8CEB-F7E3-BBCE3030C11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793916" y="2234113"/>
                      <a:ext cx="0" cy="121737"/>
                    </a:xfrm>
                    <a:prstGeom prst="straightConnector1">
                      <a:avLst/>
                    </a:prstGeom>
                    <a:solidFill>
                      <a:srgbClr val="339933"/>
                    </a:solidFill>
                    <a:ln w="19050">
                      <a:solidFill>
                        <a:srgbClr val="339933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480" name="文本框 479">
                      <a:extLst>
                        <a:ext uri="{FF2B5EF4-FFF2-40B4-BE49-F238E27FC236}">
                          <a16:creationId xmlns:a16="http://schemas.microsoft.com/office/drawing/2014/main" id="{CF917235-F4FB-85CB-E68C-72C1F2910DD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199649" y="2211335"/>
                      <a:ext cx="1386657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Acceleration</a:t>
                      </a:r>
                      <a:endParaRPr lang="zh-CN" altLang="en-US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485" name="文本框 484">
                      <a:extLst>
                        <a:ext uri="{FF2B5EF4-FFF2-40B4-BE49-F238E27FC236}">
                          <a16:creationId xmlns:a16="http://schemas.microsoft.com/office/drawing/2014/main" id="{0F99D1E8-8056-C86E-6B0E-613B03F161DA}"/>
                        </a:ext>
                      </a:extLst>
                    </p:cNvPr>
                    <p:cNvSpPr txBox="1"/>
                    <p:nvPr/>
                  </p:nvSpPr>
                  <p:spPr>
                    <a:xfrm rot="10800000">
                      <a:off x="9373375" y="951928"/>
                      <a:ext cx="430887" cy="1363834"/>
                    </a:xfrm>
                    <a:prstGeom prst="rect">
                      <a:avLst/>
                    </a:prstGeom>
                    <a:noFill/>
                  </p:spPr>
                  <p:txBody>
                    <a:bodyPr vert="eaVert" wrap="square" rtlCol="0">
                      <a:spAutoFit/>
                    </a:bodyPr>
                    <a:lstStyle/>
                    <a:p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Action network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486" name="矩形 485">
                      <a:extLst>
                        <a:ext uri="{FF2B5EF4-FFF2-40B4-BE49-F238E27FC236}">
                          <a16:creationId xmlns:a16="http://schemas.microsoft.com/office/drawing/2014/main" id="{CBAF87A0-C5C4-EBBE-4210-214B2FCE7A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42330" y="908987"/>
                      <a:ext cx="1345337" cy="1368600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accent2">
                          <a:lumMod val="75000"/>
                        </a:schemeClr>
                      </a:solidFill>
                      <a:prstDash val="sysDash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</p:grpSp>
          </p:grpSp>
          <p:cxnSp>
            <p:nvCxnSpPr>
              <p:cNvPr id="113" name="直接连接符 112">
                <a:extLst>
                  <a:ext uri="{FF2B5EF4-FFF2-40B4-BE49-F238E27FC236}">
                    <a16:creationId xmlns:a16="http://schemas.microsoft.com/office/drawing/2014/main" id="{A223B5F0-987A-F4E8-13A0-A6D1697780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43270" y="4240672"/>
                <a:ext cx="0" cy="2575914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0" name="组合 259">
              <a:extLst>
                <a:ext uri="{FF2B5EF4-FFF2-40B4-BE49-F238E27FC236}">
                  <a16:creationId xmlns:a16="http://schemas.microsoft.com/office/drawing/2014/main" id="{32A42083-C64D-2ACD-61A8-A43FFCDC1A4E}"/>
                </a:ext>
              </a:extLst>
            </p:cNvPr>
            <p:cNvGrpSpPr/>
            <p:nvPr/>
          </p:nvGrpSpPr>
          <p:grpSpPr>
            <a:xfrm rot="5400000">
              <a:off x="5770073" y="6093046"/>
              <a:ext cx="579609" cy="167903"/>
              <a:chOff x="1680623" y="4593851"/>
              <a:chExt cx="579609" cy="167903"/>
            </a:xfrm>
          </p:grpSpPr>
          <p:sp>
            <p:nvSpPr>
              <p:cNvPr id="261" name="矩形 260">
                <a:extLst>
                  <a:ext uri="{FF2B5EF4-FFF2-40B4-BE49-F238E27FC236}">
                    <a16:creationId xmlns:a16="http://schemas.microsoft.com/office/drawing/2014/main" id="{838ABD69-B368-64B4-83A1-DCDA93AA76E4}"/>
                  </a:ext>
                </a:extLst>
              </p:cNvPr>
              <p:cNvSpPr/>
              <p:nvPr/>
            </p:nvSpPr>
            <p:spPr>
              <a:xfrm>
                <a:off x="1680623" y="4593851"/>
                <a:ext cx="399728" cy="167903"/>
              </a:xfrm>
              <a:prstGeom prst="rect">
                <a:avLst/>
              </a:prstGeom>
              <a:ln>
                <a:solidFill>
                  <a:srgbClr val="4472C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262" name="直接箭头连接符 261">
                <a:extLst>
                  <a:ext uri="{FF2B5EF4-FFF2-40B4-BE49-F238E27FC236}">
                    <a16:creationId xmlns:a16="http://schemas.microsoft.com/office/drawing/2014/main" id="{ACD2B0E2-7652-BE4D-C121-70D24623B9D0}"/>
                  </a:ext>
                </a:extLst>
              </p:cNvPr>
              <p:cNvCxnSpPr>
                <a:stCxn id="261" idx="3"/>
              </p:cNvCxnSpPr>
              <p:nvPr/>
            </p:nvCxnSpPr>
            <p:spPr>
              <a:xfrm flipV="1">
                <a:off x="2080351" y="4677802"/>
                <a:ext cx="179881" cy="1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3" name="组合 262">
              <a:extLst>
                <a:ext uri="{FF2B5EF4-FFF2-40B4-BE49-F238E27FC236}">
                  <a16:creationId xmlns:a16="http://schemas.microsoft.com/office/drawing/2014/main" id="{19202708-3347-B2C4-1274-B2D7931B8D13}"/>
                </a:ext>
              </a:extLst>
            </p:cNvPr>
            <p:cNvGrpSpPr/>
            <p:nvPr/>
          </p:nvGrpSpPr>
          <p:grpSpPr>
            <a:xfrm rot="16200000">
              <a:off x="6062661" y="6045614"/>
              <a:ext cx="579609" cy="167903"/>
              <a:chOff x="1680623" y="4530363"/>
              <a:chExt cx="579609" cy="167903"/>
            </a:xfrm>
          </p:grpSpPr>
          <p:sp>
            <p:nvSpPr>
              <p:cNvPr id="264" name="矩形 263">
                <a:extLst>
                  <a:ext uri="{FF2B5EF4-FFF2-40B4-BE49-F238E27FC236}">
                    <a16:creationId xmlns:a16="http://schemas.microsoft.com/office/drawing/2014/main" id="{10D10B67-9D58-E206-E547-69AA84FE4FF7}"/>
                  </a:ext>
                </a:extLst>
              </p:cNvPr>
              <p:cNvSpPr/>
              <p:nvPr/>
            </p:nvSpPr>
            <p:spPr>
              <a:xfrm>
                <a:off x="1680623" y="4530363"/>
                <a:ext cx="399728" cy="167903"/>
              </a:xfrm>
              <a:prstGeom prst="rect">
                <a:avLst/>
              </a:prstGeom>
              <a:ln>
                <a:solidFill>
                  <a:srgbClr val="4472C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265" name="直接箭头连接符 264">
                <a:extLst>
                  <a:ext uri="{FF2B5EF4-FFF2-40B4-BE49-F238E27FC236}">
                    <a16:creationId xmlns:a16="http://schemas.microsoft.com/office/drawing/2014/main" id="{5EFF1B29-E98C-F3CB-6154-FBD8750376EB}"/>
                  </a:ext>
                </a:extLst>
              </p:cNvPr>
              <p:cNvCxnSpPr>
                <a:stCxn id="264" idx="3"/>
              </p:cNvCxnSpPr>
              <p:nvPr/>
            </p:nvCxnSpPr>
            <p:spPr>
              <a:xfrm flipV="1">
                <a:off x="2080351" y="4614302"/>
                <a:ext cx="179881" cy="1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1DA12211-422F-D832-276E-C3CE33912856}"/>
              </a:ext>
            </a:extLst>
          </p:cNvPr>
          <p:cNvSpPr txBox="1"/>
          <p:nvPr/>
        </p:nvSpPr>
        <p:spPr>
          <a:xfrm>
            <a:off x="3298316" y="5041168"/>
            <a:ext cx="16050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left-turn vehicle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ED054A2-E379-CE62-0049-5743D6329E2E}"/>
              </a:ext>
            </a:extLst>
          </p:cNvPr>
          <p:cNvSpPr/>
          <p:nvPr/>
        </p:nvSpPr>
        <p:spPr>
          <a:xfrm>
            <a:off x="2904892" y="5126402"/>
            <a:ext cx="399728" cy="167903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2BCB785-D04B-7BF2-773B-4F61676AF577}"/>
              </a:ext>
            </a:extLst>
          </p:cNvPr>
          <p:cNvSpPr/>
          <p:nvPr/>
        </p:nvSpPr>
        <p:spPr>
          <a:xfrm>
            <a:off x="5975926" y="3287921"/>
            <a:ext cx="112504" cy="11250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523B9C8-AB57-EBF7-49DD-52876BE2F59C}"/>
              </a:ext>
            </a:extLst>
          </p:cNvPr>
          <p:cNvSpPr/>
          <p:nvPr/>
        </p:nvSpPr>
        <p:spPr>
          <a:xfrm>
            <a:off x="6158983" y="3717319"/>
            <a:ext cx="112504" cy="11250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237B36D8-583C-44A0-C222-2469C64CF506}"/>
              </a:ext>
            </a:extLst>
          </p:cNvPr>
          <p:cNvSpPr/>
          <p:nvPr/>
        </p:nvSpPr>
        <p:spPr>
          <a:xfrm>
            <a:off x="5805900" y="3406775"/>
            <a:ext cx="112504" cy="11250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256A3D29-7F3F-E16D-6AD4-29821AE3E1CF}"/>
              </a:ext>
            </a:extLst>
          </p:cNvPr>
          <p:cNvSpPr/>
          <p:nvPr/>
        </p:nvSpPr>
        <p:spPr>
          <a:xfrm>
            <a:off x="6301200" y="3278396"/>
            <a:ext cx="112504" cy="11250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2A5816F1-DEF8-6E6E-3459-EA9566174C9D}"/>
              </a:ext>
            </a:extLst>
          </p:cNvPr>
          <p:cNvSpPr/>
          <p:nvPr/>
        </p:nvSpPr>
        <p:spPr>
          <a:xfrm>
            <a:off x="6459950" y="3395871"/>
            <a:ext cx="112504" cy="11250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4C41D367-F902-3149-FCDC-4C7F8FAE76CD}"/>
              </a:ext>
            </a:extLst>
          </p:cNvPr>
          <p:cNvSpPr/>
          <p:nvPr/>
        </p:nvSpPr>
        <p:spPr>
          <a:xfrm>
            <a:off x="6307550" y="3526046"/>
            <a:ext cx="112504" cy="11250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A2C3028C-EECC-5DBA-F83D-AF9426F70D78}"/>
              </a:ext>
            </a:extLst>
          </p:cNvPr>
          <p:cNvSpPr/>
          <p:nvPr/>
        </p:nvSpPr>
        <p:spPr>
          <a:xfrm>
            <a:off x="5977350" y="3535571"/>
            <a:ext cx="112504" cy="11250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82C8D39F-6611-6EFF-4C05-C56C7DD6C5BB}"/>
              </a:ext>
            </a:extLst>
          </p:cNvPr>
          <p:cNvSpPr/>
          <p:nvPr/>
        </p:nvSpPr>
        <p:spPr>
          <a:xfrm>
            <a:off x="3048504" y="5480397"/>
            <a:ext cx="112504" cy="11250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5178CF66-8459-5B8A-2405-F2601F5373A4}"/>
              </a:ext>
            </a:extLst>
          </p:cNvPr>
          <p:cNvSpPr/>
          <p:nvPr/>
        </p:nvSpPr>
        <p:spPr>
          <a:xfrm>
            <a:off x="3458677" y="2048292"/>
            <a:ext cx="112504" cy="11250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9812A3B7-75EE-B55F-76E2-F49ED831F46C}"/>
              </a:ext>
            </a:extLst>
          </p:cNvPr>
          <p:cNvSpPr/>
          <p:nvPr/>
        </p:nvSpPr>
        <p:spPr>
          <a:xfrm>
            <a:off x="3988350" y="2048292"/>
            <a:ext cx="112504" cy="11250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EDCBF0D9-6783-EABD-CDBF-78638B8CA08C}"/>
              </a:ext>
            </a:extLst>
          </p:cNvPr>
          <p:cNvSpPr/>
          <p:nvPr/>
        </p:nvSpPr>
        <p:spPr>
          <a:xfrm>
            <a:off x="3723209" y="1760580"/>
            <a:ext cx="112504" cy="11250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3555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EFF59-83FD-4864-7A19-3202345A5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6" name="组合 2305">
            <a:extLst>
              <a:ext uri="{FF2B5EF4-FFF2-40B4-BE49-F238E27FC236}">
                <a16:creationId xmlns:a16="http://schemas.microsoft.com/office/drawing/2014/main" id="{3ADF3A1D-ECEA-2A36-5F56-E3A9CE810F43}"/>
              </a:ext>
            </a:extLst>
          </p:cNvPr>
          <p:cNvGrpSpPr/>
          <p:nvPr/>
        </p:nvGrpSpPr>
        <p:grpSpPr>
          <a:xfrm>
            <a:off x="360231" y="-261627"/>
            <a:ext cx="2429959" cy="2463384"/>
            <a:chOff x="353881" y="-261628"/>
            <a:chExt cx="3268162" cy="3112433"/>
          </a:xfrm>
        </p:grpSpPr>
        <p:sp>
          <p:nvSpPr>
            <p:cNvPr id="2154" name="弧形 2153">
              <a:extLst>
                <a:ext uri="{FF2B5EF4-FFF2-40B4-BE49-F238E27FC236}">
                  <a16:creationId xmlns:a16="http://schemas.microsoft.com/office/drawing/2014/main" id="{AA29E47B-C81D-B2FF-0481-69C58A2EE9D6}"/>
                </a:ext>
              </a:extLst>
            </p:cNvPr>
            <p:cNvSpPr/>
            <p:nvPr/>
          </p:nvSpPr>
          <p:spPr>
            <a:xfrm rot="11194386">
              <a:off x="1067475" y="-206467"/>
              <a:ext cx="913054" cy="1051198"/>
            </a:xfrm>
            <a:prstGeom prst="arc">
              <a:avLst>
                <a:gd name="adj1" fmla="val 16200000"/>
                <a:gd name="adj2" fmla="val 43223"/>
              </a:avLst>
            </a:prstGeom>
            <a:ln w="19050">
              <a:solidFill>
                <a:schemeClr val="tx1"/>
              </a:solidFill>
              <a:prstDash val="sys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grpSp>
          <p:nvGrpSpPr>
            <p:cNvPr id="2305" name="组合 2304">
              <a:extLst>
                <a:ext uri="{FF2B5EF4-FFF2-40B4-BE49-F238E27FC236}">
                  <a16:creationId xmlns:a16="http://schemas.microsoft.com/office/drawing/2014/main" id="{344EC05E-3CD5-6548-1897-B9EC41440379}"/>
                </a:ext>
              </a:extLst>
            </p:cNvPr>
            <p:cNvGrpSpPr/>
            <p:nvPr/>
          </p:nvGrpSpPr>
          <p:grpSpPr>
            <a:xfrm>
              <a:off x="353881" y="-261628"/>
              <a:ext cx="3268162" cy="3112433"/>
              <a:chOff x="353881" y="-261628"/>
              <a:chExt cx="3268162" cy="3112433"/>
            </a:xfrm>
          </p:grpSpPr>
          <p:sp>
            <p:nvSpPr>
              <p:cNvPr id="2153" name="弧形 2152">
                <a:extLst>
                  <a:ext uri="{FF2B5EF4-FFF2-40B4-BE49-F238E27FC236}">
                    <a16:creationId xmlns:a16="http://schemas.microsoft.com/office/drawing/2014/main" id="{7D1E2ED9-3591-A5D0-DD86-6A10EA2EFFAB}"/>
                  </a:ext>
                </a:extLst>
              </p:cNvPr>
              <p:cNvSpPr/>
              <p:nvPr/>
            </p:nvSpPr>
            <p:spPr>
              <a:xfrm rot="5400000">
                <a:off x="269171" y="-176918"/>
                <a:ext cx="1114814" cy="945394"/>
              </a:xfrm>
              <a:prstGeom prst="arc">
                <a:avLst>
                  <a:gd name="adj1" fmla="val 16200000"/>
                  <a:gd name="adj2" fmla="val 294151"/>
                </a:avLst>
              </a:prstGeom>
              <a:ln w="19050">
                <a:solidFill>
                  <a:schemeClr val="tx1"/>
                </a:solidFill>
                <a:prstDash val="sysDash"/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2304" name="组合 2303">
                <a:extLst>
                  <a:ext uri="{FF2B5EF4-FFF2-40B4-BE49-F238E27FC236}">
                    <a16:creationId xmlns:a16="http://schemas.microsoft.com/office/drawing/2014/main" id="{538A1048-850B-E50B-418F-54BA7B05168A}"/>
                  </a:ext>
                </a:extLst>
              </p:cNvPr>
              <p:cNvGrpSpPr/>
              <p:nvPr/>
            </p:nvGrpSpPr>
            <p:grpSpPr>
              <a:xfrm>
                <a:off x="433505" y="96712"/>
                <a:ext cx="3188538" cy="2754093"/>
                <a:chOff x="433505" y="96712"/>
                <a:chExt cx="3188538" cy="2754093"/>
              </a:xfrm>
            </p:grpSpPr>
            <p:sp>
              <p:nvSpPr>
                <p:cNvPr id="2051" name="矩形 2050">
                  <a:extLst>
                    <a:ext uri="{FF2B5EF4-FFF2-40B4-BE49-F238E27FC236}">
                      <a16:creationId xmlns:a16="http://schemas.microsoft.com/office/drawing/2014/main" id="{B2EB309C-F12D-6061-9564-D42C5F5E6A75}"/>
                    </a:ext>
                  </a:extLst>
                </p:cNvPr>
                <p:cNvSpPr/>
                <p:nvPr/>
              </p:nvSpPr>
              <p:spPr>
                <a:xfrm>
                  <a:off x="1835054" y="1709801"/>
                  <a:ext cx="411585" cy="980966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2053" name="直接连接符 2052">
                  <a:extLst>
                    <a:ext uri="{FF2B5EF4-FFF2-40B4-BE49-F238E27FC236}">
                      <a16:creationId xmlns:a16="http://schemas.microsoft.com/office/drawing/2014/main" id="{6CB9ACE2-9A70-CB6E-7EF1-353D09E1D7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16310" y="1709801"/>
                  <a:ext cx="0" cy="1138330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4" name="直接连接符 2053">
                  <a:extLst>
                    <a:ext uri="{FF2B5EF4-FFF2-40B4-BE49-F238E27FC236}">
                      <a16:creationId xmlns:a16="http://schemas.microsoft.com/office/drawing/2014/main" id="{1E1AE106-739A-9C6A-4D49-6E5C8698D5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29465" y="1712475"/>
                  <a:ext cx="0" cy="1138330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56" name="缺角矩形 2055">
                  <a:extLst>
                    <a:ext uri="{FF2B5EF4-FFF2-40B4-BE49-F238E27FC236}">
                      <a16:creationId xmlns:a16="http://schemas.microsoft.com/office/drawing/2014/main" id="{DBD3D05B-F761-0D01-B3B0-8A0DA7AC1B54}"/>
                    </a:ext>
                  </a:extLst>
                </p:cNvPr>
                <p:cNvSpPr/>
                <p:nvPr/>
              </p:nvSpPr>
              <p:spPr>
                <a:xfrm>
                  <a:off x="1723894" y="976547"/>
                  <a:ext cx="608909" cy="725044"/>
                </a:xfrm>
                <a:prstGeom prst="plaque">
                  <a:avLst/>
                </a:prstGeom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057" name="矩形 2056">
                  <a:extLst>
                    <a:ext uri="{FF2B5EF4-FFF2-40B4-BE49-F238E27FC236}">
                      <a16:creationId xmlns:a16="http://schemas.microsoft.com/office/drawing/2014/main" id="{0A9BC6E9-2A15-B3F9-91BD-D86DDBF5CF13}"/>
                    </a:ext>
                  </a:extLst>
                </p:cNvPr>
                <p:cNvSpPr/>
                <p:nvPr/>
              </p:nvSpPr>
              <p:spPr>
                <a:xfrm>
                  <a:off x="1822039" y="154232"/>
                  <a:ext cx="411585" cy="824706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58" name="矩形 2057">
                  <a:extLst>
                    <a:ext uri="{FF2B5EF4-FFF2-40B4-BE49-F238E27FC236}">
                      <a16:creationId xmlns:a16="http://schemas.microsoft.com/office/drawing/2014/main" id="{F02A5D89-9E20-71E8-29D9-1A7D0CD6A258}"/>
                    </a:ext>
                  </a:extLst>
                </p:cNvPr>
                <p:cNvSpPr/>
                <p:nvPr/>
              </p:nvSpPr>
              <p:spPr>
                <a:xfrm>
                  <a:off x="582229" y="1098912"/>
                  <a:ext cx="1141091" cy="482657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2059" name="直接连接符 2058">
                  <a:extLst>
                    <a:ext uri="{FF2B5EF4-FFF2-40B4-BE49-F238E27FC236}">
                      <a16:creationId xmlns:a16="http://schemas.microsoft.com/office/drawing/2014/main" id="{8CDF04BD-BB7D-2762-1921-839F9FE530B1}"/>
                    </a:ext>
                  </a:extLst>
                </p:cNvPr>
                <p:cNvCxnSpPr>
                  <a:cxnSpLocks/>
                  <a:stCxn id="2057" idx="0"/>
                </p:cNvCxnSpPr>
                <p:nvPr/>
              </p:nvCxnSpPr>
              <p:spPr>
                <a:xfrm>
                  <a:off x="2027832" y="154232"/>
                  <a:ext cx="0" cy="824705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0" name="直接连接符 2059">
                  <a:extLst>
                    <a:ext uri="{FF2B5EF4-FFF2-40B4-BE49-F238E27FC236}">
                      <a16:creationId xmlns:a16="http://schemas.microsoft.com/office/drawing/2014/main" id="{CF6A1780-D6E6-8CA4-E3B9-C4E4C33751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23232" y="154232"/>
                  <a:ext cx="0" cy="824705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1" name="直接连接符 2060">
                  <a:extLst>
                    <a:ext uri="{FF2B5EF4-FFF2-40B4-BE49-F238E27FC236}">
                      <a16:creationId xmlns:a16="http://schemas.microsoft.com/office/drawing/2014/main" id="{3702B23C-CA74-56EE-7B2B-EB40BC2682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27779" y="113059"/>
                  <a:ext cx="0" cy="865877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2" name="直接连接符 2061">
                  <a:extLst>
                    <a:ext uri="{FF2B5EF4-FFF2-40B4-BE49-F238E27FC236}">
                      <a16:creationId xmlns:a16="http://schemas.microsoft.com/office/drawing/2014/main" id="{B0A3ED2A-241B-C619-AFF2-6153674F3D6B}"/>
                    </a:ext>
                  </a:extLst>
                </p:cNvPr>
                <p:cNvCxnSpPr/>
                <p:nvPr/>
              </p:nvCxnSpPr>
              <p:spPr>
                <a:xfrm>
                  <a:off x="433505" y="1219116"/>
                  <a:ext cx="1289814" cy="0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3" name="直接连接符 2062">
                  <a:extLst>
                    <a:ext uri="{FF2B5EF4-FFF2-40B4-BE49-F238E27FC236}">
                      <a16:creationId xmlns:a16="http://schemas.microsoft.com/office/drawing/2014/main" id="{E50446FA-77F3-7EFC-2FDE-128D97137B0D}"/>
                    </a:ext>
                  </a:extLst>
                </p:cNvPr>
                <p:cNvCxnSpPr/>
                <p:nvPr/>
              </p:nvCxnSpPr>
              <p:spPr>
                <a:xfrm>
                  <a:off x="433505" y="1452072"/>
                  <a:ext cx="1289814" cy="0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4" name="直接连接符 2063">
                  <a:extLst>
                    <a:ext uri="{FF2B5EF4-FFF2-40B4-BE49-F238E27FC236}">
                      <a16:creationId xmlns:a16="http://schemas.microsoft.com/office/drawing/2014/main" id="{68B89A12-35C4-8E54-8B8A-DD911E830A9D}"/>
                    </a:ext>
                  </a:extLst>
                </p:cNvPr>
                <p:cNvCxnSpPr/>
                <p:nvPr/>
              </p:nvCxnSpPr>
              <p:spPr>
                <a:xfrm>
                  <a:off x="2332229" y="1221462"/>
                  <a:ext cx="1289814" cy="0"/>
                </a:xfrm>
                <a:prstGeom prst="line">
                  <a:avLst/>
                </a:prstGeom>
                <a:ln w="1905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65" name="矩形 2064">
                  <a:extLst>
                    <a:ext uri="{FF2B5EF4-FFF2-40B4-BE49-F238E27FC236}">
                      <a16:creationId xmlns:a16="http://schemas.microsoft.com/office/drawing/2014/main" id="{291B0E4C-9BA2-83AB-CFB7-C15108B4212F}"/>
                    </a:ext>
                  </a:extLst>
                </p:cNvPr>
                <p:cNvSpPr/>
                <p:nvPr/>
              </p:nvSpPr>
              <p:spPr>
                <a:xfrm>
                  <a:off x="2332229" y="1100782"/>
                  <a:ext cx="1127509" cy="482657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2066" name="直接连接符 2065">
                  <a:extLst>
                    <a:ext uri="{FF2B5EF4-FFF2-40B4-BE49-F238E27FC236}">
                      <a16:creationId xmlns:a16="http://schemas.microsoft.com/office/drawing/2014/main" id="{52B1B889-1D69-2457-19AB-FABE2A6195C3}"/>
                    </a:ext>
                  </a:extLst>
                </p:cNvPr>
                <p:cNvCxnSpPr/>
                <p:nvPr/>
              </p:nvCxnSpPr>
              <p:spPr>
                <a:xfrm>
                  <a:off x="2332228" y="1219116"/>
                  <a:ext cx="1289814" cy="0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7" name="直接连接符 2066">
                  <a:extLst>
                    <a:ext uri="{FF2B5EF4-FFF2-40B4-BE49-F238E27FC236}">
                      <a16:creationId xmlns:a16="http://schemas.microsoft.com/office/drawing/2014/main" id="{4CE5953F-C1CA-38E9-E5A9-ED821E447749}"/>
                    </a:ext>
                  </a:extLst>
                </p:cNvPr>
                <p:cNvCxnSpPr/>
                <p:nvPr/>
              </p:nvCxnSpPr>
              <p:spPr>
                <a:xfrm>
                  <a:off x="2332228" y="1455400"/>
                  <a:ext cx="1289814" cy="0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68" name="弧形 2067">
                  <a:extLst>
                    <a:ext uri="{FF2B5EF4-FFF2-40B4-BE49-F238E27FC236}">
                      <a16:creationId xmlns:a16="http://schemas.microsoft.com/office/drawing/2014/main" id="{DD5B14A0-5473-5378-95FE-67DFB328AF83}"/>
                    </a:ext>
                  </a:extLst>
                </p:cNvPr>
                <p:cNvSpPr/>
                <p:nvPr/>
              </p:nvSpPr>
              <p:spPr>
                <a:xfrm rot="10800000">
                  <a:off x="2126632" y="782004"/>
                  <a:ext cx="404211" cy="438103"/>
                </a:xfrm>
                <a:prstGeom prst="arc">
                  <a:avLst>
                    <a:gd name="adj1" fmla="val 16111941"/>
                    <a:gd name="adj2" fmla="val 356658"/>
                  </a:avLst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69" name="弧形 2068">
                  <a:extLst>
                    <a:ext uri="{FF2B5EF4-FFF2-40B4-BE49-F238E27FC236}">
                      <a16:creationId xmlns:a16="http://schemas.microsoft.com/office/drawing/2014/main" id="{6F7E53C1-EDD9-6961-8756-6F247D96C225}"/>
                    </a:ext>
                  </a:extLst>
                </p:cNvPr>
                <p:cNvSpPr/>
                <p:nvPr/>
              </p:nvSpPr>
              <p:spPr>
                <a:xfrm rot="5400000">
                  <a:off x="1496869" y="795262"/>
                  <a:ext cx="493531" cy="358815"/>
                </a:xfrm>
                <a:prstGeom prst="arc">
                  <a:avLst>
                    <a:gd name="adj1" fmla="val 16200000"/>
                    <a:gd name="adj2" fmla="val 356658"/>
                  </a:avLst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70" name="弧形 2069">
                  <a:extLst>
                    <a:ext uri="{FF2B5EF4-FFF2-40B4-BE49-F238E27FC236}">
                      <a16:creationId xmlns:a16="http://schemas.microsoft.com/office/drawing/2014/main" id="{87DE4ACD-C8AB-7174-DB6F-0EFEF46ECE85}"/>
                    </a:ext>
                  </a:extLst>
                </p:cNvPr>
                <p:cNvSpPr/>
                <p:nvPr/>
              </p:nvSpPr>
              <p:spPr>
                <a:xfrm>
                  <a:off x="1523330" y="1452774"/>
                  <a:ext cx="391265" cy="438103"/>
                </a:xfrm>
                <a:prstGeom prst="arc">
                  <a:avLst>
                    <a:gd name="adj1" fmla="val 16200000"/>
                    <a:gd name="adj2" fmla="val 528039"/>
                  </a:avLst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71" name="弧形 2070">
                  <a:extLst>
                    <a:ext uri="{FF2B5EF4-FFF2-40B4-BE49-F238E27FC236}">
                      <a16:creationId xmlns:a16="http://schemas.microsoft.com/office/drawing/2014/main" id="{B5628E16-3047-A567-C05D-F532454E612C}"/>
                    </a:ext>
                  </a:extLst>
                </p:cNvPr>
                <p:cNvSpPr/>
                <p:nvPr/>
              </p:nvSpPr>
              <p:spPr>
                <a:xfrm rot="16200000">
                  <a:off x="2059182" y="1519522"/>
                  <a:ext cx="493713" cy="358815"/>
                </a:xfrm>
                <a:prstGeom prst="arc">
                  <a:avLst>
                    <a:gd name="adj1" fmla="val 16200000"/>
                    <a:gd name="adj2" fmla="val 528039"/>
                  </a:avLst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2072" name="直接连接符 2071">
                  <a:extLst>
                    <a:ext uri="{FF2B5EF4-FFF2-40B4-BE49-F238E27FC236}">
                      <a16:creationId xmlns:a16="http://schemas.microsoft.com/office/drawing/2014/main" id="{177B8484-E635-7C3F-D252-44073D4EB638}"/>
                    </a:ext>
                  </a:extLst>
                </p:cNvPr>
                <p:cNvCxnSpPr>
                  <a:cxnSpLocks/>
                  <a:stCxn id="2058" idx="1"/>
                  <a:endCxn id="2058" idx="3"/>
                </p:cNvCxnSpPr>
                <p:nvPr/>
              </p:nvCxnSpPr>
              <p:spPr>
                <a:xfrm>
                  <a:off x="582229" y="1340240"/>
                  <a:ext cx="1141091" cy="0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73" name="直接箭头连接符 2072">
                  <a:extLst>
                    <a:ext uri="{FF2B5EF4-FFF2-40B4-BE49-F238E27FC236}">
                      <a16:creationId xmlns:a16="http://schemas.microsoft.com/office/drawing/2014/main" id="{04D64FAE-01BE-2374-939B-159DE1A57EED}"/>
                    </a:ext>
                  </a:extLst>
                </p:cNvPr>
                <p:cNvCxnSpPr/>
                <p:nvPr/>
              </p:nvCxnSpPr>
              <p:spPr>
                <a:xfrm>
                  <a:off x="866697" y="1407588"/>
                  <a:ext cx="303374" cy="0"/>
                </a:xfrm>
                <a:prstGeom prst="straightConnector1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74" name="直接箭头连接符 2073">
                  <a:extLst>
                    <a:ext uri="{FF2B5EF4-FFF2-40B4-BE49-F238E27FC236}">
                      <a16:creationId xmlns:a16="http://schemas.microsoft.com/office/drawing/2014/main" id="{77956753-ED59-7EBF-D19E-566C9398D0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50101" y="1279628"/>
                  <a:ext cx="217745" cy="0"/>
                </a:xfrm>
                <a:prstGeom prst="straightConnector1">
                  <a:avLst/>
                </a:prstGeom>
                <a:ln w="9525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75" name="直接箭头连接符 2074">
                  <a:extLst>
                    <a:ext uri="{FF2B5EF4-FFF2-40B4-BE49-F238E27FC236}">
                      <a16:creationId xmlns:a16="http://schemas.microsoft.com/office/drawing/2014/main" id="{9CE1B8E0-5007-ADC4-2F38-0B771AACA8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880403" y="1279628"/>
                  <a:ext cx="264652" cy="0"/>
                </a:xfrm>
                <a:prstGeom prst="straightConnector1">
                  <a:avLst/>
                </a:prstGeom>
                <a:ln w="9525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76" name="直接箭头连接符 2075">
                  <a:extLst>
                    <a:ext uri="{FF2B5EF4-FFF2-40B4-BE49-F238E27FC236}">
                      <a16:creationId xmlns:a16="http://schemas.microsoft.com/office/drawing/2014/main" id="{0CE64524-9DD5-F253-38ED-B47A548FAD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80403" y="1415897"/>
                  <a:ext cx="299760" cy="0"/>
                </a:xfrm>
                <a:prstGeom prst="straightConnector1">
                  <a:avLst/>
                </a:prstGeom>
                <a:ln w="9525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77" name="直接箭头连接符 2076">
                  <a:extLst>
                    <a:ext uri="{FF2B5EF4-FFF2-40B4-BE49-F238E27FC236}">
                      <a16:creationId xmlns:a16="http://schemas.microsoft.com/office/drawing/2014/main" id="{AE0B763B-B098-FC27-C072-310824E4DA4A}"/>
                    </a:ext>
                  </a:extLst>
                </p:cNvPr>
                <p:cNvCxnSpPr/>
                <p:nvPr/>
              </p:nvCxnSpPr>
              <p:spPr>
                <a:xfrm flipV="1">
                  <a:off x="1969773" y="2092288"/>
                  <a:ext cx="0" cy="305871"/>
                </a:xfrm>
                <a:prstGeom prst="straightConnector1">
                  <a:avLst/>
                </a:prstGeom>
                <a:ln w="9525">
                  <a:solidFill>
                    <a:schemeClr val="bg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78" name="直接箭头连接符 2077">
                  <a:extLst>
                    <a:ext uri="{FF2B5EF4-FFF2-40B4-BE49-F238E27FC236}">
                      <a16:creationId xmlns:a16="http://schemas.microsoft.com/office/drawing/2014/main" id="{B577E9FC-4D84-7304-B9A7-7180F9ED28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83257" y="2096358"/>
                  <a:ext cx="0" cy="330190"/>
                </a:xfrm>
                <a:prstGeom prst="straightConnector1">
                  <a:avLst/>
                </a:prstGeom>
                <a:ln w="9525">
                  <a:solidFill>
                    <a:schemeClr val="bg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79" name="直接箭头连接符 2078">
                  <a:extLst>
                    <a:ext uri="{FF2B5EF4-FFF2-40B4-BE49-F238E27FC236}">
                      <a16:creationId xmlns:a16="http://schemas.microsoft.com/office/drawing/2014/main" id="{BB80D350-F53E-927D-EC96-D7E833D7B6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970641" y="279378"/>
                  <a:ext cx="0" cy="333420"/>
                </a:xfrm>
                <a:prstGeom prst="straightConnector1">
                  <a:avLst/>
                </a:prstGeom>
                <a:ln w="9525">
                  <a:solidFill>
                    <a:schemeClr val="bg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0" name="直接箭头连接符 2079">
                  <a:extLst>
                    <a:ext uri="{FF2B5EF4-FFF2-40B4-BE49-F238E27FC236}">
                      <a16:creationId xmlns:a16="http://schemas.microsoft.com/office/drawing/2014/main" id="{FE765272-5F41-CD0D-FEFD-9163D4381B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87088" y="289294"/>
                  <a:ext cx="0" cy="323505"/>
                </a:xfrm>
                <a:prstGeom prst="straightConnector1">
                  <a:avLst/>
                </a:prstGeom>
                <a:ln w="19050">
                  <a:solidFill>
                    <a:schemeClr val="bg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81" name="弧形 2080">
                  <a:extLst>
                    <a:ext uri="{FF2B5EF4-FFF2-40B4-BE49-F238E27FC236}">
                      <a16:creationId xmlns:a16="http://schemas.microsoft.com/office/drawing/2014/main" id="{8BA7F9A4-6AD1-AB3E-40ED-2EE02E87A761}"/>
                    </a:ext>
                  </a:extLst>
                </p:cNvPr>
                <p:cNvSpPr/>
                <p:nvPr/>
              </p:nvSpPr>
              <p:spPr>
                <a:xfrm rot="5400000">
                  <a:off x="1446307" y="741945"/>
                  <a:ext cx="493531" cy="358815"/>
                </a:xfrm>
                <a:prstGeom prst="arc">
                  <a:avLst>
                    <a:gd name="adj1" fmla="val 15809528"/>
                    <a:gd name="adj2" fmla="val 720446"/>
                  </a:avLst>
                </a:prstGeom>
                <a:ln w="9525">
                  <a:solidFill>
                    <a:schemeClr val="bg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82" name="弧形 2081">
                  <a:extLst>
                    <a:ext uri="{FF2B5EF4-FFF2-40B4-BE49-F238E27FC236}">
                      <a16:creationId xmlns:a16="http://schemas.microsoft.com/office/drawing/2014/main" id="{AA33C021-FE7F-A760-A733-2ACF7A3F13E9}"/>
                    </a:ext>
                  </a:extLst>
                </p:cNvPr>
                <p:cNvSpPr/>
                <p:nvPr/>
              </p:nvSpPr>
              <p:spPr>
                <a:xfrm rot="10800000">
                  <a:off x="2179554" y="732353"/>
                  <a:ext cx="404211" cy="438103"/>
                </a:xfrm>
                <a:prstGeom prst="arc">
                  <a:avLst>
                    <a:gd name="adj1" fmla="val 15809528"/>
                    <a:gd name="adj2" fmla="val 720446"/>
                  </a:avLst>
                </a:prstGeom>
                <a:ln w="9525">
                  <a:solidFill>
                    <a:schemeClr val="bg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83" name="弧形 2082">
                  <a:extLst>
                    <a:ext uri="{FF2B5EF4-FFF2-40B4-BE49-F238E27FC236}">
                      <a16:creationId xmlns:a16="http://schemas.microsoft.com/office/drawing/2014/main" id="{7F98D095-FA06-2C18-D2E4-39BAC7002439}"/>
                    </a:ext>
                  </a:extLst>
                </p:cNvPr>
                <p:cNvSpPr/>
                <p:nvPr/>
              </p:nvSpPr>
              <p:spPr>
                <a:xfrm>
                  <a:off x="1477358" y="1508806"/>
                  <a:ext cx="391265" cy="438103"/>
                </a:xfrm>
                <a:prstGeom prst="arc">
                  <a:avLst>
                    <a:gd name="adj1" fmla="val 16200000"/>
                    <a:gd name="adj2" fmla="val 528039"/>
                  </a:avLst>
                </a:prstGeom>
                <a:ln w="9525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84" name="弧形 2083">
                  <a:extLst>
                    <a:ext uri="{FF2B5EF4-FFF2-40B4-BE49-F238E27FC236}">
                      <a16:creationId xmlns:a16="http://schemas.microsoft.com/office/drawing/2014/main" id="{C96A8F46-8AA7-138F-8E4F-658884058DB4}"/>
                    </a:ext>
                  </a:extLst>
                </p:cNvPr>
                <p:cNvSpPr/>
                <p:nvPr/>
              </p:nvSpPr>
              <p:spPr>
                <a:xfrm rot="16200000">
                  <a:off x="2114341" y="1586869"/>
                  <a:ext cx="493713" cy="358815"/>
                </a:xfrm>
                <a:prstGeom prst="arc">
                  <a:avLst>
                    <a:gd name="adj1" fmla="val 16200000"/>
                    <a:gd name="adj2" fmla="val 528039"/>
                  </a:avLst>
                </a:prstGeom>
                <a:ln w="9525">
                  <a:solidFill>
                    <a:schemeClr val="bg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2085" name="直接连接符 2084">
                  <a:extLst>
                    <a:ext uri="{FF2B5EF4-FFF2-40B4-BE49-F238E27FC236}">
                      <a16:creationId xmlns:a16="http://schemas.microsoft.com/office/drawing/2014/main" id="{7B44429B-5EA2-1C84-E009-1BF3CCB48F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32228" y="1339069"/>
                  <a:ext cx="1289814" cy="0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089" name="组合 2088">
                  <a:extLst>
                    <a:ext uri="{FF2B5EF4-FFF2-40B4-BE49-F238E27FC236}">
                      <a16:creationId xmlns:a16="http://schemas.microsoft.com/office/drawing/2014/main" id="{6BF46F5F-64D7-6A06-67A7-11EB5D2C8BEA}"/>
                    </a:ext>
                  </a:extLst>
                </p:cNvPr>
                <p:cNvGrpSpPr/>
                <p:nvPr/>
              </p:nvGrpSpPr>
              <p:grpSpPr>
                <a:xfrm>
                  <a:off x="674474" y="1362902"/>
                  <a:ext cx="252481" cy="74199"/>
                  <a:chOff x="1680623" y="4593851"/>
                  <a:chExt cx="697592" cy="167903"/>
                </a:xfrm>
              </p:grpSpPr>
              <p:sp>
                <p:nvSpPr>
                  <p:cNvPr id="2302" name="矩形 2301">
                    <a:extLst>
                      <a:ext uri="{FF2B5EF4-FFF2-40B4-BE49-F238E27FC236}">
                        <a16:creationId xmlns:a16="http://schemas.microsoft.com/office/drawing/2014/main" id="{73E372F5-182C-BFEB-6FC5-CBA359CC2F4C}"/>
                      </a:ext>
                    </a:extLst>
                  </p:cNvPr>
                  <p:cNvSpPr/>
                  <p:nvPr/>
                </p:nvSpPr>
                <p:spPr>
                  <a:xfrm>
                    <a:off x="1680623" y="4593851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2303" name="直接箭头连接符 2302">
                    <a:extLst>
                      <a:ext uri="{FF2B5EF4-FFF2-40B4-BE49-F238E27FC236}">
                        <a16:creationId xmlns:a16="http://schemas.microsoft.com/office/drawing/2014/main" id="{981BAF61-7944-48D9-B33A-512EF366F21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198334" y="4671750"/>
                    <a:ext cx="179881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090" name="组合 2089">
                  <a:extLst>
                    <a:ext uri="{FF2B5EF4-FFF2-40B4-BE49-F238E27FC236}">
                      <a16:creationId xmlns:a16="http://schemas.microsoft.com/office/drawing/2014/main" id="{3691255C-0A43-79B5-A5C9-8FAFAE81EFA4}"/>
                    </a:ext>
                  </a:extLst>
                </p:cNvPr>
                <p:cNvGrpSpPr/>
                <p:nvPr/>
              </p:nvGrpSpPr>
              <p:grpSpPr>
                <a:xfrm>
                  <a:off x="1338503" y="1374765"/>
                  <a:ext cx="252482" cy="74199"/>
                  <a:chOff x="1706391" y="4867729"/>
                  <a:chExt cx="697596" cy="167903"/>
                </a:xfrm>
              </p:grpSpPr>
              <p:sp>
                <p:nvSpPr>
                  <p:cNvPr id="2300" name="矩形 2299">
                    <a:extLst>
                      <a:ext uri="{FF2B5EF4-FFF2-40B4-BE49-F238E27FC236}">
                        <a16:creationId xmlns:a16="http://schemas.microsoft.com/office/drawing/2014/main" id="{D86633D7-CF10-0569-F23B-F8EE20E4A995}"/>
                      </a:ext>
                    </a:extLst>
                  </p:cNvPr>
                  <p:cNvSpPr/>
                  <p:nvPr/>
                </p:nvSpPr>
                <p:spPr>
                  <a:xfrm>
                    <a:off x="1706391" y="4867729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2301" name="直接箭头连接符 2300">
                    <a:extLst>
                      <a:ext uri="{FF2B5EF4-FFF2-40B4-BE49-F238E27FC236}">
                        <a16:creationId xmlns:a16="http://schemas.microsoft.com/office/drawing/2014/main" id="{2D4D4A50-A191-137C-556D-98CE898C4F2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224105" y="4945628"/>
                    <a:ext cx="179882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091" name="组合 2090">
                  <a:extLst>
                    <a:ext uri="{FF2B5EF4-FFF2-40B4-BE49-F238E27FC236}">
                      <a16:creationId xmlns:a16="http://schemas.microsoft.com/office/drawing/2014/main" id="{9B4E0045-B4F1-39B6-8F38-33C9A6612238}"/>
                    </a:ext>
                  </a:extLst>
                </p:cNvPr>
                <p:cNvGrpSpPr/>
                <p:nvPr/>
              </p:nvGrpSpPr>
              <p:grpSpPr>
                <a:xfrm>
                  <a:off x="996242" y="1367890"/>
                  <a:ext cx="252482" cy="74199"/>
                  <a:chOff x="1706391" y="4867729"/>
                  <a:chExt cx="697596" cy="167903"/>
                </a:xfrm>
              </p:grpSpPr>
              <p:sp>
                <p:nvSpPr>
                  <p:cNvPr id="2298" name="矩形 2297">
                    <a:extLst>
                      <a:ext uri="{FF2B5EF4-FFF2-40B4-BE49-F238E27FC236}">
                        <a16:creationId xmlns:a16="http://schemas.microsoft.com/office/drawing/2014/main" id="{8F97AC91-E6ED-9BC4-6381-9096E9C03D59}"/>
                      </a:ext>
                    </a:extLst>
                  </p:cNvPr>
                  <p:cNvSpPr/>
                  <p:nvPr/>
                </p:nvSpPr>
                <p:spPr>
                  <a:xfrm>
                    <a:off x="1706391" y="4867729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2299" name="直接箭头连接符 2298">
                    <a:extLst>
                      <a:ext uri="{FF2B5EF4-FFF2-40B4-BE49-F238E27FC236}">
                        <a16:creationId xmlns:a16="http://schemas.microsoft.com/office/drawing/2014/main" id="{980B49A8-9C57-0A1D-33A2-10611690E50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224105" y="4945628"/>
                    <a:ext cx="179882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095" name="组合 2094">
                  <a:extLst>
                    <a:ext uri="{FF2B5EF4-FFF2-40B4-BE49-F238E27FC236}">
                      <a16:creationId xmlns:a16="http://schemas.microsoft.com/office/drawing/2014/main" id="{456D072C-12A6-4175-09E6-C20E952DEC25}"/>
                    </a:ext>
                  </a:extLst>
                </p:cNvPr>
                <p:cNvGrpSpPr/>
                <p:nvPr/>
              </p:nvGrpSpPr>
              <p:grpSpPr>
                <a:xfrm>
                  <a:off x="828744" y="1489896"/>
                  <a:ext cx="252489" cy="74199"/>
                  <a:chOff x="1556938" y="4867729"/>
                  <a:chExt cx="697623" cy="167903"/>
                </a:xfrm>
              </p:grpSpPr>
              <p:sp>
                <p:nvSpPr>
                  <p:cNvPr id="2296" name="矩形 2295">
                    <a:extLst>
                      <a:ext uri="{FF2B5EF4-FFF2-40B4-BE49-F238E27FC236}">
                        <a16:creationId xmlns:a16="http://schemas.microsoft.com/office/drawing/2014/main" id="{D58BE2FB-31B1-09D1-085B-8E2BC95CCA8C}"/>
                      </a:ext>
                    </a:extLst>
                  </p:cNvPr>
                  <p:cNvSpPr/>
                  <p:nvPr/>
                </p:nvSpPr>
                <p:spPr>
                  <a:xfrm>
                    <a:off x="1556938" y="4867729"/>
                    <a:ext cx="399725" cy="167903"/>
                  </a:xfrm>
                  <a:prstGeom prst="rect">
                    <a:avLst/>
                  </a:prstGeom>
                  <a:solidFill>
                    <a:srgbClr val="339933"/>
                  </a:solidFill>
                  <a:ln>
                    <a:solidFill>
                      <a:srgbClr val="33993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accent4"/>
                      </a:solidFill>
                    </a:endParaRPr>
                  </a:p>
                </p:txBody>
              </p:sp>
              <p:cxnSp>
                <p:nvCxnSpPr>
                  <p:cNvPr id="2297" name="直接箭头连接符 2296">
                    <a:extLst>
                      <a:ext uri="{FF2B5EF4-FFF2-40B4-BE49-F238E27FC236}">
                        <a16:creationId xmlns:a16="http://schemas.microsoft.com/office/drawing/2014/main" id="{E34EF97F-90DF-F902-9535-F868B5B5113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074678" y="4951681"/>
                    <a:ext cx="179883" cy="0"/>
                  </a:xfrm>
                  <a:prstGeom prst="straightConnector1">
                    <a:avLst/>
                  </a:prstGeom>
                  <a:solidFill>
                    <a:srgbClr val="339933"/>
                  </a:solidFill>
                  <a:ln w="19050">
                    <a:solidFill>
                      <a:srgbClr val="339933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096" name="组合 2095">
                  <a:extLst>
                    <a:ext uri="{FF2B5EF4-FFF2-40B4-BE49-F238E27FC236}">
                      <a16:creationId xmlns:a16="http://schemas.microsoft.com/office/drawing/2014/main" id="{D8A38877-F2FD-E5AC-7B34-594DD97C2F91}"/>
                    </a:ext>
                  </a:extLst>
                </p:cNvPr>
                <p:cNvGrpSpPr/>
                <p:nvPr/>
              </p:nvGrpSpPr>
              <p:grpSpPr>
                <a:xfrm>
                  <a:off x="1194259" y="1488890"/>
                  <a:ext cx="252492" cy="74199"/>
                  <a:chOff x="1549059" y="4867729"/>
                  <a:chExt cx="697634" cy="167903"/>
                </a:xfrm>
              </p:grpSpPr>
              <p:sp>
                <p:nvSpPr>
                  <p:cNvPr id="2294" name="矩形 2293">
                    <a:extLst>
                      <a:ext uri="{FF2B5EF4-FFF2-40B4-BE49-F238E27FC236}">
                        <a16:creationId xmlns:a16="http://schemas.microsoft.com/office/drawing/2014/main" id="{81CF7E20-20F3-986D-D543-43A0EAD30E6D}"/>
                      </a:ext>
                    </a:extLst>
                  </p:cNvPr>
                  <p:cNvSpPr/>
                  <p:nvPr/>
                </p:nvSpPr>
                <p:spPr>
                  <a:xfrm>
                    <a:off x="1549059" y="4867729"/>
                    <a:ext cx="399724" cy="167903"/>
                  </a:xfrm>
                  <a:prstGeom prst="rect">
                    <a:avLst/>
                  </a:prstGeom>
                  <a:solidFill>
                    <a:srgbClr val="339933"/>
                  </a:solidFill>
                  <a:ln>
                    <a:solidFill>
                      <a:srgbClr val="33993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solidFill>
                        <a:schemeClr val="accent4"/>
                      </a:solidFill>
                    </a:endParaRPr>
                  </a:p>
                </p:txBody>
              </p:sp>
              <p:cxnSp>
                <p:nvCxnSpPr>
                  <p:cNvPr id="2295" name="直接箭头连接符 2294">
                    <a:extLst>
                      <a:ext uri="{FF2B5EF4-FFF2-40B4-BE49-F238E27FC236}">
                        <a16:creationId xmlns:a16="http://schemas.microsoft.com/office/drawing/2014/main" id="{3A0EBD80-628F-1F4F-9F8E-44E6E5C8FAA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066809" y="4951681"/>
                    <a:ext cx="179884" cy="0"/>
                  </a:xfrm>
                  <a:prstGeom prst="straightConnector1">
                    <a:avLst/>
                  </a:prstGeom>
                  <a:solidFill>
                    <a:srgbClr val="339933"/>
                  </a:solidFill>
                  <a:ln w="19050">
                    <a:solidFill>
                      <a:srgbClr val="339933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097" name="矩形 2096">
                  <a:extLst>
                    <a:ext uri="{FF2B5EF4-FFF2-40B4-BE49-F238E27FC236}">
                      <a16:creationId xmlns:a16="http://schemas.microsoft.com/office/drawing/2014/main" id="{3B08302A-C289-C195-4DFD-D338CB4B98C9}"/>
                    </a:ext>
                  </a:extLst>
                </p:cNvPr>
                <p:cNvSpPr/>
                <p:nvPr/>
              </p:nvSpPr>
              <p:spPr>
                <a:xfrm>
                  <a:off x="1510159" y="1485792"/>
                  <a:ext cx="144676" cy="74199"/>
                </a:xfrm>
                <a:prstGeom prst="rect">
                  <a:avLst/>
                </a:prstGeom>
                <a:solidFill>
                  <a:srgbClr val="339933"/>
                </a:solidFill>
                <a:ln>
                  <a:solidFill>
                    <a:srgbClr val="33993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accent4"/>
                    </a:solidFill>
                  </a:endParaRPr>
                </a:p>
              </p:txBody>
            </p:sp>
            <p:sp>
              <p:nvSpPr>
                <p:cNvPr id="2098" name="弧形 2097">
                  <a:extLst>
                    <a:ext uri="{FF2B5EF4-FFF2-40B4-BE49-F238E27FC236}">
                      <a16:creationId xmlns:a16="http://schemas.microsoft.com/office/drawing/2014/main" id="{8B4A1DDC-341E-C0D6-935E-A3DEE20FCB42}"/>
                    </a:ext>
                  </a:extLst>
                </p:cNvPr>
                <p:cNvSpPr/>
                <p:nvPr/>
              </p:nvSpPr>
              <p:spPr>
                <a:xfrm>
                  <a:off x="1461569" y="1516984"/>
                  <a:ext cx="391265" cy="438103"/>
                </a:xfrm>
                <a:prstGeom prst="arc">
                  <a:avLst>
                    <a:gd name="adj1" fmla="val 16200000"/>
                    <a:gd name="adj2" fmla="val 18484168"/>
                  </a:avLst>
                </a:prstGeom>
                <a:ln w="19050">
                  <a:solidFill>
                    <a:srgbClr val="339933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2099" name="组合 2098">
                  <a:extLst>
                    <a:ext uri="{FF2B5EF4-FFF2-40B4-BE49-F238E27FC236}">
                      <a16:creationId xmlns:a16="http://schemas.microsoft.com/office/drawing/2014/main" id="{2C226F4E-AE67-DADA-8DB6-A3D1D268ABD6}"/>
                    </a:ext>
                  </a:extLst>
                </p:cNvPr>
                <p:cNvGrpSpPr/>
                <p:nvPr/>
              </p:nvGrpSpPr>
              <p:grpSpPr>
                <a:xfrm rot="19572177">
                  <a:off x="1784457" y="809016"/>
                  <a:ext cx="283181" cy="524155"/>
                  <a:chOff x="4682601" y="1917598"/>
                  <a:chExt cx="1047095" cy="1182814"/>
                </a:xfrm>
              </p:grpSpPr>
              <p:sp>
                <p:nvSpPr>
                  <p:cNvPr id="2292" name="矩形 2291">
                    <a:extLst>
                      <a:ext uri="{FF2B5EF4-FFF2-40B4-BE49-F238E27FC236}">
                        <a16:creationId xmlns:a16="http://schemas.microsoft.com/office/drawing/2014/main" id="{1F539400-9E5A-9F6E-4E4B-F2249595246A}"/>
                      </a:ext>
                    </a:extLst>
                  </p:cNvPr>
                  <p:cNvSpPr/>
                  <p:nvPr/>
                </p:nvSpPr>
                <p:spPr>
                  <a:xfrm>
                    <a:off x="4682601" y="2932509"/>
                    <a:ext cx="399728" cy="167903"/>
                  </a:xfrm>
                  <a:prstGeom prst="rect">
                    <a:avLst/>
                  </a:prstGeom>
                  <a:solidFill>
                    <a:srgbClr val="4472C4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accent4"/>
                      </a:solidFill>
                    </a:endParaRPr>
                  </a:p>
                </p:txBody>
              </p:sp>
              <p:sp>
                <p:nvSpPr>
                  <p:cNvPr id="2293" name="弧形 2292">
                    <a:extLst>
                      <a:ext uri="{FF2B5EF4-FFF2-40B4-BE49-F238E27FC236}">
                        <a16:creationId xmlns:a16="http://schemas.microsoft.com/office/drawing/2014/main" id="{F5BB1B69-0897-2837-0BDF-E2E517F73ED1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4844331" y="2149041"/>
                    <a:ext cx="1116808" cy="653922"/>
                  </a:xfrm>
                  <a:prstGeom prst="arc">
                    <a:avLst>
                      <a:gd name="adj1" fmla="val 19563312"/>
                      <a:gd name="adj2" fmla="val 720446"/>
                    </a:avLst>
                  </a:prstGeom>
                  <a:ln w="19050">
                    <a:solidFill>
                      <a:schemeClr val="accent1"/>
                    </a:solidFill>
                    <a:prstDash val="sysDash"/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accent4"/>
                      </a:solidFill>
                    </a:endParaRPr>
                  </a:p>
                </p:txBody>
              </p:sp>
            </p:grpSp>
            <p:grpSp>
              <p:nvGrpSpPr>
                <p:cNvPr id="2100" name="组合 2099">
                  <a:extLst>
                    <a:ext uri="{FF2B5EF4-FFF2-40B4-BE49-F238E27FC236}">
                      <a16:creationId xmlns:a16="http://schemas.microsoft.com/office/drawing/2014/main" id="{FE1996A6-5836-10FA-AC79-FEC3CC3F61A2}"/>
                    </a:ext>
                  </a:extLst>
                </p:cNvPr>
                <p:cNvGrpSpPr/>
                <p:nvPr/>
              </p:nvGrpSpPr>
              <p:grpSpPr>
                <a:xfrm rot="10800000">
                  <a:off x="3170433" y="1248312"/>
                  <a:ext cx="258173" cy="74199"/>
                  <a:chOff x="1680623" y="4593851"/>
                  <a:chExt cx="713314" cy="167903"/>
                </a:xfrm>
              </p:grpSpPr>
              <p:sp>
                <p:nvSpPr>
                  <p:cNvPr id="2290" name="矩形 2289">
                    <a:extLst>
                      <a:ext uri="{FF2B5EF4-FFF2-40B4-BE49-F238E27FC236}">
                        <a16:creationId xmlns:a16="http://schemas.microsoft.com/office/drawing/2014/main" id="{246ACFD0-B642-D962-28A6-566478259E97}"/>
                      </a:ext>
                    </a:extLst>
                  </p:cNvPr>
                  <p:cNvSpPr/>
                  <p:nvPr/>
                </p:nvSpPr>
                <p:spPr>
                  <a:xfrm>
                    <a:off x="1680623" y="4593851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2291" name="直接箭头连接符 2290">
                    <a:extLst>
                      <a:ext uri="{FF2B5EF4-FFF2-40B4-BE49-F238E27FC236}">
                        <a16:creationId xmlns:a16="http://schemas.microsoft.com/office/drawing/2014/main" id="{DB08F935-C2E8-8D9F-24A0-D375281E379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214057" y="4683855"/>
                    <a:ext cx="179880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01" name="组合 2100">
                  <a:extLst>
                    <a:ext uri="{FF2B5EF4-FFF2-40B4-BE49-F238E27FC236}">
                      <a16:creationId xmlns:a16="http://schemas.microsoft.com/office/drawing/2014/main" id="{C8638E35-588C-1E2E-E2EE-F430CE51F437}"/>
                    </a:ext>
                  </a:extLst>
                </p:cNvPr>
                <p:cNvGrpSpPr/>
                <p:nvPr/>
              </p:nvGrpSpPr>
              <p:grpSpPr>
                <a:xfrm rot="10800000">
                  <a:off x="2485298" y="1243804"/>
                  <a:ext cx="255327" cy="74199"/>
                  <a:chOff x="1680623" y="4593851"/>
                  <a:chExt cx="705451" cy="167903"/>
                </a:xfrm>
              </p:grpSpPr>
              <p:sp>
                <p:nvSpPr>
                  <p:cNvPr id="2288" name="矩形 2287">
                    <a:extLst>
                      <a:ext uri="{FF2B5EF4-FFF2-40B4-BE49-F238E27FC236}">
                        <a16:creationId xmlns:a16="http://schemas.microsoft.com/office/drawing/2014/main" id="{4146B745-8D49-3BBD-0F0B-016E748847FB}"/>
                      </a:ext>
                    </a:extLst>
                  </p:cNvPr>
                  <p:cNvSpPr/>
                  <p:nvPr/>
                </p:nvSpPr>
                <p:spPr>
                  <a:xfrm>
                    <a:off x="1680623" y="4593851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2289" name="直接箭头连接符 2288">
                    <a:extLst>
                      <a:ext uri="{FF2B5EF4-FFF2-40B4-BE49-F238E27FC236}">
                        <a16:creationId xmlns:a16="http://schemas.microsoft.com/office/drawing/2014/main" id="{FA1CE5F6-5D6E-FBBA-4B1E-68DDF43D0B0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206194" y="4677803"/>
                    <a:ext cx="179880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02" name="组合 2101">
                  <a:extLst>
                    <a:ext uri="{FF2B5EF4-FFF2-40B4-BE49-F238E27FC236}">
                      <a16:creationId xmlns:a16="http://schemas.microsoft.com/office/drawing/2014/main" id="{1C08FB9A-559E-916E-C6BD-568F178656D2}"/>
                    </a:ext>
                  </a:extLst>
                </p:cNvPr>
                <p:cNvGrpSpPr/>
                <p:nvPr/>
              </p:nvGrpSpPr>
              <p:grpSpPr>
                <a:xfrm rot="3595379">
                  <a:off x="2029212" y="926733"/>
                  <a:ext cx="335089" cy="429293"/>
                  <a:chOff x="4682603" y="1917600"/>
                  <a:chExt cx="1014793" cy="1182812"/>
                </a:xfrm>
              </p:grpSpPr>
              <p:sp>
                <p:nvSpPr>
                  <p:cNvPr id="2286" name="矩形 2285">
                    <a:extLst>
                      <a:ext uri="{FF2B5EF4-FFF2-40B4-BE49-F238E27FC236}">
                        <a16:creationId xmlns:a16="http://schemas.microsoft.com/office/drawing/2014/main" id="{C97ADB21-BDBC-195F-5FF9-34D89693E6DF}"/>
                      </a:ext>
                    </a:extLst>
                  </p:cNvPr>
                  <p:cNvSpPr/>
                  <p:nvPr/>
                </p:nvSpPr>
                <p:spPr>
                  <a:xfrm>
                    <a:off x="4682603" y="2932509"/>
                    <a:ext cx="399728" cy="167903"/>
                  </a:xfrm>
                  <a:prstGeom prst="rect">
                    <a:avLst/>
                  </a:prstGeom>
                  <a:solidFill>
                    <a:srgbClr val="4472C4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accent4"/>
                      </a:solidFill>
                    </a:endParaRPr>
                  </a:p>
                </p:txBody>
              </p:sp>
              <p:sp>
                <p:nvSpPr>
                  <p:cNvPr id="2287" name="弧形 2286">
                    <a:extLst>
                      <a:ext uri="{FF2B5EF4-FFF2-40B4-BE49-F238E27FC236}">
                        <a16:creationId xmlns:a16="http://schemas.microsoft.com/office/drawing/2014/main" id="{3DD3AC00-5930-79D1-FB1C-77CF9AA1B2E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4643304" y="1980314"/>
                    <a:ext cx="1116806" cy="991378"/>
                  </a:xfrm>
                  <a:prstGeom prst="arc">
                    <a:avLst>
                      <a:gd name="adj1" fmla="val 19563312"/>
                      <a:gd name="adj2" fmla="val 720446"/>
                    </a:avLst>
                  </a:prstGeom>
                  <a:ln w="19050">
                    <a:solidFill>
                      <a:schemeClr val="accent4">
                        <a:lumMod val="60000"/>
                        <a:lumOff val="40000"/>
                      </a:schemeClr>
                    </a:solidFill>
                    <a:prstDash val="sysDash"/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accent4"/>
                      </a:solidFill>
                    </a:endParaRPr>
                  </a:p>
                </p:txBody>
              </p:sp>
            </p:grpSp>
            <p:grpSp>
              <p:nvGrpSpPr>
                <p:cNvPr id="2103" name="组合 2102">
                  <a:extLst>
                    <a:ext uri="{FF2B5EF4-FFF2-40B4-BE49-F238E27FC236}">
                      <a16:creationId xmlns:a16="http://schemas.microsoft.com/office/drawing/2014/main" id="{0AF77460-8656-15FF-17C6-43FF401E3AA1}"/>
                    </a:ext>
                  </a:extLst>
                </p:cNvPr>
                <p:cNvGrpSpPr/>
                <p:nvPr/>
              </p:nvGrpSpPr>
              <p:grpSpPr>
                <a:xfrm rot="10800000">
                  <a:off x="1964530" y="1220107"/>
                  <a:ext cx="236382" cy="74199"/>
                  <a:chOff x="1739546" y="4648177"/>
                  <a:chExt cx="653107" cy="167903"/>
                </a:xfrm>
              </p:grpSpPr>
              <p:sp>
                <p:nvSpPr>
                  <p:cNvPr id="2284" name="矩形 2283">
                    <a:extLst>
                      <a:ext uri="{FF2B5EF4-FFF2-40B4-BE49-F238E27FC236}">
                        <a16:creationId xmlns:a16="http://schemas.microsoft.com/office/drawing/2014/main" id="{4BF4FB65-AC8E-C1DB-FE1D-3E159BBB09B8}"/>
                      </a:ext>
                    </a:extLst>
                  </p:cNvPr>
                  <p:cNvSpPr/>
                  <p:nvPr/>
                </p:nvSpPr>
                <p:spPr>
                  <a:xfrm>
                    <a:off x="1739546" y="4648177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2285" name="直接箭头连接符 2284">
                    <a:extLst>
                      <a:ext uri="{FF2B5EF4-FFF2-40B4-BE49-F238E27FC236}">
                        <a16:creationId xmlns:a16="http://schemas.microsoft.com/office/drawing/2014/main" id="{44021749-1D8C-F29D-5F70-2ABF5EC38ED5}"/>
                      </a:ext>
                    </a:extLst>
                  </p:cNvPr>
                  <p:cNvCxnSpPr>
                    <a:cxnSpLocks/>
                    <a:stCxn id="2284" idx="3"/>
                  </p:cNvCxnSpPr>
                  <p:nvPr/>
                </p:nvCxnSpPr>
                <p:spPr>
                  <a:xfrm rot="10800000" flipH="1">
                    <a:off x="2139274" y="4732129"/>
                    <a:ext cx="253379" cy="0"/>
                  </a:xfrm>
                  <a:prstGeom prst="straightConnector1">
                    <a:avLst/>
                  </a:prstGeom>
                  <a:ln w="19050">
                    <a:prstDash val="sysDash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04" name="组合 2103">
                  <a:extLst>
                    <a:ext uri="{FF2B5EF4-FFF2-40B4-BE49-F238E27FC236}">
                      <a16:creationId xmlns:a16="http://schemas.microsoft.com/office/drawing/2014/main" id="{D9354D39-6ACF-2002-91F0-513478E3B85E}"/>
                    </a:ext>
                  </a:extLst>
                </p:cNvPr>
                <p:cNvGrpSpPr/>
                <p:nvPr/>
              </p:nvGrpSpPr>
              <p:grpSpPr>
                <a:xfrm rot="10800000">
                  <a:off x="2609529" y="1123206"/>
                  <a:ext cx="258173" cy="74199"/>
                  <a:chOff x="1706391" y="4867729"/>
                  <a:chExt cx="713310" cy="167903"/>
                </a:xfrm>
              </p:grpSpPr>
              <p:sp>
                <p:nvSpPr>
                  <p:cNvPr id="2282" name="矩形 2281">
                    <a:extLst>
                      <a:ext uri="{FF2B5EF4-FFF2-40B4-BE49-F238E27FC236}">
                        <a16:creationId xmlns:a16="http://schemas.microsoft.com/office/drawing/2014/main" id="{C6BCB4F7-98FC-B4B3-432F-9B1861D35B6D}"/>
                      </a:ext>
                    </a:extLst>
                  </p:cNvPr>
                  <p:cNvSpPr/>
                  <p:nvPr/>
                </p:nvSpPr>
                <p:spPr>
                  <a:xfrm>
                    <a:off x="1706391" y="4867729"/>
                    <a:ext cx="399728" cy="167903"/>
                  </a:xfrm>
                  <a:prstGeom prst="rect">
                    <a:avLst/>
                  </a:prstGeom>
                  <a:solidFill>
                    <a:srgbClr val="339933"/>
                  </a:solidFill>
                  <a:ln>
                    <a:solidFill>
                      <a:srgbClr val="33993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solidFill>
                        <a:schemeClr val="accent4"/>
                      </a:solidFill>
                    </a:endParaRPr>
                  </a:p>
                </p:txBody>
              </p:sp>
              <p:cxnSp>
                <p:nvCxnSpPr>
                  <p:cNvPr id="2283" name="直接箭头连接符 2282">
                    <a:extLst>
                      <a:ext uri="{FF2B5EF4-FFF2-40B4-BE49-F238E27FC236}">
                        <a16:creationId xmlns:a16="http://schemas.microsoft.com/office/drawing/2014/main" id="{E544A0D1-92C9-935A-D0DD-BA7008ACF9D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239822" y="4951681"/>
                    <a:ext cx="179879" cy="0"/>
                  </a:xfrm>
                  <a:prstGeom prst="straightConnector1">
                    <a:avLst/>
                  </a:prstGeom>
                  <a:solidFill>
                    <a:srgbClr val="339933"/>
                  </a:solidFill>
                  <a:ln w="19050">
                    <a:solidFill>
                      <a:srgbClr val="339933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05" name="组合 2104">
                  <a:extLst>
                    <a:ext uri="{FF2B5EF4-FFF2-40B4-BE49-F238E27FC236}">
                      <a16:creationId xmlns:a16="http://schemas.microsoft.com/office/drawing/2014/main" id="{3F952672-A25E-DD8D-A1FE-BCD0D6B917FA}"/>
                    </a:ext>
                  </a:extLst>
                </p:cNvPr>
                <p:cNvGrpSpPr/>
                <p:nvPr/>
              </p:nvGrpSpPr>
              <p:grpSpPr>
                <a:xfrm rot="10800000">
                  <a:off x="2867713" y="1124882"/>
                  <a:ext cx="255328" cy="74199"/>
                  <a:chOff x="1706391" y="4867729"/>
                  <a:chExt cx="705459" cy="167903"/>
                </a:xfrm>
              </p:grpSpPr>
              <p:sp>
                <p:nvSpPr>
                  <p:cNvPr id="2280" name="矩形 2279">
                    <a:extLst>
                      <a:ext uri="{FF2B5EF4-FFF2-40B4-BE49-F238E27FC236}">
                        <a16:creationId xmlns:a16="http://schemas.microsoft.com/office/drawing/2014/main" id="{36571682-EB96-6DF9-CB6F-54924CE4D72E}"/>
                      </a:ext>
                    </a:extLst>
                  </p:cNvPr>
                  <p:cNvSpPr/>
                  <p:nvPr/>
                </p:nvSpPr>
                <p:spPr>
                  <a:xfrm>
                    <a:off x="1706391" y="4867729"/>
                    <a:ext cx="399728" cy="167903"/>
                  </a:xfrm>
                  <a:prstGeom prst="rect">
                    <a:avLst/>
                  </a:prstGeom>
                  <a:solidFill>
                    <a:srgbClr val="339933"/>
                  </a:solidFill>
                  <a:ln>
                    <a:solidFill>
                      <a:srgbClr val="33993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solidFill>
                        <a:schemeClr val="accent4"/>
                      </a:solidFill>
                    </a:endParaRPr>
                  </a:p>
                </p:txBody>
              </p:sp>
              <p:cxnSp>
                <p:nvCxnSpPr>
                  <p:cNvPr id="2281" name="直接箭头连接符 2280">
                    <a:extLst>
                      <a:ext uri="{FF2B5EF4-FFF2-40B4-BE49-F238E27FC236}">
                        <a16:creationId xmlns:a16="http://schemas.microsoft.com/office/drawing/2014/main" id="{12D18A9A-0A3A-1301-730F-AF383024525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231969" y="4951681"/>
                    <a:ext cx="179881" cy="0"/>
                  </a:xfrm>
                  <a:prstGeom prst="straightConnector1">
                    <a:avLst/>
                  </a:prstGeom>
                  <a:solidFill>
                    <a:srgbClr val="339933"/>
                  </a:solidFill>
                  <a:ln w="19050">
                    <a:solidFill>
                      <a:srgbClr val="339933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06" name="组合 2105">
                  <a:extLst>
                    <a:ext uri="{FF2B5EF4-FFF2-40B4-BE49-F238E27FC236}">
                      <a16:creationId xmlns:a16="http://schemas.microsoft.com/office/drawing/2014/main" id="{658AD830-A17C-FFDE-5073-D345CAF02EF7}"/>
                    </a:ext>
                  </a:extLst>
                </p:cNvPr>
                <p:cNvGrpSpPr/>
                <p:nvPr/>
              </p:nvGrpSpPr>
              <p:grpSpPr>
                <a:xfrm rot="10800000">
                  <a:off x="3116089" y="1126329"/>
                  <a:ext cx="255326" cy="74199"/>
                  <a:chOff x="1706391" y="4867729"/>
                  <a:chExt cx="705447" cy="167903"/>
                </a:xfrm>
              </p:grpSpPr>
              <p:sp>
                <p:nvSpPr>
                  <p:cNvPr id="2278" name="矩形 2277">
                    <a:extLst>
                      <a:ext uri="{FF2B5EF4-FFF2-40B4-BE49-F238E27FC236}">
                        <a16:creationId xmlns:a16="http://schemas.microsoft.com/office/drawing/2014/main" id="{1BFB66D8-54F1-246D-A167-5CF51D0F16FE}"/>
                      </a:ext>
                    </a:extLst>
                  </p:cNvPr>
                  <p:cNvSpPr/>
                  <p:nvPr/>
                </p:nvSpPr>
                <p:spPr>
                  <a:xfrm>
                    <a:off x="1706391" y="4867729"/>
                    <a:ext cx="399728" cy="167903"/>
                  </a:xfrm>
                  <a:prstGeom prst="rect">
                    <a:avLst/>
                  </a:prstGeom>
                  <a:solidFill>
                    <a:srgbClr val="339933"/>
                  </a:solidFill>
                  <a:ln>
                    <a:solidFill>
                      <a:srgbClr val="33993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solidFill>
                        <a:schemeClr val="accent4"/>
                      </a:solidFill>
                    </a:endParaRPr>
                  </a:p>
                </p:txBody>
              </p:sp>
              <p:cxnSp>
                <p:nvCxnSpPr>
                  <p:cNvPr id="2279" name="直接箭头连接符 2278">
                    <a:extLst>
                      <a:ext uri="{FF2B5EF4-FFF2-40B4-BE49-F238E27FC236}">
                        <a16:creationId xmlns:a16="http://schemas.microsoft.com/office/drawing/2014/main" id="{945C381C-7F81-B78A-A8F8-4E9929EB1DB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231958" y="4951681"/>
                    <a:ext cx="179880" cy="0"/>
                  </a:xfrm>
                  <a:prstGeom prst="straightConnector1">
                    <a:avLst/>
                  </a:prstGeom>
                  <a:solidFill>
                    <a:srgbClr val="339933"/>
                  </a:solidFill>
                  <a:ln w="19050">
                    <a:solidFill>
                      <a:srgbClr val="339933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07" name="组合 2106">
                  <a:extLst>
                    <a:ext uri="{FF2B5EF4-FFF2-40B4-BE49-F238E27FC236}">
                      <a16:creationId xmlns:a16="http://schemas.microsoft.com/office/drawing/2014/main" id="{E2A0E479-F715-0728-47F2-1FB54792AFC8}"/>
                    </a:ext>
                  </a:extLst>
                </p:cNvPr>
                <p:cNvGrpSpPr/>
                <p:nvPr/>
              </p:nvGrpSpPr>
              <p:grpSpPr>
                <a:xfrm>
                  <a:off x="2361189" y="1365322"/>
                  <a:ext cx="252482" cy="74199"/>
                  <a:chOff x="1706391" y="4867729"/>
                  <a:chExt cx="697597" cy="167903"/>
                </a:xfrm>
              </p:grpSpPr>
              <p:sp>
                <p:nvSpPr>
                  <p:cNvPr id="2276" name="矩形 2275">
                    <a:extLst>
                      <a:ext uri="{FF2B5EF4-FFF2-40B4-BE49-F238E27FC236}">
                        <a16:creationId xmlns:a16="http://schemas.microsoft.com/office/drawing/2014/main" id="{25908AFA-ABDB-4020-4FB6-1E89D1486C20}"/>
                      </a:ext>
                    </a:extLst>
                  </p:cNvPr>
                  <p:cNvSpPr/>
                  <p:nvPr/>
                </p:nvSpPr>
                <p:spPr>
                  <a:xfrm>
                    <a:off x="1706391" y="4867729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2277" name="直接箭头连接符 2276">
                    <a:extLst>
                      <a:ext uri="{FF2B5EF4-FFF2-40B4-BE49-F238E27FC236}">
                        <a16:creationId xmlns:a16="http://schemas.microsoft.com/office/drawing/2014/main" id="{2F90B387-0216-11EC-7DA3-FF0729BE0A2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224107" y="4945628"/>
                    <a:ext cx="179881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08" name="组合 2107">
                  <a:extLst>
                    <a:ext uri="{FF2B5EF4-FFF2-40B4-BE49-F238E27FC236}">
                      <a16:creationId xmlns:a16="http://schemas.microsoft.com/office/drawing/2014/main" id="{AAD57F65-6361-5006-3F96-523E4EEC5714}"/>
                    </a:ext>
                  </a:extLst>
                </p:cNvPr>
                <p:cNvGrpSpPr/>
                <p:nvPr/>
              </p:nvGrpSpPr>
              <p:grpSpPr>
                <a:xfrm>
                  <a:off x="3119666" y="1367577"/>
                  <a:ext cx="252483" cy="74199"/>
                  <a:chOff x="1706391" y="4867729"/>
                  <a:chExt cx="697596" cy="167903"/>
                </a:xfrm>
              </p:grpSpPr>
              <p:sp>
                <p:nvSpPr>
                  <p:cNvPr id="2274" name="矩形 2273">
                    <a:extLst>
                      <a:ext uri="{FF2B5EF4-FFF2-40B4-BE49-F238E27FC236}">
                        <a16:creationId xmlns:a16="http://schemas.microsoft.com/office/drawing/2014/main" id="{76B34462-F602-A900-D20E-4F742F8E802C}"/>
                      </a:ext>
                    </a:extLst>
                  </p:cNvPr>
                  <p:cNvSpPr/>
                  <p:nvPr/>
                </p:nvSpPr>
                <p:spPr>
                  <a:xfrm>
                    <a:off x="1706391" y="4867729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2275" name="直接箭头连接符 2274">
                    <a:extLst>
                      <a:ext uri="{FF2B5EF4-FFF2-40B4-BE49-F238E27FC236}">
                        <a16:creationId xmlns:a16="http://schemas.microsoft.com/office/drawing/2014/main" id="{1589C104-0541-8C53-5832-55DDE749C87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224106" y="4946946"/>
                    <a:ext cx="179881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109" name="矩形 2108">
                  <a:extLst>
                    <a:ext uri="{FF2B5EF4-FFF2-40B4-BE49-F238E27FC236}">
                      <a16:creationId xmlns:a16="http://schemas.microsoft.com/office/drawing/2014/main" id="{61C0ADBC-7320-CDD6-2ADA-CF4B7ECC0989}"/>
                    </a:ext>
                  </a:extLst>
                </p:cNvPr>
                <p:cNvSpPr/>
                <p:nvPr/>
              </p:nvSpPr>
              <p:spPr>
                <a:xfrm>
                  <a:off x="2338565" y="1124251"/>
                  <a:ext cx="144676" cy="74199"/>
                </a:xfrm>
                <a:prstGeom prst="rect">
                  <a:avLst/>
                </a:prstGeom>
                <a:solidFill>
                  <a:srgbClr val="339933"/>
                </a:solidFill>
                <a:ln>
                  <a:solidFill>
                    <a:srgbClr val="33993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accent4"/>
                    </a:solidFill>
                  </a:endParaRPr>
                </a:p>
              </p:txBody>
            </p:sp>
            <p:sp>
              <p:nvSpPr>
                <p:cNvPr id="2110" name="弧形 2109">
                  <a:extLst>
                    <a:ext uri="{FF2B5EF4-FFF2-40B4-BE49-F238E27FC236}">
                      <a16:creationId xmlns:a16="http://schemas.microsoft.com/office/drawing/2014/main" id="{D01B3516-48C7-3139-D59B-B496A991FE76}"/>
                    </a:ext>
                  </a:extLst>
                </p:cNvPr>
                <p:cNvSpPr/>
                <p:nvPr/>
              </p:nvSpPr>
              <p:spPr>
                <a:xfrm rot="10800000">
                  <a:off x="2112888" y="725701"/>
                  <a:ext cx="404211" cy="438103"/>
                </a:xfrm>
                <a:prstGeom prst="arc">
                  <a:avLst>
                    <a:gd name="adj1" fmla="val 15809528"/>
                    <a:gd name="adj2" fmla="val 18542858"/>
                  </a:avLst>
                </a:prstGeom>
                <a:ln w="19050">
                  <a:solidFill>
                    <a:srgbClr val="339933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2111" name="组合 2110">
                  <a:extLst>
                    <a:ext uri="{FF2B5EF4-FFF2-40B4-BE49-F238E27FC236}">
                      <a16:creationId xmlns:a16="http://schemas.microsoft.com/office/drawing/2014/main" id="{425B1BC0-5B16-8A1D-9ABA-67ADC332E4C2}"/>
                    </a:ext>
                  </a:extLst>
                </p:cNvPr>
                <p:cNvGrpSpPr/>
                <p:nvPr/>
              </p:nvGrpSpPr>
              <p:grpSpPr>
                <a:xfrm rot="16200000">
                  <a:off x="2063801" y="2483810"/>
                  <a:ext cx="280204" cy="60770"/>
                  <a:chOff x="1706391" y="4899197"/>
                  <a:chExt cx="634072" cy="167903"/>
                </a:xfrm>
              </p:grpSpPr>
              <p:sp>
                <p:nvSpPr>
                  <p:cNvPr id="2272" name="矩形 2271">
                    <a:extLst>
                      <a:ext uri="{FF2B5EF4-FFF2-40B4-BE49-F238E27FC236}">
                        <a16:creationId xmlns:a16="http://schemas.microsoft.com/office/drawing/2014/main" id="{DE0BC352-CF3B-32C7-B3B9-C23B3B87C39B}"/>
                      </a:ext>
                    </a:extLst>
                  </p:cNvPr>
                  <p:cNvSpPr/>
                  <p:nvPr/>
                </p:nvSpPr>
                <p:spPr>
                  <a:xfrm>
                    <a:off x="1706391" y="4899197"/>
                    <a:ext cx="399728" cy="167903"/>
                  </a:xfrm>
                  <a:prstGeom prst="rect">
                    <a:avLst/>
                  </a:prstGeom>
                  <a:solidFill>
                    <a:srgbClr val="339933"/>
                  </a:solidFill>
                  <a:ln>
                    <a:solidFill>
                      <a:srgbClr val="33993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solidFill>
                        <a:schemeClr val="accent4"/>
                      </a:solidFill>
                    </a:endParaRPr>
                  </a:p>
                </p:txBody>
              </p:sp>
              <p:cxnSp>
                <p:nvCxnSpPr>
                  <p:cNvPr id="2273" name="直接箭头连接符 2272">
                    <a:extLst>
                      <a:ext uri="{FF2B5EF4-FFF2-40B4-BE49-F238E27FC236}">
                        <a16:creationId xmlns:a16="http://schemas.microsoft.com/office/drawing/2014/main" id="{69858062-0B30-6665-9611-5ADCF411AB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160582" y="4983149"/>
                    <a:ext cx="179881" cy="0"/>
                  </a:xfrm>
                  <a:prstGeom prst="straightConnector1">
                    <a:avLst/>
                  </a:prstGeom>
                  <a:solidFill>
                    <a:srgbClr val="339933"/>
                  </a:solidFill>
                  <a:ln w="19050">
                    <a:solidFill>
                      <a:srgbClr val="339933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12" name="组合 2111">
                  <a:extLst>
                    <a:ext uri="{FF2B5EF4-FFF2-40B4-BE49-F238E27FC236}">
                      <a16:creationId xmlns:a16="http://schemas.microsoft.com/office/drawing/2014/main" id="{C845770D-F3DC-9218-57AA-792D2B8060A0}"/>
                    </a:ext>
                  </a:extLst>
                </p:cNvPr>
                <p:cNvGrpSpPr/>
                <p:nvPr/>
              </p:nvGrpSpPr>
              <p:grpSpPr>
                <a:xfrm rot="16200000">
                  <a:off x="2056642" y="2117422"/>
                  <a:ext cx="280209" cy="60770"/>
                  <a:chOff x="1706394" y="4922792"/>
                  <a:chExt cx="634078" cy="167903"/>
                </a:xfrm>
              </p:grpSpPr>
              <p:sp>
                <p:nvSpPr>
                  <p:cNvPr id="2270" name="矩形 2269">
                    <a:extLst>
                      <a:ext uri="{FF2B5EF4-FFF2-40B4-BE49-F238E27FC236}">
                        <a16:creationId xmlns:a16="http://schemas.microsoft.com/office/drawing/2014/main" id="{F356E9B5-ACD4-6942-C59A-5D14AC4C20C7}"/>
                      </a:ext>
                    </a:extLst>
                  </p:cNvPr>
                  <p:cNvSpPr/>
                  <p:nvPr/>
                </p:nvSpPr>
                <p:spPr>
                  <a:xfrm>
                    <a:off x="1706394" y="4922792"/>
                    <a:ext cx="399726" cy="167903"/>
                  </a:xfrm>
                  <a:prstGeom prst="rect">
                    <a:avLst/>
                  </a:prstGeom>
                  <a:solidFill>
                    <a:srgbClr val="339933"/>
                  </a:solidFill>
                  <a:ln>
                    <a:solidFill>
                      <a:srgbClr val="33993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solidFill>
                        <a:schemeClr val="accent4"/>
                      </a:solidFill>
                    </a:endParaRPr>
                  </a:p>
                </p:txBody>
              </p:sp>
              <p:cxnSp>
                <p:nvCxnSpPr>
                  <p:cNvPr id="2271" name="直接箭头连接符 2270">
                    <a:extLst>
                      <a:ext uri="{FF2B5EF4-FFF2-40B4-BE49-F238E27FC236}">
                        <a16:creationId xmlns:a16="http://schemas.microsoft.com/office/drawing/2014/main" id="{AA649217-246A-4550-EA1F-29ADED30DC9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160592" y="5006742"/>
                    <a:ext cx="179880" cy="0"/>
                  </a:xfrm>
                  <a:prstGeom prst="straightConnector1">
                    <a:avLst/>
                  </a:prstGeom>
                  <a:solidFill>
                    <a:srgbClr val="339933"/>
                  </a:solidFill>
                  <a:ln w="19050">
                    <a:solidFill>
                      <a:srgbClr val="339933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113" name="矩形 2112">
                  <a:extLst>
                    <a:ext uri="{FF2B5EF4-FFF2-40B4-BE49-F238E27FC236}">
                      <a16:creationId xmlns:a16="http://schemas.microsoft.com/office/drawing/2014/main" id="{BF01E075-65D7-68E6-B9C9-8BB5FB112B1A}"/>
                    </a:ext>
                  </a:extLst>
                </p:cNvPr>
                <p:cNvSpPr/>
                <p:nvPr/>
              </p:nvSpPr>
              <p:spPr>
                <a:xfrm rot="16200000">
                  <a:off x="2106160" y="1858338"/>
                  <a:ext cx="176644" cy="60770"/>
                </a:xfrm>
                <a:prstGeom prst="rect">
                  <a:avLst/>
                </a:prstGeom>
                <a:solidFill>
                  <a:srgbClr val="339933"/>
                </a:solidFill>
                <a:ln>
                  <a:solidFill>
                    <a:srgbClr val="33993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accent4"/>
                    </a:solidFill>
                  </a:endParaRPr>
                </a:p>
              </p:txBody>
            </p:sp>
            <p:sp>
              <p:nvSpPr>
                <p:cNvPr id="2114" name="弧形 2113">
                  <a:extLst>
                    <a:ext uri="{FF2B5EF4-FFF2-40B4-BE49-F238E27FC236}">
                      <a16:creationId xmlns:a16="http://schemas.microsoft.com/office/drawing/2014/main" id="{4E007AB1-2C6F-6AEF-5478-78DDA779EB89}"/>
                    </a:ext>
                  </a:extLst>
                </p:cNvPr>
                <p:cNvSpPr/>
                <p:nvPr/>
              </p:nvSpPr>
              <p:spPr>
                <a:xfrm rot="16200000">
                  <a:off x="2144980" y="1636612"/>
                  <a:ext cx="468901" cy="358815"/>
                </a:xfrm>
                <a:prstGeom prst="arc">
                  <a:avLst>
                    <a:gd name="adj1" fmla="val 16200000"/>
                    <a:gd name="adj2" fmla="val 18899596"/>
                  </a:avLst>
                </a:prstGeom>
                <a:ln w="19050">
                  <a:solidFill>
                    <a:srgbClr val="339933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2115" name="组合 2114">
                  <a:extLst>
                    <a:ext uri="{FF2B5EF4-FFF2-40B4-BE49-F238E27FC236}">
                      <a16:creationId xmlns:a16="http://schemas.microsoft.com/office/drawing/2014/main" id="{61F44521-E9ED-BDB9-3E52-00C2AB3BECBA}"/>
                    </a:ext>
                  </a:extLst>
                </p:cNvPr>
                <p:cNvGrpSpPr/>
                <p:nvPr/>
              </p:nvGrpSpPr>
              <p:grpSpPr>
                <a:xfrm rot="5400000">
                  <a:off x="1725943" y="441907"/>
                  <a:ext cx="280204" cy="60770"/>
                  <a:chOff x="1706391" y="4867729"/>
                  <a:chExt cx="634072" cy="167903"/>
                </a:xfrm>
              </p:grpSpPr>
              <p:sp>
                <p:nvSpPr>
                  <p:cNvPr id="2268" name="矩形 2267">
                    <a:extLst>
                      <a:ext uri="{FF2B5EF4-FFF2-40B4-BE49-F238E27FC236}">
                        <a16:creationId xmlns:a16="http://schemas.microsoft.com/office/drawing/2014/main" id="{07B17DB9-8206-0345-5315-59A4892D165A}"/>
                      </a:ext>
                    </a:extLst>
                  </p:cNvPr>
                  <p:cNvSpPr/>
                  <p:nvPr/>
                </p:nvSpPr>
                <p:spPr>
                  <a:xfrm>
                    <a:off x="1706391" y="4867729"/>
                    <a:ext cx="399728" cy="167903"/>
                  </a:xfrm>
                  <a:prstGeom prst="rect">
                    <a:avLst/>
                  </a:prstGeom>
                  <a:solidFill>
                    <a:srgbClr val="339933"/>
                  </a:solidFill>
                  <a:ln>
                    <a:solidFill>
                      <a:srgbClr val="33993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solidFill>
                        <a:schemeClr val="accent4"/>
                      </a:solidFill>
                    </a:endParaRPr>
                  </a:p>
                </p:txBody>
              </p:sp>
              <p:cxnSp>
                <p:nvCxnSpPr>
                  <p:cNvPr id="2269" name="直接箭头连接符 2268">
                    <a:extLst>
                      <a:ext uri="{FF2B5EF4-FFF2-40B4-BE49-F238E27FC236}">
                        <a16:creationId xmlns:a16="http://schemas.microsoft.com/office/drawing/2014/main" id="{51A9624B-37F2-F65B-C19E-9841A815576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160582" y="4951684"/>
                    <a:ext cx="179881" cy="0"/>
                  </a:xfrm>
                  <a:prstGeom prst="straightConnector1">
                    <a:avLst/>
                  </a:prstGeom>
                  <a:solidFill>
                    <a:srgbClr val="339933"/>
                  </a:solidFill>
                  <a:ln w="19050">
                    <a:solidFill>
                      <a:srgbClr val="339933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116" name="矩形 2115">
                  <a:extLst>
                    <a:ext uri="{FF2B5EF4-FFF2-40B4-BE49-F238E27FC236}">
                      <a16:creationId xmlns:a16="http://schemas.microsoft.com/office/drawing/2014/main" id="{00BC01BF-11D8-52D0-7CE8-1A10E17DBBF7}"/>
                    </a:ext>
                  </a:extLst>
                </p:cNvPr>
                <p:cNvSpPr/>
                <p:nvPr/>
              </p:nvSpPr>
              <p:spPr>
                <a:xfrm rot="5400000">
                  <a:off x="1789292" y="839942"/>
                  <a:ext cx="176645" cy="60770"/>
                </a:xfrm>
                <a:prstGeom prst="rect">
                  <a:avLst/>
                </a:prstGeom>
                <a:solidFill>
                  <a:srgbClr val="339933"/>
                </a:solidFill>
                <a:ln>
                  <a:solidFill>
                    <a:srgbClr val="33993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accent4"/>
                    </a:solidFill>
                  </a:endParaRPr>
                </a:p>
              </p:txBody>
            </p:sp>
            <p:sp>
              <p:nvSpPr>
                <p:cNvPr id="2117" name="弧形 2116">
                  <a:extLst>
                    <a:ext uri="{FF2B5EF4-FFF2-40B4-BE49-F238E27FC236}">
                      <a16:creationId xmlns:a16="http://schemas.microsoft.com/office/drawing/2014/main" id="{49096B07-3437-FA65-FB0E-02986C4B19C2}"/>
                    </a:ext>
                  </a:extLst>
                </p:cNvPr>
                <p:cNvSpPr/>
                <p:nvPr/>
              </p:nvSpPr>
              <p:spPr>
                <a:xfrm rot="5400000">
                  <a:off x="1448789" y="806856"/>
                  <a:ext cx="493531" cy="358815"/>
                </a:xfrm>
                <a:prstGeom prst="arc">
                  <a:avLst>
                    <a:gd name="adj1" fmla="val 15809528"/>
                    <a:gd name="adj2" fmla="val 18499394"/>
                  </a:avLst>
                </a:prstGeom>
                <a:ln w="19050">
                  <a:solidFill>
                    <a:srgbClr val="339933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2118" name="组合 2117">
                  <a:extLst>
                    <a:ext uri="{FF2B5EF4-FFF2-40B4-BE49-F238E27FC236}">
                      <a16:creationId xmlns:a16="http://schemas.microsoft.com/office/drawing/2014/main" id="{841B4645-22D3-DFDC-86D0-336F06E507EF}"/>
                    </a:ext>
                  </a:extLst>
                </p:cNvPr>
                <p:cNvGrpSpPr/>
                <p:nvPr/>
              </p:nvGrpSpPr>
              <p:grpSpPr>
                <a:xfrm rot="10800000">
                  <a:off x="1344827" y="1241068"/>
                  <a:ext cx="255328" cy="74199"/>
                  <a:chOff x="1680623" y="4593851"/>
                  <a:chExt cx="705459" cy="167903"/>
                </a:xfrm>
              </p:grpSpPr>
              <p:sp>
                <p:nvSpPr>
                  <p:cNvPr id="2266" name="矩形 2265">
                    <a:extLst>
                      <a:ext uri="{FF2B5EF4-FFF2-40B4-BE49-F238E27FC236}">
                        <a16:creationId xmlns:a16="http://schemas.microsoft.com/office/drawing/2014/main" id="{2A0123DA-ECA1-854E-37D3-A2418CA47007}"/>
                      </a:ext>
                    </a:extLst>
                  </p:cNvPr>
                  <p:cNvSpPr/>
                  <p:nvPr/>
                </p:nvSpPr>
                <p:spPr>
                  <a:xfrm>
                    <a:off x="1680623" y="4593851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2267" name="直接箭头连接符 2266">
                    <a:extLst>
                      <a:ext uri="{FF2B5EF4-FFF2-40B4-BE49-F238E27FC236}">
                        <a16:creationId xmlns:a16="http://schemas.microsoft.com/office/drawing/2014/main" id="{848C8B26-5E33-8982-BE49-F1D15F427A1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206201" y="4677803"/>
                    <a:ext cx="179881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19" name="组合 2118">
                  <a:extLst>
                    <a:ext uri="{FF2B5EF4-FFF2-40B4-BE49-F238E27FC236}">
                      <a16:creationId xmlns:a16="http://schemas.microsoft.com/office/drawing/2014/main" id="{90FB7C90-EB8F-7297-2522-B081C5B4F2EE}"/>
                    </a:ext>
                  </a:extLst>
                </p:cNvPr>
                <p:cNvGrpSpPr/>
                <p:nvPr/>
              </p:nvGrpSpPr>
              <p:grpSpPr>
                <a:xfrm rot="10800000">
                  <a:off x="886314" y="1232944"/>
                  <a:ext cx="255330" cy="74199"/>
                  <a:chOff x="1680623" y="4593851"/>
                  <a:chExt cx="705459" cy="167903"/>
                </a:xfrm>
              </p:grpSpPr>
              <p:sp>
                <p:nvSpPr>
                  <p:cNvPr id="2264" name="矩形 2263">
                    <a:extLst>
                      <a:ext uri="{FF2B5EF4-FFF2-40B4-BE49-F238E27FC236}">
                        <a16:creationId xmlns:a16="http://schemas.microsoft.com/office/drawing/2014/main" id="{6C1112F6-A5FF-2FE7-63A9-A77FDF52D359}"/>
                      </a:ext>
                    </a:extLst>
                  </p:cNvPr>
                  <p:cNvSpPr/>
                  <p:nvPr/>
                </p:nvSpPr>
                <p:spPr>
                  <a:xfrm>
                    <a:off x="1680623" y="4593851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2265" name="直接箭头连接符 2264">
                    <a:extLst>
                      <a:ext uri="{FF2B5EF4-FFF2-40B4-BE49-F238E27FC236}">
                        <a16:creationId xmlns:a16="http://schemas.microsoft.com/office/drawing/2014/main" id="{F0D48CEF-B239-81B8-0545-F9018BAB8B8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206202" y="4677803"/>
                    <a:ext cx="179880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20" name="组合 2119">
                  <a:extLst>
                    <a:ext uri="{FF2B5EF4-FFF2-40B4-BE49-F238E27FC236}">
                      <a16:creationId xmlns:a16="http://schemas.microsoft.com/office/drawing/2014/main" id="{C1AAAEC3-B1BD-7F57-17D5-0E5746191090}"/>
                    </a:ext>
                  </a:extLst>
                </p:cNvPr>
                <p:cNvGrpSpPr/>
                <p:nvPr/>
              </p:nvGrpSpPr>
              <p:grpSpPr>
                <a:xfrm>
                  <a:off x="2396814" y="1480128"/>
                  <a:ext cx="252482" cy="74199"/>
                  <a:chOff x="1706391" y="4867729"/>
                  <a:chExt cx="697596" cy="167903"/>
                </a:xfrm>
              </p:grpSpPr>
              <p:sp>
                <p:nvSpPr>
                  <p:cNvPr id="2262" name="矩形 2261">
                    <a:extLst>
                      <a:ext uri="{FF2B5EF4-FFF2-40B4-BE49-F238E27FC236}">
                        <a16:creationId xmlns:a16="http://schemas.microsoft.com/office/drawing/2014/main" id="{1C3AC70D-5436-C84C-BCC6-75E9897622F4}"/>
                      </a:ext>
                    </a:extLst>
                  </p:cNvPr>
                  <p:cNvSpPr/>
                  <p:nvPr/>
                </p:nvSpPr>
                <p:spPr>
                  <a:xfrm>
                    <a:off x="1706391" y="4867729"/>
                    <a:ext cx="399728" cy="167903"/>
                  </a:xfrm>
                  <a:prstGeom prst="rect">
                    <a:avLst/>
                  </a:prstGeom>
                  <a:solidFill>
                    <a:srgbClr val="339933"/>
                  </a:solidFill>
                  <a:ln>
                    <a:solidFill>
                      <a:srgbClr val="33993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solidFill>
                        <a:schemeClr val="accent4"/>
                      </a:solidFill>
                    </a:endParaRPr>
                  </a:p>
                </p:txBody>
              </p:sp>
              <p:cxnSp>
                <p:nvCxnSpPr>
                  <p:cNvPr id="2263" name="直接箭头连接符 2262">
                    <a:extLst>
                      <a:ext uri="{FF2B5EF4-FFF2-40B4-BE49-F238E27FC236}">
                        <a16:creationId xmlns:a16="http://schemas.microsoft.com/office/drawing/2014/main" id="{52457497-D188-B5A8-DBD5-D78B9359595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224105" y="4945628"/>
                    <a:ext cx="179882" cy="0"/>
                  </a:xfrm>
                  <a:prstGeom prst="straightConnector1">
                    <a:avLst/>
                  </a:prstGeom>
                  <a:solidFill>
                    <a:srgbClr val="339933"/>
                  </a:solidFill>
                  <a:ln w="19050">
                    <a:solidFill>
                      <a:srgbClr val="339933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21" name="组合 2120">
                  <a:extLst>
                    <a:ext uri="{FF2B5EF4-FFF2-40B4-BE49-F238E27FC236}">
                      <a16:creationId xmlns:a16="http://schemas.microsoft.com/office/drawing/2014/main" id="{BB325589-46E0-88AF-D93F-DBCB859B0682}"/>
                    </a:ext>
                  </a:extLst>
                </p:cNvPr>
                <p:cNvGrpSpPr/>
                <p:nvPr/>
              </p:nvGrpSpPr>
              <p:grpSpPr>
                <a:xfrm rot="16200000">
                  <a:off x="2038152" y="707637"/>
                  <a:ext cx="277532" cy="60770"/>
                  <a:chOff x="1706391" y="4867729"/>
                  <a:chExt cx="628022" cy="167903"/>
                </a:xfrm>
              </p:grpSpPr>
              <p:sp>
                <p:nvSpPr>
                  <p:cNvPr id="2260" name="矩形 2259">
                    <a:extLst>
                      <a:ext uri="{FF2B5EF4-FFF2-40B4-BE49-F238E27FC236}">
                        <a16:creationId xmlns:a16="http://schemas.microsoft.com/office/drawing/2014/main" id="{60EA7FB1-3737-84AB-1E8D-26EB9D787A28}"/>
                      </a:ext>
                    </a:extLst>
                  </p:cNvPr>
                  <p:cNvSpPr/>
                  <p:nvPr/>
                </p:nvSpPr>
                <p:spPr>
                  <a:xfrm>
                    <a:off x="1706391" y="4867729"/>
                    <a:ext cx="399728" cy="167903"/>
                  </a:xfrm>
                  <a:prstGeom prst="rect">
                    <a:avLst/>
                  </a:prstGeom>
                  <a:solidFill>
                    <a:srgbClr val="339933"/>
                  </a:solidFill>
                  <a:ln>
                    <a:solidFill>
                      <a:srgbClr val="33993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solidFill>
                        <a:schemeClr val="accent4"/>
                      </a:solidFill>
                    </a:endParaRPr>
                  </a:p>
                </p:txBody>
              </p:sp>
              <p:cxnSp>
                <p:nvCxnSpPr>
                  <p:cNvPr id="2261" name="直接箭头连接符 2260">
                    <a:extLst>
                      <a:ext uri="{FF2B5EF4-FFF2-40B4-BE49-F238E27FC236}">
                        <a16:creationId xmlns:a16="http://schemas.microsoft.com/office/drawing/2014/main" id="{A4F06EFE-3AF0-B7FB-9714-0BB2F67A019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154532" y="4951679"/>
                    <a:ext cx="179881" cy="0"/>
                  </a:xfrm>
                  <a:prstGeom prst="straightConnector1">
                    <a:avLst/>
                  </a:prstGeom>
                  <a:solidFill>
                    <a:srgbClr val="339933"/>
                  </a:solidFill>
                  <a:ln w="19050">
                    <a:solidFill>
                      <a:srgbClr val="339933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22" name="组合 2121">
                  <a:extLst>
                    <a:ext uri="{FF2B5EF4-FFF2-40B4-BE49-F238E27FC236}">
                      <a16:creationId xmlns:a16="http://schemas.microsoft.com/office/drawing/2014/main" id="{9F54820B-0DD3-3351-2DB0-925A6EDF6D2C}"/>
                    </a:ext>
                  </a:extLst>
                </p:cNvPr>
                <p:cNvGrpSpPr/>
                <p:nvPr/>
              </p:nvGrpSpPr>
              <p:grpSpPr>
                <a:xfrm rot="5400000">
                  <a:off x="1834008" y="278465"/>
                  <a:ext cx="277530" cy="60770"/>
                  <a:chOff x="1680623" y="4593851"/>
                  <a:chExt cx="628022" cy="167903"/>
                </a:xfrm>
              </p:grpSpPr>
              <p:sp>
                <p:nvSpPr>
                  <p:cNvPr id="2258" name="矩形 2257">
                    <a:extLst>
                      <a:ext uri="{FF2B5EF4-FFF2-40B4-BE49-F238E27FC236}">
                        <a16:creationId xmlns:a16="http://schemas.microsoft.com/office/drawing/2014/main" id="{4435811C-DDD7-BFE8-81B9-B1CB762F9F74}"/>
                      </a:ext>
                    </a:extLst>
                  </p:cNvPr>
                  <p:cNvSpPr/>
                  <p:nvPr/>
                </p:nvSpPr>
                <p:spPr>
                  <a:xfrm>
                    <a:off x="1680623" y="4593851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2259" name="直接箭头连接符 2258">
                    <a:extLst>
                      <a:ext uri="{FF2B5EF4-FFF2-40B4-BE49-F238E27FC236}">
                        <a16:creationId xmlns:a16="http://schemas.microsoft.com/office/drawing/2014/main" id="{39C9DE52-DFFE-7CC4-255A-6D9ACE49980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128764" y="4677806"/>
                    <a:ext cx="179881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23" name="组合 2122">
                  <a:extLst>
                    <a:ext uri="{FF2B5EF4-FFF2-40B4-BE49-F238E27FC236}">
                      <a16:creationId xmlns:a16="http://schemas.microsoft.com/office/drawing/2014/main" id="{D88AB584-8F81-0248-0E8D-209E6EEED67D}"/>
                    </a:ext>
                  </a:extLst>
                </p:cNvPr>
                <p:cNvGrpSpPr/>
                <p:nvPr/>
              </p:nvGrpSpPr>
              <p:grpSpPr>
                <a:xfrm rot="5400000">
                  <a:off x="1833106" y="807615"/>
                  <a:ext cx="274856" cy="60770"/>
                  <a:chOff x="1680623" y="4593851"/>
                  <a:chExt cx="621972" cy="167903"/>
                </a:xfrm>
              </p:grpSpPr>
              <p:sp>
                <p:nvSpPr>
                  <p:cNvPr id="2256" name="矩形 2255">
                    <a:extLst>
                      <a:ext uri="{FF2B5EF4-FFF2-40B4-BE49-F238E27FC236}">
                        <a16:creationId xmlns:a16="http://schemas.microsoft.com/office/drawing/2014/main" id="{6B8C717B-CDF5-028E-5142-6E65C5814F33}"/>
                      </a:ext>
                    </a:extLst>
                  </p:cNvPr>
                  <p:cNvSpPr/>
                  <p:nvPr/>
                </p:nvSpPr>
                <p:spPr>
                  <a:xfrm>
                    <a:off x="1680623" y="4593851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2257" name="直接箭头连接符 2256">
                    <a:extLst>
                      <a:ext uri="{FF2B5EF4-FFF2-40B4-BE49-F238E27FC236}">
                        <a16:creationId xmlns:a16="http://schemas.microsoft.com/office/drawing/2014/main" id="{9E5E2C54-9CE6-C2E6-9312-472A67AB0B9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122713" y="4677804"/>
                    <a:ext cx="179882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24" name="组合 2123">
                  <a:extLst>
                    <a:ext uri="{FF2B5EF4-FFF2-40B4-BE49-F238E27FC236}">
                      <a16:creationId xmlns:a16="http://schemas.microsoft.com/office/drawing/2014/main" id="{68899B5A-BD42-236E-8722-B18A27582F0B}"/>
                    </a:ext>
                  </a:extLst>
                </p:cNvPr>
                <p:cNvGrpSpPr/>
                <p:nvPr/>
              </p:nvGrpSpPr>
              <p:grpSpPr>
                <a:xfrm rot="5400000">
                  <a:off x="1833199" y="1874653"/>
                  <a:ext cx="277529" cy="60770"/>
                  <a:chOff x="1680619" y="4562375"/>
                  <a:chExt cx="628016" cy="167903"/>
                </a:xfrm>
              </p:grpSpPr>
              <p:sp>
                <p:nvSpPr>
                  <p:cNvPr id="2254" name="矩形 2253">
                    <a:extLst>
                      <a:ext uri="{FF2B5EF4-FFF2-40B4-BE49-F238E27FC236}">
                        <a16:creationId xmlns:a16="http://schemas.microsoft.com/office/drawing/2014/main" id="{1244A65F-CD7A-933A-167A-B7A0F1648B11}"/>
                      </a:ext>
                    </a:extLst>
                  </p:cNvPr>
                  <p:cNvSpPr/>
                  <p:nvPr/>
                </p:nvSpPr>
                <p:spPr>
                  <a:xfrm>
                    <a:off x="1680619" y="4562375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2255" name="直接箭头连接符 2254">
                    <a:extLst>
                      <a:ext uri="{FF2B5EF4-FFF2-40B4-BE49-F238E27FC236}">
                        <a16:creationId xmlns:a16="http://schemas.microsoft.com/office/drawing/2014/main" id="{5F9D61A8-AA8E-6F9F-1B12-7C847DC192D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128754" y="4646340"/>
                    <a:ext cx="179881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25" name="组合 2124">
                  <a:extLst>
                    <a:ext uri="{FF2B5EF4-FFF2-40B4-BE49-F238E27FC236}">
                      <a16:creationId xmlns:a16="http://schemas.microsoft.com/office/drawing/2014/main" id="{D1B095BE-CCE8-713E-6F32-B66A92E0C976}"/>
                    </a:ext>
                  </a:extLst>
                </p:cNvPr>
                <p:cNvGrpSpPr/>
                <p:nvPr/>
              </p:nvGrpSpPr>
              <p:grpSpPr>
                <a:xfrm rot="16200000">
                  <a:off x="1944632" y="2172938"/>
                  <a:ext cx="274854" cy="60770"/>
                  <a:chOff x="1704834" y="4593849"/>
                  <a:chExt cx="621961" cy="167903"/>
                </a:xfrm>
              </p:grpSpPr>
              <p:sp>
                <p:nvSpPr>
                  <p:cNvPr id="2252" name="矩形 2251">
                    <a:extLst>
                      <a:ext uri="{FF2B5EF4-FFF2-40B4-BE49-F238E27FC236}">
                        <a16:creationId xmlns:a16="http://schemas.microsoft.com/office/drawing/2014/main" id="{93866B94-F405-68BC-D122-4D3088CD6E3B}"/>
                      </a:ext>
                    </a:extLst>
                  </p:cNvPr>
                  <p:cNvSpPr/>
                  <p:nvPr/>
                </p:nvSpPr>
                <p:spPr>
                  <a:xfrm>
                    <a:off x="1704834" y="4593849"/>
                    <a:ext cx="399725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2253" name="直接箭头连接符 2252">
                    <a:extLst>
                      <a:ext uri="{FF2B5EF4-FFF2-40B4-BE49-F238E27FC236}">
                        <a16:creationId xmlns:a16="http://schemas.microsoft.com/office/drawing/2014/main" id="{721651E3-7FB2-9024-5062-483EFFDF434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146915" y="4677802"/>
                    <a:ext cx="179880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26" name="组合 2125">
                  <a:extLst>
                    <a:ext uri="{FF2B5EF4-FFF2-40B4-BE49-F238E27FC236}">
                      <a16:creationId xmlns:a16="http://schemas.microsoft.com/office/drawing/2014/main" id="{9C8E7C0B-A1D2-2269-A1FF-FAA09587303E}"/>
                    </a:ext>
                  </a:extLst>
                </p:cNvPr>
                <p:cNvGrpSpPr/>
                <p:nvPr/>
              </p:nvGrpSpPr>
              <p:grpSpPr>
                <a:xfrm rot="16200000">
                  <a:off x="1739299" y="1525081"/>
                  <a:ext cx="335090" cy="429293"/>
                  <a:chOff x="4682601" y="1917600"/>
                  <a:chExt cx="1014795" cy="1182812"/>
                </a:xfrm>
              </p:grpSpPr>
              <p:sp>
                <p:nvSpPr>
                  <p:cNvPr id="2250" name="矩形 2249">
                    <a:extLst>
                      <a:ext uri="{FF2B5EF4-FFF2-40B4-BE49-F238E27FC236}">
                        <a16:creationId xmlns:a16="http://schemas.microsoft.com/office/drawing/2014/main" id="{06635CB0-F24E-B504-972B-490A3F7D716A}"/>
                      </a:ext>
                    </a:extLst>
                  </p:cNvPr>
                  <p:cNvSpPr/>
                  <p:nvPr/>
                </p:nvSpPr>
                <p:spPr>
                  <a:xfrm>
                    <a:off x="4682601" y="2932509"/>
                    <a:ext cx="399728" cy="167903"/>
                  </a:xfrm>
                  <a:prstGeom prst="rect">
                    <a:avLst/>
                  </a:prstGeom>
                  <a:solidFill>
                    <a:srgbClr val="4472C4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accent4"/>
                      </a:solidFill>
                    </a:endParaRPr>
                  </a:p>
                </p:txBody>
              </p:sp>
              <p:sp>
                <p:nvSpPr>
                  <p:cNvPr id="2251" name="弧形 2250">
                    <a:extLst>
                      <a:ext uri="{FF2B5EF4-FFF2-40B4-BE49-F238E27FC236}">
                        <a16:creationId xmlns:a16="http://schemas.microsoft.com/office/drawing/2014/main" id="{B5F92112-61BD-4B5F-48DD-5E6CDF56E133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4643304" y="1980314"/>
                    <a:ext cx="1116806" cy="991378"/>
                  </a:xfrm>
                  <a:prstGeom prst="arc">
                    <a:avLst>
                      <a:gd name="adj1" fmla="val 19563312"/>
                      <a:gd name="adj2" fmla="val 720446"/>
                    </a:avLst>
                  </a:prstGeom>
                  <a:ln w="19050">
                    <a:solidFill>
                      <a:schemeClr val="accent1"/>
                    </a:solidFill>
                    <a:prstDash val="sysDash"/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accent4"/>
                      </a:solidFill>
                    </a:endParaRPr>
                  </a:p>
                </p:txBody>
              </p:sp>
            </p:grpSp>
            <p:grpSp>
              <p:nvGrpSpPr>
                <p:cNvPr id="2127" name="组合 2126">
                  <a:extLst>
                    <a:ext uri="{FF2B5EF4-FFF2-40B4-BE49-F238E27FC236}">
                      <a16:creationId xmlns:a16="http://schemas.microsoft.com/office/drawing/2014/main" id="{ABE9FC91-3479-378E-34D1-915079520F92}"/>
                    </a:ext>
                  </a:extLst>
                </p:cNvPr>
                <p:cNvGrpSpPr/>
                <p:nvPr/>
              </p:nvGrpSpPr>
              <p:grpSpPr>
                <a:xfrm rot="16200000">
                  <a:off x="1944622" y="588740"/>
                  <a:ext cx="277534" cy="60770"/>
                  <a:chOff x="1680623" y="4593851"/>
                  <a:chExt cx="628024" cy="167903"/>
                </a:xfrm>
              </p:grpSpPr>
              <p:sp>
                <p:nvSpPr>
                  <p:cNvPr id="2248" name="矩形 2247">
                    <a:extLst>
                      <a:ext uri="{FF2B5EF4-FFF2-40B4-BE49-F238E27FC236}">
                        <a16:creationId xmlns:a16="http://schemas.microsoft.com/office/drawing/2014/main" id="{11310CA2-D39E-D174-0E6F-8ABB2D2EF5CA}"/>
                      </a:ext>
                    </a:extLst>
                  </p:cNvPr>
                  <p:cNvSpPr/>
                  <p:nvPr/>
                </p:nvSpPr>
                <p:spPr>
                  <a:xfrm>
                    <a:off x="1680623" y="4593851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2249" name="直接箭头连接符 2248">
                    <a:extLst>
                      <a:ext uri="{FF2B5EF4-FFF2-40B4-BE49-F238E27FC236}">
                        <a16:creationId xmlns:a16="http://schemas.microsoft.com/office/drawing/2014/main" id="{96244065-3C84-7CFF-1FD6-0F9B8EC2EE1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128767" y="4677801"/>
                    <a:ext cx="179880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28" name="组合 2127">
                  <a:extLst>
                    <a:ext uri="{FF2B5EF4-FFF2-40B4-BE49-F238E27FC236}">
                      <a16:creationId xmlns:a16="http://schemas.microsoft.com/office/drawing/2014/main" id="{0F53D497-BE6C-8B23-50A2-977B697AD3BE}"/>
                    </a:ext>
                  </a:extLst>
                </p:cNvPr>
                <p:cNvGrpSpPr/>
                <p:nvPr/>
              </p:nvGrpSpPr>
              <p:grpSpPr>
                <a:xfrm rot="16200000">
                  <a:off x="1941895" y="245364"/>
                  <a:ext cx="280206" cy="60770"/>
                  <a:chOff x="1680623" y="4593851"/>
                  <a:chExt cx="634074" cy="167903"/>
                </a:xfrm>
              </p:grpSpPr>
              <p:sp>
                <p:nvSpPr>
                  <p:cNvPr id="2246" name="矩形 2245">
                    <a:extLst>
                      <a:ext uri="{FF2B5EF4-FFF2-40B4-BE49-F238E27FC236}">
                        <a16:creationId xmlns:a16="http://schemas.microsoft.com/office/drawing/2014/main" id="{6AA96772-366D-7C61-E7AA-1E04A3E39424}"/>
                      </a:ext>
                    </a:extLst>
                  </p:cNvPr>
                  <p:cNvSpPr/>
                  <p:nvPr/>
                </p:nvSpPr>
                <p:spPr>
                  <a:xfrm>
                    <a:off x="1680623" y="4593851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2247" name="直接箭头连接符 2246">
                    <a:extLst>
                      <a:ext uri="{FF2B5EF4-FFF2-40B4-BE49-F238E27FC236}">
                        <a16:creationId xmlns:a16="http://schemas.microsoft.com/office/drawing/2014/main" id="{F09AB7C0-E9AF-3149-C4BD-CB161EE4FA1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134817" y="4677803"/>
                    <a:ext cx="179880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129" name="弧形 2128">
                  <a:extLst>
                    <a:ext uri="{FF2B5EF4-FFF2-40B4-BE49-F238E27FC236}">
                      <a16:creationId xmlns:a16="http://schemas.microsoft.com/office/drawing/2014/main" id="{3F423027-0AF1-6EB4-5BAC-E12D0E5E3346}"/>
                    </a:ext>
                  </a:extLst>
                </p:cNvPr>
                <p:cNvSpPr/>
                <p:nvPr/>
              </p:nvSpPr>
              <p:spPr>
                <a:xfrm rot="5400000">
                  <a:off x="1324508" y="654427"/>
                  <a:ext cx="846494" cy="651176"/>
                </a:xfrm>
                <a:prstGeom prst="arc">
                  <a:avLst>
                    <a:gd name="adj1" fmla="val 16200000"/>
                    <a:gd name="adj2" fmla="val 294151"/>
                  </a:avLst>
                </a:prstGeom>
                <a:ln w="19050">
                  <a:solidFill>
                    <a:schemeClr val="tx1"/>
                  </a:solidFill>
                  <a:prstDash val="sysDash"/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2130" name="直接箭头连接符 2129">
                  <a:extLst>
                    <a:ext uri="{FF2B5EF4-FFF2-40B4-BE49-F238E27FC236}">
                      <a16:creationId xmlns:a16="http://schemas.microsoft.com/office/drawing/2014/main" id="{D1AD2E15-2A91-7773-CBA3-116DC3DBAA54}"/>
                    </a:ext>
                  </a:extLst>
                </p:cNvPr>
                <p:cNvCxnSpPr>
                  <a:cxnSpLocks/>
                  <a:stCxn id="2129" idx="2"/>
                </p:cNvCxnSpPr>
                <p:nvPr/>
              </p:nvCxnSpPr>
              <p:spPr>
                <a:xfrm>
                  <a:off x="1718145" y="1401508"/>
                  <a:ext cx="620421" cy="1754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prstDash val="sys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31" name="直接箭头连接符 2130">
                  <a:extLst>
                    <a:ext uri="{FF2B5EF4-FFF2-40B4-BE49-F238E27FC236}">
                      <a16:creationId xmlns:a16="http://schemas.microsoft.com/office/drawing/2014/main" id="{B01C39C2-B4E6-8564-A800-FC1032C30173}"/>
                    </a:ext>
                  </a:extLst>
                </p:cNvPr>
                <p:cNvCxnSpPr/>
                <p:nvPr/>
              </p:nvCxnSpPr>
              <p:spPr>
                <a:xfrm>
                  <a:off x="1963287" y="976547"/>
                  <a:ext cx="0" cy="72743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prstDash val="sys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32" name="弧形 2131">
                  <a:extLst>
                    <a:ext uri="{FF2B5EF4-FFF2-40B4-BE49-F238E27FC236}">
                      <a16:creationId xmlns:a16="http://schemas.microsoft.com/office/drawing/2014/main" id="{3F235959-BA69-AC5F-DC4C-CA2A659AA95D}"/>
                    </a:ext>
                  </a:extLst>
                </p:cNvPr>
                <p:cNvSpPr/>
                <p:nvPr/>
              </p:nvSpPr>
              <p:spPr>
                <a:xfrm rot="10800000">
                  <a:off x="1961738" y="620293"/>
                  <a:ext cx="740004" cy="775278"/>
                </a:xfrm>
                <a:prstGeom prst="arc">
                  <a:avLst>
                    <a:gd name="adj1" fmla="val 16157582"/>
                    <a:gd name="adj2" fmla="val 294151"/>
                  </a:avLst>
                </a:prstGeom>
                <a:ln w="19050">
                  <a:solidFill>
                    <a:schemeClr val="tx1"/>
                  </a:solidFill>
                  <a:prstDash val="sysDash"/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134" name="弧形 2133">
                  <a:extLst>
                    <a:ext uri="{FF2B5EF4-FFF2-40B4-BE49-F238E27FC236}">
                      <a16:creationId xmlns:a16="http://schemas.microsoft.com/office/drawing/2014/main" id="{C7927860-F88E-13D9-DBA4-631D91702679}"/>
                    </a:ext>
                  </a:extLst>
                </p:cNvPr>
                <p:cNvSpPr/>
                <p:nvPr/>
              </p:nvSpPr>
              <p:spPr>
                <a:xfrm>
                  <a:off x="1390752" y="1301233"/>
                  <a:ext cx="696335" cy="772985"/>
                </a:xfrm>
                <a:prstGeom prst="arc">
                  <a:avLst>
                    <a:gd name="adj1" fmla="val 16016228"/>
                    <a:gd name="adj2" fmla="val 274145"/>
                  </a:avLst>
                </a:prstGeom>
                <a:ln w="19050">
                  <a:solidFill>
                    <a:schemeClr val="tx1"/>
                  </a:solidFill>
                  <a:prstDash val="sysDash"/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2135" name="直接箭头连接符 2134">
                  <a:extLst>
                    <a:ext uri="{FF2B5EF4-FFF2-40B4-BE49-F238E27FC236}">
                      <a16:creationId xmlns:a16="http://schemas.microsoft.com/office/drawing/2014/main" id="{828AF799-AE6D-6500-175A-350E55F3331D}"/>
                    </a:ext>
                  </a:extLst>
                </p:cNvPr>
                <p:cNvCxnSpPr/>
                <p:nvPr/>
              </p:nvCxnSpPr>
              <p:spPr>
                <a:xfrm>
                  <a:off x="1715084" y="1288039"/>
                  <a:ext cx="620421" cy="1754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prstDash val="sysDash"/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36" name="弧形 2135">
                  <a:extLst>
                    <a:ext uri="{FF2B5EF4-FFF2-40B4-BE49-F238E27FC236}">
                      <a16:creationId xmlns:a16="http://schemas.microsoft.com/office/drawing/2014/main" id="{1A8A2FA9-E053-6F5C-57D9-2E915231BE70}"/>
                    </a:ext>
                  </a:extLst>
                </p:cNvPr>
                <p:cNvSpPr/>
                <p:nvPr/>
              </p:nvSpPr>
              <p:spPr>
                <a:xfrm rot="16200000">
                  <a:off x="1841238" y="1424095"/>
                  <a:ext cx="880565" cy="621756"/>
                </a:xfrm>
                <a:prstGeom prst="arc">
                  <a:avLst>
                    <a:gd name="adj1" fmla="val 16566475"/>
                    <a:gd name="adj2" fmla="val 294151"/>
                  </a:avLst>
                </a:prstGeom>
                <a:ln w="19050">
                  <a:solidFill>
                    <a:schemeClr val="tx1"/>
                  </a:solidFill>
                  <a:prstDash val="sysDash"/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137" name="椭圆 2136">
                  <a:extLst>
                    <a:ext uri="{FF2B5EF4-FFF2-40B4-BE49-F238E27FC236}">
                      <a16:creationId xmlns:a16="http://schemas.microsoft.com/office/drawing/2014/main" id="{0820C609-705A-1744-010B-00EE9040564F}"/>
                    </a:ext>
                  </a:extLst>
                </p:cNvPr>
                <p:cNvSpPr/>
                <p:nvPr/>
              </p:nvSpPr>
              <p:spPr>
                <a:xfrm>
                  <a:off x="1957924" y="1275309"/>
                  <a:ext cx="16547" cy="2020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38" name="椭圆 2137">
                  <a:extLst>
                    <a:ext uri="{FF2B5EF4-FFF2-40B4-BE49-F238E27FC236}">
                      <a16:creationId xmlns:a16="http://schemas.microsoft.com/office/drawing/2014/main" id="{37EE1724-FD16-887D-28C0-FA532D71C028}"/>
                    </a:ext>
                  </a:extLst>
                </p:cNvPr>
                <p:cNvSpPr/>
                <p:nvPr/>
              </p:nvSpPr>
              <p:spPr>
                <a:xfrm>
                  <a:off x="1898139" y="1340246"/>
                  <a:ext cx="16547" cy="2020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39" name="椭圆 2138">
                  <a:extLst>
                    <a:ext uri="{FF2B5EF4-FFF2-40B4-BE49-F238E27FC236}">
                      <a16:creationId xmlns:a16="http://schemas.microsoft.com/office/drawing/2014/main" id="{1A6E5F89-B356-BFD7-705D-DB9B193F76C1}"/>
                    </a:ext>
                  </a:extLst>
                </p:cNvPr>
                <p:cNvSpPr/>
                <p:nvPr/>
              </p:nvSpPr>
              <p:spPr>
                <a:xfrm>
                  <a:off x="1956607" y="1388571"/>
                  <a:ext cx="16547" cy="2020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40" name="椭圆 2139">
                  <a:extLst>
                    <a:ext uri="{FF2B5EF4-FFF2-40B4-BE49-F238E27FC236}">
                      <a16:creationId xmlns:a16="http://schemas.microsoft.com/office/drawing/2014/main" id="{DECCF33F-A846-AE5A-63F5-AF9F0496BE5B}"/>
                    </a:ext>
                  </a:extLst>
                </p:cNvPr>
                <p:cNvSpPr/>
                <p:nvPr/>
              </p:nvSpPr>
              <p:spPr>
                <a:xfrm>
                  <a:off x="2023061" y="1460738"/>
                  <a:ext cx="16547" cy="2020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41" name="椭圆 2140">
                  <a:extLst>
                    <a:ext uri="{FF2B5EF4-FFF2-40B4-BE49-F238E27FC236}">
                      <a16:creationId xmlns:a16="http://schemas.microsoft.com/office/drawing/2014/main" id="{4C006847-2A74-7860-62FF-5E61FCC82E08}"/>
                    </a:ext>
                  </a:extLst>
                </p:cNvPr>
                <p:cNvSpPr/>
                <p:nvPr/>
              </p:nvSpPr>
              <p:spPr>
                <a:xfrm>
                  <a:off x="2079128" y="1391188"/>
                  <a:ext cx="16547" cy="2020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42" name="椭圆 2141">
                  <a:extLst>
                    <a:ext uri="{FF2B5EF4-FFF2-40B4-BE49-F238E27FC236}">
                      <a16:creationId xmlns:a16="http://schemas.microsoft.com/office/drawing/2014/main" id="{F1ACE1A1-0D10-4354-0780-C0FC32947135}"/>
                    </a:ext>
                  </a:extLst>
                </p:cNvPr>
                <p:cNvSpPr/>
                <p:nvPr/>
              </p:nvSpPr>
              <p:spPr>
                <a:xfrm>
                  <a:off x="2079127" y="1282140"/>
                  <a:ext cx="16547" cy="2020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43" name="椭圆 2142">
                  <a:extLst>
                    <a:ext uri="{FF2B5EF4-FFF2-40B4-BE49-F238E27FC236}">
                      <a16:creationId xmlns:a16="http://schemas.microsoft.com/office/drawing/2014/main" id="{8C860F9B-33B9-001C-0CCF-1115FA181546}"/>
                    </a:ext>
                  </a:extLst>
                </p:cNvPr>
                <p:cNvSpPr/>
                <p:nvPr/>
              </p:nvSpPr>
              <p:spPr>
                <a:xfrm>
                  <a:off x="2012818" y="1205718"/>
                  <a:ext cx="16547" cy="2020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44" name="椭圆 2143">
                  <a:extLst>
                    <a:ext uri="{FF2B5EF4-FFF2-40B4-BE49-F238E27FC236}">
                      <a16:creationId xmlns:a16="http://schemas.microsoft.com/office/drawing/2014/main" id="{4CD0AAE6-1500-11FB-1B39-9B47E9B7334E}"/>
                    </a:ext>
                  </a:extLst>
                </p:cNvPr>
                <p:cNvSpPr/>
                <p:nvPr/>
              </p:nvSpPr>
              <p:spPr>
                <a:xfrm>
                  <a:off x="2135778" y="1328084"/>
                  <a:ext cx="16547" cy="2020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47" name="矩形 2146">
                  <a:extLst>
                    <a:ext uri="{FF2B5EF4-FFF2-40B4-BE49-F238E27FC236}">
                      <a16:creationId xmlns:a16="http://schemas.microsoft.com/office/drawing/2014/main" id="{9B668D84-9638-3C6B-01E2-CA33C37D9B38}"/>
                    </a:ext>
                  </a:extLst>
                </p:cNvPr>
                <p:cNvSpPr/>
                <p:nvPr/>
              </p:nvSpPr>
              <p:spPr>
                <a:xfrm>
                  <a:off x="1888551" y="1079936"/>
                  <a:ext cx="325699" cy="320304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48" name="矩形 2147">
                  <a:extLst>
                    <a:ext uri="{FF2B5EF4-FFF2-40B4-BE49-F238E27FC236}">
                      <a16:creationId xmlns:a16="http://schemas.microsoft.com/office/drawing/2014/main" id="{95698808-08A6-B529-66F4-07140958C045}"/>
                    </a:ext>
                  </a:extLst>
                </p:cNvPr>
                <p:cNvSpPr/>
                <p:nvPr/>
              </p:nvSpPr>
              <p:spPr>
                <a:xfrm>
                  <a:off x="795638" y="211868"/>
                  <a:ext cx="832396" cy="821335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2149" name="组合 2148">
                  <a:extLst>
                    <a:ext uri="{FF2B5EF4-FFF2-40B4-BE49-F238E27FC236}">
                      <a16:creationId xmlns:a16="http://schemas.microsoft.com/office/drawing/2014/main" id="{3AB2814A-05C0-729D-58F1-70DCC7116051}"/>
                    </a:ext>
                  </a:extLst>
                </p:cNvPr>
                <p:cNvGrpSpPr/>
                <p:nvPr/>
              </p:nvGrpSpPr>
              <p:grpSpPr>
                <a:xfrm rot="3595379">
                  <a:off x="1025132" y="107909"/>
                  <a:ext cx="677126" cy="654731"/>
                  <a:chOff x="4638578" y="1985824"/>
                  <a:chExt cx="1013716" cy="1182618"/>
                </a:xfrm>
              </p:grpSpPr>
              <p:sp>
                <p:nvSpPr>
                  <p:cNvPr id="2244" name="矩形 2243">
                    <a:extLst>
                      <a:ext uri="{FF2B5EF4-FFF2-40B4-BE49-F238E27FC236}">
                        <a16:creationId xmlns:a16="http://schemas.microsoft.com/office/drawing/2014/main" id="{EB9CBDCE-5C11-432B-3D9B-016030E19EEB}"/>
                      </a:ext>
                    </a:extLst>
                  </p:cNvPr>
                  <p:cNvSpPr/>
                  <p:nvPr/>
                </p:nvSpPr>
                <p:spPr>
                  <a:xfrm>
                    <a:off x="4638578" y="3000539"/>
                    <a:ext cx="399727" cy="167903"/>
                  </a:xfrm>
                  <a:prstGeom prst="rect">
                    <a:avLst/>
                  </a:prstGeom>
                  <a:solidFill>
                    <a:srgbClr val="4472C4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solidFill>
                        <a:schemeClr val="accent4"/>
                      </a:solidFill>
                    </a:endParaRPr>
                  </a:p>
                </p:txBody>
              </p:sp>
              <p:sp>
                <p:nvSpPr>
                  <p:cNvPr id="2245" name="弧形 2244">
                    <a:extLst>
                      <a:ext uri="{FF2B5EF4-FFF2-40B4-BE49-F238E27FC236}">
                        <a16:creationId xmlns:a16="http://schemas.microsoft.com/office/drawing/2014/main" id="{0390B342-BB77-6296-D523-B27D0655EB3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4598203" y="2048538"/>
                    <a:ext cx="1116806" cy="991377"/>
                  </a:xfrm>
                  <a:prstGeom prst="arc">
                    <a:avLst>
                      <a:gd name="adj1" fmla="val 19563312"/>
                      <a:gd name="adj2" fmla="val 720446"/>
                    </a:avLst>
                  </a:prstGeom>
                  <a:ln w="19050">
                    <a:solidFill>
                      <a:schemeClr val="accent1"/>
                    </a:solidFill>
                    <a:prstDash val="sysDash"/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accent4"/>
                      </a:solidFill>
                    </a:endParaRPr>
                  </a:p>
                </p:txBody>
              </p:sp>
            </p:grpSp>
            <p:grpSp>
              <p:nvGrpSpPr>
                <p:cNvPr id="2150" name="组合 2149">
                  <a:extLst>
                    <a:ext uri="{FF2B5EF4-FFF2-40B4-BE49-F238E27FC236}">
                      <a16:creationId xmlns:a16="http://schemas.microsoft.com/office/drawing/2014/main" id="{3EB75366-2AC8-0B2A-469F-D033F91F7D3D}"/>
                    </a:ext>
                  </a:extLst>
                </p:cNvPr>
                <p:cNvGrpSpPr/>
                <p:nvPr/>
              </p:nvGrpSpPr>
              <p:grpSpPr>
                <a:xfrm rot="19572177">
                  <a:off x="682150" y="155655"/>
                  <a:ext cx="514666" cy="666340"/>
                  <a:chOff x="4488834" y="1894749"/>
                  <a:chExt cx="1011474" cy="1177927"/>
                </a:xfrm>
              </p:grpSpPr>
              <p:sp>
                <p:nvSpPr>
                  <p:cNvPr id="2242" name="矩形 2241">
                    <a:extLst>
                      <a:ext uri="{FF2B5EF4-FFF2-40B4-BE49-F238E27FC236}">
                        <a16:creationId xmlns:a16="http://schemas.microsoft.com/office/drawing/2014/main" id="{D735079A-0C53-A3C2-1D52-6B7BF07B8B11}"/>
                      </a:ext>
                    </a:extLst>
                  </p:cNvPr>
                  <p:cNvSpPr/>
                  <p:nvPr/>
                </p:nvSpPr>
                <p:spPr>
                  <a:xfrm>
                    <a:off x="4488834" y="2904773"/>
                    <a:ext cx="399727" cy="167903"/>
                  </a:xfrm>
                  <a:prstGeom prst="rect">
                    <a:avLst/>
                  </a:prstGeom>
                  <a:solidFill>
                    <a:srgbClr val="4472C4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accent4"/>
                      </a:solidFill>
                    </a:endParaRPr>
                  </a:p>
                </p:txBody>
              </p:sp>
              <p:sp>
                <p:nvSpPr>
                  <p:cNvPr id="2243" name="弧形 2242">
                    <a:extLst>
                      <a:ext uri="{FF2B5EF4-FFF2-40B4-BE49-F238E27FC236}">
                        <a16:creationId xmlns:a16="http://schemas.microsoft.com/office/drawing/2014/main" id="{C31E2643-0CEA-773D-F7FB-2C7B7B4AA78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4446215" y="1957463"/>
                    <a:ext cx="1116807" cy="991379"/>
                  </a:xfrm>
                  <a:prstGeom prst="arc">
                    <a:avLst>
                      <a:gd name="adj1" fmla="val 19563312"/>
                      <a:gd name="adj2" fmla="val 720446"/>
                    </a:avLst>
                  </a:prstGeom>
                  <a:ln w="19050">
                    <a:solidFill>
                      <a:schemeClr val="accent1"/>
                    </a:solidFill>
                    <a:prstDash val="sysDash"/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accent4"/>
                      </a:solidFill>
                    </a:endParaRPr>
                  </a:p>
                </p:txBody>
              </p:sp>
            </p:grpSp>
            <p:grpSp>
              <p:nvGrpSpPr>
                <p:cNvPr id="2151" name="组合 2150">
                  <a:extLst>
                    <a:ext uri="{FF2B5EF4-FFF2-40B4-BE49-F238E27FC236}">
                      <a16:creationId xmlns:a16="http://schemas.microsoft.com/office/drawing/2014/main" id="{3BF4F091-BBE1-09F2-8863-B1EA1B51D85F}"/>
                    </a:ext>
                  </a:extLst>
                </p:cNvPr>
                <p:cNvGrpSpPr/>
                <p:nvPr/>
              </p:nvGrpSpPr>
              <p:grpSpPr>
                <a:xfrm rot="10800000">
                  <a:off x="1138879" y="607521"/>
                  <a:ext cx="403464" cy="115118"/>
                  <a:chOff x="1646441" y="4651931"/>
                  <a:chExt cx="653109" cy="167903"/>
                </a:xfrm>
              </p:grpSpPr>
              <p:sp>
                <p:nvSpPr>
                  <p:cNvPr id="2240" name="矩形 2239">
                    <a:extLst>
                      <a:ext uri="{FF2B5EF4-FFF2-40B4-BE49-F238E27FC236}">
                        <a16:creationId xmlns:a16="http://schemas.microsoft.com/office/drawing/2014/main" id="{FC653A52-9B24-EACD-D617-20883D888EC0}"/>
                      </a:ext>
                    </a:extLst>
                  </p:cNvPr>
                  <p:cNvSpPr/>
                  <p:nvPr/>
                </p:nvSpPr>
                <p:spPr>
                  <a:xfrm>
                    <a:off x="1646441" y="4651931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2241" name="直接箭头连接符 2240">
                    <a:extLst>
                      <a:ext uri="{FF2B5EF4-FFF2-40B4-BE49-F238E27FC236}">
                        <a16:creationId xmlns:a16="http://schemas.microsoft.com/office/drawing/2014/main" id="{E4E6F20F-AFA2-9B02-CC99-C3518C98B7DD}"/>
                      </a:ext>
                    </a:extLst>
                  </p:cNvPr>
                  <p:cNvCxnSpPr>
                    <a:cxnSpLocks/>
                    <a:stCxn id="2240" idx="3"/>
                  </p:cNvCxnSpPr>
                  <p:nvPr/>
                </p:nvCxnSpPr>
                <p:spPr>
                  <a:xfrm rot="10800000" flipH="1">
                    <a:off x="2046170" y="4735883"/>
                    <a:ext cx="253380" cy="0"/>
                  </a:xfrm>
                  <a:prstGeom prst="straightConnector1">
                    <a:avLst/>
                  </a:prstGeom>
                  <a:ln w="19050">
                    <a:prstDash val="sysDash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156" name="直接箭头连接符 2155">
                  <a:extLst>
                    <a:ext uri="{FF2B5EF4-FFF2-40B4-BE49-F238E27FC236}">
                      <a16:creationId xmlns:a16="http://schemas.microsoft.com/office/drawing/2014/main" id="{0533CA3D-7504-6D59-69C2-CA96BDF60E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27552" y="1032750"/>
                  <a:ext cx="270587" cy="47187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prstDash val="sysDash"/>
                  <a:headEnd type="triangl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157" name="直接箭头连接符 2156">
                  <a:extLst>
                    <a:ext uri="{FF2B5EF4-FFF2-40B4-BE49-F238E27FC236}">
                      <a16:creationId xmlns:a16="http://schemas.microsoft.com/office/drawing/2014/main" id="{7516A273-AEDD-6E44-CF2B-5096B4CCD8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2251" y="1037327"/>
                  <a:ext cx="1079207" cy="353317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prstDash val="sysDash"/>
                  <a:headEnd type="triangl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050" name="直接连接符 2049">
                  <a:extLst>
                    <a:ext uri="{FF2B5EF4-FFF2-40B4-BE49-F238E27FC236}">
                      <a16:creationId xmlns:a16="http://schemas.microsoft.com/office/drawing/2014/main" id="{5FA2F956-9986-FCC5-93A0-EACA6CA2C0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26611" y="1704749"/>
                  <a:ext cx="0" cy="1138330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043" name="组合 2042">
                  <a:extLst>
                    <a:ext uri="{FF2B5EF4-FFF2-40B4-BE49-F238E27FC236}">
                      <a16:creationId xmlns:a16="http://schemas.microsoft.com/office/drawing/2014/main" id="{17CC5E21-A64A-9F09-B321-FFAED4B59F95}"/>
                    </a:ext>
                  </a:extLst>
                </p:cNvPr>
                <p:cNvGrpSpPr/>
                <p:nvPr/>
              </p:nvGrpSpPr>
              <p:grpSpPr>
                <a:xfrm rot="5400000">
                  <a:off x="1833629" y="2528830"/>
                  <a:ext cx="280203" cy="60770"/>
                  <a:chOff x="1680618" y="4633176"/>
                  <a:chExt cx="634068" cy="167903"/>
                </a:xfrm>
              </p:grpSpPr>
              <p:sp>
                <p:nvSpPr>
                  <p:cNvPr id="2047" name="矩形 2046">
                    <a:extLst>
                      <a:ext uri="{FF2B5EF4-FFF2-40B4-BE49-F238E27FC236}">
                        <a16:creationId xmlns:a16="http://schemas.microsoft.com/office/drawing/2014/main" id="{59C4A9F0-CA4D-2966-4F3D-CDBA017ABED1}"/>
                      </a:ext>
                    </a:extLst>
                  </p:cNvPr>
                  <p:cNvSpPr/>
                  <p:nvPr/>
                </p:nvSpPr>
                <p:spPr>
                  <a:xfrm>
                    <a:off x="1680618" y="4633176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2048" name="直接箭头连接符 2047">
                    <a:extLst>
                      <a:ext uri="{FF2B5EF4-FFF2-40B4-BE49-F238E27FC236}">
                        <a16:creationId xmlns:a16="http://schemas.microsoft.com/office/drawing/2014/main" id="{5AA1142A-6CF4-BA33-7B8C-895312B9BBC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134804" y="4717128"/>
                    <a:ext cx="179882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044" name="组合 2043">
                  <a:extLst>
                    <a:ext uri="{FF2B5EF4-FFF2-40B4-BE49-F238E27FC236}">
                      <a16:creationId xmlns:a16="http://schemas.microsoft.com/office/drawing/2014/main" id="{5E8365EF-AEA4-256B-88F6-ACED4E517468}"/>
                    </a:ext>
                  </a:extLst>
                </p:cNvPr>
                <p:cNvGrpSpPr/>
                <p:nvPr/>
              </p:nvGrpSpPr>
              <p:grpSpPr>
                <a:xfrm rot="16200000">
                  <a:off x="1944309" y="2483807"/>
                  <a:ext cx="280206" cy="60770"/>
                  <a:chOff x="1680623" y="4504249"/>
                  <a:chExt cx="634076" cy="167903"/>
                </a:xfrm>
              </p:grpSpPr>
              <p:sp>
                <p:nvSpPr>
                  <p:cNvPr id="2045" name="矩形 2044">
                    <a:extLst>
                      <a:ext uri="{FF2B5EF4-FFF2-40B4-BE49-F238E27FC236}">
                        <a16:creationId xmlns:a16="http://schemas.microsoft.com/office/drawing/2014/main" id="{836953A6-AFB9-0568-E209-AA65132C45C9}"/>
                      </a:ext>
                    </a:extLst>
                  </p:cNvPr>
                  <p:cNvSpPr/>
                  <p:nvPr/>
                </p:nvSpPr>
                <p:spPr>
                  <a:xfrm>
                    <a:off x="1680623" y="4504249"/>
                    <a:ext cx="399728" cy="167903"/>
                  </a:xfrm>
                  <a:prstGeom prst="rect">
                    <a:avLst/>
                  </a:prstGeom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2046" name="直接箭头连接符 2045">
                    <a:extLst>
                      <a:ext uri="{FF2B5EF4-FFF2-40B4-BE49-F238E27FC236}">
                        <a16:creationId xmlns:a16="http://schemas.microsoft.com/office/drawing/2014/main" id="{29A20173-DF37-89AF-C4D5-351931E8DD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134818" y="4588214"/>
                    <a:ext cx="179881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152" name="直接连接符 2151">
                  <a:extLst>
                    <a:ext uri="{FF2B5EF4-FFF2-40B4-BE49-F238E27FC236}">
                      <a16:creationId xmlns:a16="http://schemas.microsoft.com/office/drawing/2014/main" id="{BB56EAB4-90E8-096F-7940-F3F8B69568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19906" y="669184"/>
                  <a:ext cx="693604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A93C26B7-6B18-0ECA-CDB6-C2089165A499}"/>
              </a:ext>
            </a:extLst>
          </p:cNvPr>
          <p:cNvCxnSpPr/>
          <p:nvPr/>
        </p:nvCxnSpPr>
        <p:spPr>
          <a:xfrm>
            <a:off x="1648913" y="718346"/>
            <a:ext cx="0" cy="575738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7313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15</Words>
  <Application>Microsoft Office PowerPoint</Application>
  <PresentationFormat>宽屏</PresentationFormat>
  <Paragraphs>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 turtle</dc:creator>
  <cp:lastModifiedBy>1 turtle</cp:lastModifiedBy>
  <cp:revision>14</cp:revision>
  <dcterms:created xsi:type="dcterms:W3CDTF">2025-03-10T06:29:20Z</dcterms:created>
  <dcterms:modified xsi:type="dcterms:W3CDTF">2025-12-23T06:55:35Z</dcterms:modified>
</cp:coreProperties>
</file>