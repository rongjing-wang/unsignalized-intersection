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625E8-921C-1C3D-0ED1-787CCEA72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E0BA06-CD0C-B761-6DB7-B02F27DEF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D9BCC3-D8A0-19DD-B73F-C278E766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7F1EF0-431D-C270-61C9-C0A90EEE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F8086-DD38-E06F-6312-AA93B596B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0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43A5A-C68E-9EDA-69A6-83A5973F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27253-9253-1CF1-8924-400727278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4A3E69-E17F-FF03-AA1D-59291847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2EFA9-B5B7-5BAE-17E1-718B2C2F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576EDD-F301-9572-D5F0-9763DD6D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993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F5F1A-08DC-C5B3-A7F3-2B35CBB3F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DB94BF-1167-F16C-E3D2-EFBA9D553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905282-ED5A-53D2-1606-5567A7F2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77A1F6-5F40-32D9-BFE6-F75CF921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64B871-320F-18F4-0D0B-398B6599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41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C154B-49B5-26A6-02F3-8985B27A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EDBDAD-C116-275B-661F-35EB71CA0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32EC67-CD30-6F17-5B66-B652A64F1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B48FB1-A6F3-7CD9-9A5B-DDDFAA6C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72D683-44AD-1EC1-98FB-55656CE9D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2B46B4-9DCC-5A1C-5CA7-7AA55407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92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87170-56EA-D295-C1D7-30202FA00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4F3BB3-641D-DA22-31F7-72564203C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8EE2DE-F8BE-DD02-82CB-65250B5DE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6C66A3-BB55-AE14-A0C6-0635DF9C9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78A433-6748-1115-045B-71A8E871F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1609A4-0753-C403-96D7-17187135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510470-EEEA-6587-A19E-A9A48353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338E4E-7FA5-E632-60CE-D16C15A0E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77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0F7B6-9C51-9AD9-D4C5-6B64D720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CA817A-DDA2-7E0B-7F32-D298EF39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67CDEF-C7FF-E0E9-DDD3-ECD06868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6C81FE-E46A-99C9-24E3-5850AB10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18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E6E787-80A5-1274-7B5A-6A643316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881BB5-39A9-B2B5-3331-8F274251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BFF7D0-0691-27A7-2192-9A5D0FE5C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856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46908-CFDF-FFC4-9D0D-60056791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811D8-A4EC-BCB9-0E8B-3B624311B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FF1B95-8A4C-DD97-516C-76E93F3F2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0FFF16-50DA-EB0B-19D0-6C4AEB992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30B0C9-9AB5-5E65-74B3-38B5ECF04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AB8F2F-F468-6EFF-E447-E1CF7561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79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FEF16-93B1-BB0E-19F5-5E837098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2131AF-50C1-D8AF-1235-FF6B1D9E1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4E58BF-B950-3EBA-2CA4-29E2D94D0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78F28-DC16-A894-385F-7731186BC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88085A-C3B1-3F85-24E1-694CD7E7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3A27A1-4AFF-DD5A-3066-C279C107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713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734DA-82B1-0D25-A72E-D18B894B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28D664-F291-3904-9FC9-39731C605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14537-B99B-D821-8C90-A433F06D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7DC844-3A6F-37B6-BBC7-053DF5C1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5EADB4-8459-BE99-193A-D2C0A36B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1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EB9556-FF17-F218-7A29-817EBE3AA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843881-1D46-E3EB-FF71-8DB866B13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584744-7A85-37A2-BA55-9E322B7B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7882B3-7535-F743-F032-E400B200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133F4-5D14-1B70-C87B-4EABCAB8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42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0F689E-63A7-6BEB-15E8-34326714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4F9326-F0BD-A534-539B-A906E4191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7ED280-75CD-FD3D-6C5D-79BEB69CE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DF65F-305C-4F7A-8C8E-58598E9CAEEC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756F11-9D15-388C-37C7-3AFC4F419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5275FF-B37D-CFE1-91B3-39E05AEEB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8641C-F3BF-4E18-82FF-82D770EB2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8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CEF7157-0C43-4C15-954D-167F64036B53}"/>
              </a:ext>
            </a:extLst>
          </p:cNvPr>
          <p:cNvCxnSpPr>
            <a:cxnSpLocks/>
          </p:cNvCxnSpPr>
          <p:nvPr/>
        </p:nvCxnSpPr>
        <p:spPr>
          <a:xfrm flipV="1">
            <a:off x="5688321" y="347032"/>
            <a:ext cx="0" cy="6403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7CCD457-FD6E-5C62-EFBB-844280FDDE41}"/>
              </a:ext>
            </a:extLst>
          </p:cNvPr>
          <p:cNvCxnSpPr>
            <a:cxnSpLocks/>
          </p:cNvCxnSpPr>
          <p:nvPr/>
        </p:nvCxnSpPr>
        <p:spPr>
          <a:xfrm flipV="1">
            <a:off x="5954126" y="353382"/>
            <a:ext cx="0" cy="6396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EFE0FE20-7F23-8B43-48EE-89CB32C258E2}"/>
              </a:ext>
            </a:extLst>
          </p:cNvPr>
          <p:cNvGrpSpPr/>
          <p:nvPr/>
        </p:nvGrpSpPr>
        <p:grpSpPr>
          <a:xfrm>
            <a:off x="2778615" y="3012806"/>
            <a:ext cx="2661778" cy="3539380"/>
            <a:chOff x="3528644" y="2308337"/>
            <a:chExt cx="2661778" cy="3510084"/>
          </a:xfrm>
        </p:grpSpPr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C9706DDA-A1C4-63D6-8CEA-512D60F0B677}"/>
                </a:ext>
              </a:extLst>
            </p:cNvPr>
            <p:cNvSpPr/>
            <p:nvPr/>
          </p:nvSpPr>
          <p:spPr>
            <a:xfrm>
              <a:off x="3528644" y="2308337"/>
              <a:ext cx="2661778" cy="2661778"/>
            </a:xfrm>
            <a:prstGeom prst="arc">
              <a:avLst>
                <a:gd name="adj1" fmla="val 18095350"/>
                <a:gd name="adj2" fmla="val 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BD8ECCA-163E-5AB9-E8B1-2E7A8576F2FE}"/>
                </a:ext>
              </a:extLst>
            </p:cNvPr>
            <p:cNvCxnSpPr>
              <a:cxnSpLocks/>
            </p:cNvCxnSpPr>
            <p:nvPr/>
          </p:nvCxnSpPr>
          <p:spPr>
            <a:xfrm>
              <a:off x="6187244" y="3609244"/>
              <a:ext cx="0" cy="2209177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A065419-A34D-2953-D4C0-64DE9BFB0A97}"/>
              </a:ext>
            </a:extLst>
          </p:cNvPr>
          <p:cNvGrpSpPr/>
          <p:nvPr/>
        </p:nvGrpSpPr>
        <p:grpSpPr>
          <a:xfrm>
            <a:off x="6247399" y="3883343"/>
            <a:ext cx="2321495" cy="2866707"/>
            <a:chOff x="7718116" y="2956143"/>
            <a:chExt cx="2321495" cy="2866707"/>
          </a:xfrm>
        </p:grpSpPr>
        <p:sp>
          <p:nvSpPr>
            <p:cNvPr id="23" name="弧形 22">
              <a:extLst>
                <a:ext uri="{FF2B5EF4-FFF2-40B4-BE49-F238E27FC236}">
                  <a16:creationId xmlns:a16="http://schemas.microsoft.com/office/drawing/2014/main" id="{6250ECB9-B756-5C7B-4FF5-97765F2E3D85}"/>
                </a:ext>
              </a:extLst>
            </p:cNvPr>
            <p:cNvSpPr/>
            <p:nvPr/>
          </p:nvSpPr>
          <p:spPr>
            <a:xfrm rot="16200000">
              <a:off x="7718116" y="2956143"/>
              <a:ext cx="1697276" cy="1697276"/>
            </a:xfrm>
            <a:prstGeom prst="arc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5646882F-A79F-AC1E-1CA6-FFFED524DB9A}"/>
                </a:ext>
              </a:extLst>
            </p:cNvPr>
            <p:cNvCxnSpPr>
              <a:cxnSpLocks/>
            </p:cNvCxnSpPr>
            <p:nvPr/>
          </p:nvCxnSpPr>
          <p:spPr>
            <a:xfrm>
              <a:off x="7718116" y="3810955"/>
              <a:ext cx="0" cy="201189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92E9C54-CB3A-6F39-730E-22DC3FDB7746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8566754" y="2956143"/>
              <a:ext cx="14728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B43CDBF-4D82-2E3B-F21F-0F11A962DB43}"/>
              </a:ext>
            </a:extLst>
          </p:cNvPr>
          <p:cNvCxnSpPr>
            <a:cxnSpLocks/>
          </p:cNvCxnSpPr>
          <p:nvPr/>
        </p:nvCxnSpPr>
        <p:spPr>
          <a:xfrm>
            <a:off x="1173855" y="3879967"/>
            <a:ext cx="861366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C964DAD-4310-556F-0A54-271BFBB2C13E}"/>
              </a:ext>
            </a:extLst>
          </p:cNvPr>
          <p:cNvCxnSpPr>
            <a:cxnSpLocks/>
          </p:cNvCxnSpPr>
          <p:nvPr/>
        </p:nvCxnSpPr>
        <p:spPr>
          <a:xfrm>
            <a:off x="1178560" y="3622879"/>
            <a:ext cx="860895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669FACC-3499-E4FA-B30E-116499989BF5}"/>
              </a:ext>
            </a:extLst>
          </p:cNvPr>
          <p:cNvGrpSpPr/>
          <p:nvPr/>
        </p:nvGrpSpPr>
        <p:grpSpPr>
          <a:xfrm>
            <a:off x="1178560" y="4112980"/>
            <a:ext cx="3347368" cy="2149259"/>
            <a:chOff x="2090494" y="4031815"/>
            <a:chExt cx="3347368" cy="2149259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FA090AF-66E3-865A-9DCB-3A44C9AAF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0494" y="4033403"/>
              <a:ext cx="22727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弧形 42">
              <a:extLst>
                <a:ext uri="{FF2B5EF4-FFF2-40B4-BE49-F238E27FC236}">
                  <a16:creationId xmlns:a16="http://schemas.microsoft.com/office/drawing/2014/main" id="{CDB3B1B7-EEC4-F668-9430-C374868FA3E8}"/>
                </a:ext>
              </a:extLst>
            </p:cNvPr>
            <p:cNvSpPr/>
            <p:nvPr/>
          </p:nvSpPr>
          <p:spPr>
            <a:xfrm>
              <a:off x="3288603" y="4031815"/>
              <a:ext cx="2149259" cy="2149259"/>
            </a:xfrm>
            <a:prstGeom prst="arc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6ED2760-A623-2FE2-A230-FE76238A1BAE}"/>
              </a:ext>
            </a:extLst>
          </p:cNvPr>
          <p:cNvCxnSpPr>
            <a:cxnSpLocks/>
          </p:cNvCxnSpPr>
          <p:nvPr/>
        </p:nvCxnSpPr>
        <p:spPr>
          <a:xfrm flipV="1">
            <a:off x="4524158" y="319414"/>
            <a:ext cx="0" cy="643063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FE4430B-CEBC-6DE6-156A-DA5F05071A18}"/>
              </a:ext>
            </a:extLst>
          </p:cNvPr>
          <p:cNvCxnSpPr>
            <a:cxnSpLocks/>
          </p:cNvCxnSpPr>
          <p:nvPr/>
        </p:nvCxnSpPr>
        <p:spPr>
          <a:xfrm flipV="1">
            <a:off x="4821213" y="318109"/>
            <a:ext cx="0" cy="643194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9828FFD0-0A48-EE77-8D2B-CE8A64F00C55}"/>
              </a:ext>
            </a:extLst>
          </p:cNvPr>
          <p:cNvGrpSpPr/>
          <p:nvPr/>
        </p:nvGrpSpPr>
        <p:grpSpPr>
          <a:xfrm>
            <a:off x="1407583" y="318109"/>
            <a:ext cx="2860831" cy="2690312"/>
            <a:chOff x="1286933" y="45059"/>
            <a:chExt cx="2860831" cy="2690312"/>
          </a:xfrm>
        </p:grpSpPr>
        <p:sp>
          <p:nvSpPr>
            <p:cNvPr id="60" name="弧形 59">
              <a:extLst>
                <a:ext uri="{FF2B5EF4-FFF2-40B4-BE49-F238E27FC236}">
                  <a16:creationId xmlns:a16="http://schemas.microsoft.com/office/drawing/2014/main" id="{C915DA30-BE1D-7283-6667-A94796AECF64}"/>
                </a:ext>
              </a:extLst>
            </p:cNvPr>
            <p:cNvSpPr/>
            <p:nvPr/>
          </p:nvSpPr>
          <p:spPr>
            <a:xfrm rot="5400000">
              <a:off x="2839665" y="1427272"/>
              <a:ext cx="1308099" cy="1308099"/>
            </a:xfrm>
            <a:prstGeom prst="arc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DB731BBC-4DAD-0DA8-0484-B634A95770AD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V="1">
              <a:off x="4147764" y="45059"/>
              <a:ext cx="0" cy="2036262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3A0037CF-81C9-EBD1-A491-E5109B9CC44C}"/>
                </a:ext>
              </a:extLst>
            </p:cNvPr>
            <p:cNvCxnSpPr>
              <a:stCxn id="60" idx="2"/>
            </p:cNvCxnSpPr>
            <p:nvPr/>
          </p:nvCxnSpPr>
          <p:spPr>
            <a:xfrm flipH="1">
              <a:off x="1286933" y="2735371"/>
              <a:ext cx="22067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9D5ED59-34EA-C5E6-C8E3-2F8AFBC810DB}"/>
              </a:ext>
            </a:extLst>
          </p:cNvPr>
          <p:cNvCxnSpPr>
            <a:cxnSpLocks/>
          </p:cNvCxnSpPr>
          <p:nvPr/>
        </p:nvCxnSpPr>
        <p:spPr>
          <a:xfrm>
            <a:off x="1134702" y="3008421"/>
            <a:ext cx="8606198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1C189B55-51FB-C45B-C2FA-95EDB2617DC2}"/>
              </a:ext>
            </a:extLst>
          </p:cNvPr>
          <p:cNvCxnSpPr>
            <a:cxnSpLocks/>
          </p:cNvCxnSpPr>
          <p:nvPr/>
        </p:nvCxnSpPr>
        <p:spPr>
          <a:xfrm>
            <a:off x="1134702" y="3224894"/>
            <a:ext cx="8606198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6F5BBF62-DD9A-A1D8-F29B-54A1C4FAC40A}"/>
              </a:ext>
            </a:extLst>
          </p:cNvPr>
          <p:cNvGrpSpPr/>
          <p:nvPr/>
        </p:nvGrpSpPr>
        <p:grpSpPr>
          <a:xfrm>
            <a:off x="5179650" y="353382"/>
            <a:ext cx="2185374" cy="3429792"/>
            <a:chOff x="5639777" y="-23804"/>
            <a:chExt cx="2185374" cy="3429792"/>
          </a:xfrm>
        </p:grpSpPr>
        <p:sp>
          <p:nvSpPr>
            <p:cNvPr id="70" name="弧形 69">
              <a:extLst>
                <a:ext uri="{FF2B5EF4-FFF2-40B4-BE49-F238E27FC236}">
                  <a16:creationId xmlns:a16="http://schemas.microsoft.com/office/drawing/2014/main" id="{E0076A2C-B8C9-2CDC-3C3F-46A1FD8CD26E}"/>
                </a:ext>
              </a:extLst>
            </p:cNvPr>
            <p:cNvSpPr/>
            <p:nvPr/>
          </p:nvSpPr>
          <p:spPr>
            <a:xfrm rot="10800000">
              <a:off x="5639777" y="1220614"/>
              <a:ext cx="2185374" cy="2185374"/>
            </a:xfrm>
            <a:prstGeom prst="arc">
              <a:avLst>
                <a:gd name="adj1" fmla="val 18095916"/>
                <a:gd name="adj2" fmla="val 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EE554E6E-5EEB-33E8-66BC-73509DF8226F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 flipV="1">
              <a:off x="5639777" y="-23804"/>
              <a:ext cx="0" cy="23371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DE181B3-84AD-D3DD-7C84-4E9A6C120DA9}"/>
              </a:ext>
            </a:extLst>
          </p:cNvPr>
          <p:cNvGrpSpPr/>
          <p:nvPr/>
        </p:nvGrpSpPr>
        <p:grpSpPr>
          <a:xfrm>
            <a:off x="5957990" y="1667048"/>
            <a:ext cx="3749043" cy="1146132"/>
            <a:chOff x="7165270" y="1630352"/>
            <a:chExt cx="3749043" cy="1146132"/>
          </a:xfrm>
        </p:grpSpPr>
        <p:sp>
          <p:nvSpPr>
            <p:cNvPr id="75" name="弧形 74">
              <a:extLst>
                <a:ext uri="{FF2B5EF4-FFF2-40B4-BE49-F238E27FC236}">
                  <a16:creationId xmlns:a16="http://schemas.microsoft.com/office/drawing/2014/main" id="{46DE0E70-BD9E-D78D-A233-D551BE8ACBF9}"/>
                </a:ext>
              </a:extLst>
            </p:cNvPr>
            <p:cNvSpPr/>
            <p:nvPr/>
          </p:nvSpPr>
          <p:spPr>
            <a:xfrm rot="10800000">
              <a:off x="7165270" y="1630352"/>
              <a:ext cx="1146132" cy="1146132"/>
            </a:xfrm>
            <a:prstGeom prst="arc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D6DFEBAB-02A9-F6AC-AA38-2C21D8261FF5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>
              <a:off x="7738336" y="2776484"/>
              <a:ext cx="3175977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1B878CC-4E72-26C1-30B2-D60B6C82F2B1}"/>
              </a:ext>
            </a:extLst>
          </p:cNvPr>
          <p:cNvGrpSpPr/>
          <p:nvPr/>
        </p:nvGrpSpPr>
        <p:grpSpPr>
          <a:xfrm>
            <a:off x="4534216" y="3388600"/>
            <a:ext cx="5302649" cy="2660649"/>
            <a:chOff x="4626632" y="3477986"/>
            <a:chExt cx="5302649" cy="2660649"/>
          </a:xfrm>
        </p:grpSpPr>
        <p:sp>
          <p:nvSpPr>
            <p:cNvPr id="78" name="弧形 77">
              <a:extLst>
                <a:ext uri="{FF2B5EF4-FFF2-40B4-BE49-F238E27FC236}">
                  <a16:creationId xmlns:a16="http://schemas.microsoft.com/office/drawing/2014/main" id="{8D18A07C-5E26-8B56-732A-318090264E78}"/>
                </a:ext>
              </a:extLst>
            </p:cNvPr>
            <p:cNvSpPr/>
            <p:nvPr/>
          </p:nvSpPr>
          <p:spPr>
            <a:xfrm rot="16200000">
              <a:off x="4626632" y="3477986"/>
              <a:ext cx="2660649" cy="2660649"/>
            </a:xfrm>
            <a:prstGeom prst="arc">
              <a:avLst>
                <a:gd name="adj1" fmla="val 18496373"/>
                <a:gd name="adj2" fmla="val 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3132FC70-4B4A-E20D-3425-39CDFD54E325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>
              <a:off x="5956957" y="3477986"/>
              <a:ext cx="3972324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981D470C-0327-F49B-85F7-19A206A72C9D}"/>
              </a:ext>
            </a:extLst>
          </p:cNvPr>
          <p:cNvGrpSpPr/>
          <p:nvPr/>
        </p:nvGrpSpPr>
        <p:grpSpPr>
          <a:xfrm>
            <a:off x="1302111" y="2461455"/>
            <a:ext cx="4461700" cy="994108"/>
            <a:chOff x="1239328" y="2455208"/>
            <a:chExt cx="4465109" cy="994108"/>
          </a:xfrm>
        </p:grpSpPr>
        <p:sp>
          <p:nvSpPr>
            <p:cNvPr id="105" name="弧形 104">
              <a:extLst>
                <a:ext uri="{FF2B5EF4-FFF2-40B4-BE49-F238E27FC236}">
                  <a16:creationId xmlns:a16="http://schemas.microsoft.com/office/drawing/2014/main" id="{646FC1BC-775B-B5F8-18A4-ACB4F9342C1F}"/>
                </a:ext>
              </a:extLst>
            </p:cNvPr>
            <p:cNvSpPr/>
            <p:nvPr/>
          </p:nvSpPr>
          <p:spPr>
            <a:xfrm rot="5690008">
              <a:off x="4710329" y="2455208"/>
              <a:ext cx="994108" cy="994108"/>
            </a:xfrm>
            <a:prstGeom prst="arc">
              <a:avLst>
                <a:gd name="adj1" fmla="val 17906426"/>
                <a:gd name="adj2" fmla="val 21336258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88169E56-1D9F-0868-961F-AC4084621010}"/>
                </a:ext>
              </a:extLst>
            </p:cNvPr>
            <p:cNvCxnSpPr>
              <a:cxnSpLocks/>
              <a:stCxn id="105" idx="2"/>
            </p:cNvCxnSpPr>
            <p:nvPr/>
          </p:nvCxnSpPr>
          <p:spPr>
            <a:xfrm flipH="1">
              <a:off x="1239328" y="3449299"/>
              <a:ext cx="3964255" cy="3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椭圆 146">
            <a:extLst>
              <a:ext uri="{FF2B5EF4-FFF2-40B4-BE49-F238E27FC236}">
                <a16:creationId xmlns:a16="http://schemas.microsoft.com/office/drawing/2014/main" id="{F1704D70-81A4-165C-928A-BC54A34BAFD3}"/>
              </a:ext>
            </a:extLst>
          </p:cNvPr>
          <p:cNvSpPr/>
          <p:nvPr/>
        </p:nvSpPr>
        <p:spPr>
          <a:xfrm>
            <a:off x="4496881" y="3198459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4AA99026-4D12-3279-EA66-4DB1F8FA2049}"/>
              </a:ext>
            </a:extLst>
          </p:cNvPr>
          <p:cNvSpPr/>
          <p:nvPr/>
        </p:nvSpPr>
        <p:spPr>
          <a:xfrm>
            <a:off x="4501224" y="2973295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BE4FC07F-073D-C676-3DF4-98BC33377E9C}"/>
              </a:ext>
            </a:extLst>
          </p:cNvPr>
          <p:cNvSpPr/>
          <p:nvPr/>
        </p:nvSpPr>
        <p:spPr>
          <a:xfrm>
            <a:off x="4493415" y="3415939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92E1FE0C-CDBF-AB47-41AF-4021A117290B}"/>
              </a:ext>
            </a:extLst>
          </p:cNvPr>
          <p:cNvSpPr/>
          <p:nvPr/>
        </p:nvSpPr>
        <p:spPr>
          <a:xfrm>
            <a:off x="4500228" y="3590050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76769B44-461C-5FC2-357A-2066ACD84DE7}"/>
              </a:ext>
            </a:extLst>
          </p:cNvPr>
          <p:cNvSpPr/>
          <p:nvPr/>
        </p:nvSpPr>
        <p:spPr>
          <a:xfrm>
            <a:off x="4500227" y="3857642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D857D455-EDEC-2D1C-3BC9-2FC4279DE475}"/>
              </a:ext>
            </a:extLst>
          </p:cNvPr>
          <p:cNvSpPr/>
          <p:nvPr/>
        </p:nvSpPr>
        <p:spPr>
          <a:xfrm>
            <a:off x="4786924" y="3867929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30F2D949-397B-8CA5-7338-051949AEFC2E}"/>
              </a:ext>
            </a:extLst>
          </p:cNvPr>
          <p:cNvSpPr/>
          <p:nvPr/>
        </p:nvSpPr>
        <p:spPr>
          <a:xfrm>
            <a:off x="5667401" y="3890133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90D40ED6-62F6-CC7F-F0EB-9B58CE60D443}"/>
              </a:ext>
            </a:extLst>
          </p:cNvPr>
          <p:cNvSpPr/>
          <p:nvPr/>
        </p:nvSpPr>
        <p:spPr>
          <a:xfrm>
            <a:off x="5936827" y="3860842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65895DA9-7640-5301-287C-78F480C6CA46}"/>
              </a:ext>
            </a:extLst>
          </p:cNvPr>
          <p:cNvSpPr/>
          <p:nvPr/>
        </p:nvSpPr>
        <p:spPr>
          <a:xfrm>
            <a:off x="5921288" y="3605073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0434BB11-972F-C197-8E31-1D873FF93C56}"/>
              </a:ext>
            </a:extLst>
          </p:cNvPr>
          <p:cNvSpPr/>
          <p:nvPr/>
        </p:nvSpPr>
        <p:spPr>
          <a:xfrm>
            <a:off x="5926237" y="3191301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C843BED3-4586-0329-7225-96E740EDF3B6}"/>
              </a:ext>
            </a:extLst>
          </p:cNvPr>
          <p:cNvSpPr/>
          <p:nvPr/>
        </p:nvSpPr>
        <p:spPr>
          <a:xfrm>
            <a:off x="5926238" y="2988645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7F81BF32-8033-EAFF-44BD-774019834174}"/>
              </a:ext>
            </a:extLst>
          </p:cNvPr>
          <p:cNvSpPr/>
          <p:nvPr/>
        </p:nvSpPr>
        <p:spPr>
          <a:xfrm>
            <a:off x="4786924" y="2982200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FF70BC90-D1E9-B5C7-9FAE-C1B7F9BB24BA}"/>
              </a:ext>
            </a:extLst>
          </p:cNvPr>
          <p:cNvSpPr/>
          <p:nvPr/>
        </p:nvSpPr>
        <p:spPr>
          <a:xfrm>
            <a:off x="5645477" y="2988644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BEBE0120-E20E-2CC0-F807-17636A7679F5}"/>
              </a:ext>
            </a:extLst>
          </p:cNvPr>
          <p:cNvSpPr/>
          <p:nvPr/>
        </p:nvSpPr>
        <p:spPr>
          <a:xfrm>
            <a:off x="4796208" y="3193544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39525FC0-3FC5-B14F-DB02-D8B679481AD8}"/>
              </a:ext>
            </a:extLst>
          </p:cNvPr>
          <p:cNvSpPr/>
          <p:nvPr/>
        </p:nvSpPr>
        <p:spPr>
          <a:xfrm>
            <a:off x="4786924" y="3445040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1E43A800-BC01-677A-651B-CB5B6FB530C7}"/>
              </a:ext>
            </a:extLst>
          </p:cNvPr>
          <p:cNvSpPr/>
          <p:nvPr/>
        </p:nvSpPr>
        <p:spPr>
          <a:xfrm>
            <a:off x="4802056" y="3590049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973C44AE-E188-6E45-E2A9-5D110F8C9EAE}"/>
              </a:ext>
            </a:extLst>
          </p:cNvPr>
          <p:cNvSpPr/>
          <p:nvPr/>
        </p:nvSpPr>
        <p:spPr>
          <a:xfrm>
            <a:off x="5645477" y="3600610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B0902AFB-DFEB-C46C-522E-1A06E0456508}"/>
              </a:ext>
            </a:extLst>
          </p:cNvPr>
          <p:cNvSpPr/>
          <p:nvPr/>
        </p:nvSpPr>
        <p:spPr>
          <a:xfrm>
            <a:off x="5660854" y="3183662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C3CD037D-F6D2-6730-8879-06467E36D372}"/>
              </a:ext>
            </a:extLst>
          </p:cNvPr>
          <p:cNvSpPr/>
          <p:nvPr/>
        </p:nvSpPr>
        <p:spPr>
          <a:xfrm>
            <a:off x="5059750" y="3437177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D3EC172C-97A1-72E6-D0F0-A30567837721}"/>
              </a:ext>
            </a:extLst>
          </p:cNvPr>
          <p:cNvSpPr/>
          <p:nvPr/>
        </p:nvSpPr>
        <p:spPr>
          <a:xfrm>
            <a:off x="5476596" y="3436736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B2D124AD-5411-D093-3A46-15CDC38212BE}"/>
              </a:ext>
            </a:extLst>
          </p:cNvPr>
          <p:cNvSpPr/>
          <p:nvPr/>
        </p:nvSpPr>
        <p:spPr>
          <a:xfrm>
            <a:off x="5263339" y="3860842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5D615820-AD4C-6584-5340-E2706573579F}"/>
              </a:ext>
            </a:extLst>
          </p:cNvPr>
          <p:cNvSpPr/>
          <p:nvPr/>
        </p:nvSpPr>
        <p:spPr>
          <a:xfrm>
            <a:off x="5911128" y="3364745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6BA5005F-34FA-4B0C-DA59-F919C1C991BA}"/>
              </a:ext>
            </a:extLst>
          </p:cNvPr>
          <p:cNvSpPr/>
          <p:nvPr/>
        </p:nvSpPr>
        <p:spPr>
          <a:xfrm>
            <a:off x="5204810" y="2987158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53266212-4F86-E93D-BA74-F24B08A4282B}"/>
              </a:ext>
            </a:extLst>
          </p:cNvPr>
          <p:cNvSpPr/>
          <p:nvPr/>
        </p:nvSpPr>
        <p:spPr>
          <a:xfrm>
            <a:off x="5651759" y="3382623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10882825-26D4-EF11-6453-B6D122345A3D}"/>
              </a:ext>
            </a:extLst>
          </p:cNvPr>
          <p:cNvSpPr/>
          <p:nvPr/>
        </p:nvSpPr>
        <p:spPr>
          <a:xfrm>
            <a:off x="5429933" y="3361202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D34717DC-B35B-6396-1F40-216D6F2F1ACF}"/>
              </a:ext>
            </a:extLst>
          </p:cNvPr>
          <p:cNvSpPr/>
          <p:nvPr/>
        </p:nvSpPr>
        <p:spPr>
          <a:xfrm>
            <a:off x="5073840" y="3610152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21FEDC6D-ACC9-F5B1-1ACB-4F6AB76D32F1}"/>
              </a:ext>
            </a:extLst>
          </p:cNvPr>
          <p:cNvSpPr/>
          <p:nvPr/>
        </p:nvSpPr>
        <p:spPr>
          <a:xfrm>
            <a:off x="5306410" y="3195438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0578D37C-7C42-BCA7-6DB2-CC342E8AC265}"/>
              </a:ext>
            </a:extLst>
          </p:cNvPr>
          <p:cNvSpPr/>
          <p:nvPr/>
        </p:nvSpPr>
        <p:spPr>
          <a:xfrm>
            <a:off x="5170419" y="3539767"/>
            <a:ext cx="51399" cy="51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71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 turtle</dc:creator>
  <cp:lastModifiedBy>1 turtle</cp:lastModifiedBy>
  <cp:revision>2</cp:revision>
  <dcterms:created xsi:type="dcterms:W3CDTF">2025-12-17T12:22:37Z</dcterms:created>
  <dcterms:modified xsi:type="dcterms:W3CDTF">2025-12-31T04:02:11Z</dcterms:modified>
</cp:coreProperties>
</file>