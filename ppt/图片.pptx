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2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F3DF2D-0F86-6A33-83C0-3F45A91050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2376B51-BEC2-A54F-547D-B6E970CBD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641F83-FC61-7025-448A-101ED1FC3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646A5-9CE0-417F-907C-75BB4AE29ED8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F3123F-2DDA-F6F4-548A-304A77703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58E230-407B-5A1A-7C0E-038777FE7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C6AD5-866E-46B5-95AA-76450CCCBE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265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0C5870-7F39-589D-B661-9CEB852BE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39CEDF-DAA5-82B9-55FD-BD5F642AF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1E5D70-256B-5E6C-F469-83679EFAF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646A5-9CE0-417F-907C-75BB4AE29ED8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E0DDCC-24C4-90EE-D677-F894DA0DD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ED7246-98E4-69ED-0112-2CAA6759E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C6AD5-866E-46B5-95AA-76450CCCBE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3852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C35477-FE8D-FC2E-C4EE-BEA7DF70D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BD9483-D817-8A9A-3A3B-318629BEF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A221E6-7087-5715-3410-22F4E5F02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646A5-9CE0-417F-907C-75BB4AE29ED8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1D339E-849D-623D-25EB-98A296CA4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FB64C5-167F-5759-7A57-A847732DD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C6AD5-866E-46B5-95AA-76450CCCBE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648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233623-B11C-2DD6-DCE8-F2165660E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E74C41-F4CD-9A9B-95BA-E0DB014986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DF62356-9F8C-28B6-1CCA-34FA10602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8A5C47-BD34-1488-AC22-A2FA64633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646A5-9CE0-417F-907C-75BB4AE29ED8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6BEF4A-8724-144F-4159-07FCB638D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2F71D0-2EF7-8508-AD06-1E2A960C4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C6AD5-866E-46B5-95AA-76450CCCBE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8183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B6F852-ECF7-2B5A-6D91-38D10C52C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7865C8-6A56-51CE-7525-485077937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979A83-6E57-C67A-D73A-E9505AA83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3910AC1-C639-0039-8DD4-11DF62610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800DF18-0700-6F09-EB5D-0694572989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EA3E28E-DC1F-96CD-94F6-B34EB16FD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646A5-9CE0-417F-907C-75BB4AE29ED8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1BD2781-5F57-CA14-A1AB-E133EBD56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9D821D4-6027-EF89-C236-F3327A70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C6AD5-866E-46B5-95AA-76450CCCBE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2075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41EBCC-3FD5-4319-099D-3E5DFFB02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F58D9F3-856F-C4E4-56BF-98F02FC2A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646A5-9CE0-417F-907C-75BB4AE29ED8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38C7D68-D81C-0742-8C5B-E1FBF8A4A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55EB68D-2BC2-A52E-71B1-46E138537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C6AD5-866E-46B5-95AA-76450CCCBE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10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E83C8F9-07A8-C8EC-2575-E998C2F6D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646A5-9CE0-417F-907C-75BB4AE29ED8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E25D09-13F5-B77E-4DAD-C32105D6E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37232A-1615-BD8C-A306-E838F68C0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C6AD5-866E-46B5-95AA-76450CCCBE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819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CC0485-DB30-DCF8-BA42-5D492E988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6B1B1B-9710-E4D4-A73B-B79ABD134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EA70C6-C2B4-AA17-90CF-639C09D8B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A10441-D767-1C70-A190-9F5A58642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646A5-9CE0-417F-907C-75BB4AE29ED8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B0A20F-1114-D6E1-E092-EE2007A69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B8035B-C82F-6A9E-FE4E-CD80BAEEA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C6AD5-866E-46B5-95AA-76450CCCBE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585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0F0D72-0BB7-AE1A-1DF2-C7448B66C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26967BC-21B8-C78D-F43F-998B9C4D38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C938A0-D2D1-D577-BD01-6AA793B5AC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CB6328-2E1D-55CD-A83B-7C16B077F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646A5-9CE0-417F-907C-75BB4AE29ED8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28EDA9-C078-B279-10B3-1C4A82F96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F5C8DD-5EB5-BA68-DB83-B14628E31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C6AD5-866E-46B5-95AA-76450CCCBE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58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072FA6-6456-4EEE-24FA-3DCD8FB38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84D3B4-8426-93C7-34FD-345743CD1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D98B9F-EE9B-F19B-CAEB-DC8B3026F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646A5-9CE0-417F-907C-75BB4AE29ED8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EDCD8C-8160-7AF2-278D-FA68C75E6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86000C-8F13-8C99-EA00-F97561C3B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C6AD5-866E-46B5-95AA-76450CCCBE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1266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5E6CC90-9899-BFC7-F25C-9026FD640D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3A427E-6986-5D2B-B50F-49A2641C8A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C886A1-7E25-1D5D-57D7-1E8FB22CF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646A5-9CE0-417F-907C-75BB4AE29ED8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38774E-B23E-7861-6F69-115808A0E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F0E32D-12E0-409D-B15C-90701A71B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C6AD5-866E-46B5-95AA-76450CCCBE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8300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4758280-1E28-48E6-37D4-5A2E35AB4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C5A3EC-1E05-DFEC-D01B-915D435E3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2C5034-FA8F-877A-B6C5-4FE5C92381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2646A5-9CE0-417F-907C-75BB4AE29ED8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000696-3B6F-BB68-8CC0-BBF337C4D8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8B8141-8A36-1892-59CD-A6D97A219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5C6AD5-866E-46B5-95AA-76450CCCBE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78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4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1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5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7" Type="http://schemas.openxmlformats.org/officeDocument/2006/relationships/image" Target="../media/image39.png"/><Relationship Id="rId2" Type="http://schemas.openxmlformats.org/officeDocument/2006/relationships/image" Target="../media/image25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7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" name="组合 387">
            <a:extLst>
              <a:ext uri="{FF2B5EF4-FFF2-40B4-BE49-F238E27FC236}">
                <a16:creationId xmlns:a16="http://schemas.microsoft.com/office/drawing/2014/main" id="{5447A7D8-7CC3-6069-1B9B-EBC6E254D89A}"/>
              </a:ext>
            </a:extLst>
          </p:cNvPr>
          <p:cNvGrpSpPr/>
          <p:nvPr/>
        </p:nvGrpSpPr>
        <p:grpSpPr>
          <a:xfrm>
            <a:off x="402159" y="474881"/>
            <a:ext cx="11420753" cy="6077181"/>
            <a:chOff x="402159" y="474881"/>
            <a:chExt cx="11420753" cy="6077181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3249A7B8-6D4C-DE3A-4DB1-179C146CE05C}"/>
                </a:ext>
              </a:extLst>
            </p:cNvPr>
            <p:cNvGrpSpPr/>
            <p:nvPr/>
          </p:nvGrpSpPr>
          <p:grpSpPr>
            <a:xfrm>
              <a:off x="622651" y="560563"/>
              <a:ext cx="11200261" cy="5991499"/>
              <a:chOff x="466547" y="361068"/>
              <a:chExt cx="11200261" cy="5991499"/>
            </a:xfrm>
          </p:grpSpPr>
          <p:cxnSp>
            <p:nvCxnSpPr>
              <p:cNvPr id="8" name="直接箭头连接符 7">
                <a:extLst>
                  <a:ext uri="{FF2B5EF4-FFF2-40B4-BE49-F238E27FC236}">
                    <a16:creationId xmlns:a16="http://schemas.microsoft.com/office/drawing/2014/main" id="{F1ACE80C-F075-F069-E9AB-A6437A9BCC95}"/>
                  </a:ext>
                </a:extLst>
              </p:cNvPr>
              <p:cNvCxnSpPr>
                <a:cxnSpLocks/>
                <a:endCxn id="9" idx="3"/>
              </p:cNvCxnSpPr>
              <p:nvPr/>
            </p:nvCxnSpPr>
            <p:spPr>
              <a:xfrm flipV="1">
                <a:off x="2568253" y="1541811"/>
                <a:ext cx="868600" cy="714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8C01B0F-8B5F-7EFE-51FA-77F4A88E5700}"/>
                  </a:ext>
                </a:extLst>
              </p:cNvPr>
              <p:cNvSpPr txBox="1"/>
              <p:nvPr/>
            </p:nvSpPr>
            <p:spPr>
              <a:xfrm>
                <a:off x="2488698" y="1310978"/>
                <a:ext cx="9481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Graph Node</a:t>
                </a:r>
              </a:p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Features 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文本框 9">
                    <a:extLst>
                      <a:ext uri="{FF2B5EF4-FFF2-40B4-BE49-F238E27FC236}">
                        <a16:creationId xmlns:a16="http://schemas.microsoft.com/office/drawing/2014/main" id="{D66F4306-1AF7-8716-4AEA-994A31A36578}"/>
                      </a:ext>
                    </a:extLst>
                  </p:cNvPr>
                  <p:cNvSpPr txBox="1"/>
                  <p:nvPr/>
                </p:nvSpPr>
                <p:spPr>
                  <a:xfrm>
                    <a:off x="3416257" y="1157664"/>
                    <a:ext cx="948155" cy="78258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sz="1600" i="1" smtClean="0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160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altLang="zh-CN" sz="1600" i="1" smtClean="0">
                                        <a:latin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en-US" altLang="zh-CN" sz="160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sz="1600" i="1" smtClean="0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" name="文本框 9">
                    <a:extLst>
                      <a:ext uri="{FF2B5EF4-FFF2-40B4-BE49-F238E27FC236}">
                        <a16:creationId xmlns:a16="http://schemas.microsoft.com/office/drawing/2014/main" id="{D66F4306-1AF7-8716-4AEA-994A31A3657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16257" y="1157664"/>
                    <a:ext cx="948155" cy="78258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r="-2115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" name="直接箭头连接符 10">
                <a:extLst>
                  <a:ext uri="{FF2B5EF4-FFF2-40B4-BE49-F238E27FC236}">
                    <a16:creationId xmlns:a16="http://schemas.microsoft.com/office/drawing/2014/main" id="{C90778F9-C1B0-31F3-2F6E-9DF5152E2D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45204" y="1547838"/>
                <a:ext cx="482333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CFFF20EB-DC95-5DE5-4025-4F9FDFA7A317}"/>
                  </a:ext>
                </a:extLst>
              </p:cNvPr>
              <p:cNvGrpSpPr/>
              <p:nvPr/>
            </p:nvGrpSpPr>
            <p:grpSpPr>
              <a:xfrm>
                <a:off x="5015416" y="1111066"/>
                <a:ext cx="538238" cy="936155"/>
                <a:chOff x="5593710" y="587748"/>
                <a:chExt cx="999971" cy="1871424"/>
              </a:xfrm>
            </p:grpSpPr>
            <p:sp>
              <p:nvSpPr>
                <p:cNvPr id="13" name="立方体 12">
                  <a:extLst>
                    <a:ext uri="{FF2B5EF4-FFF2-40B4-BE49-F238E27FC236}">
                      <a16:creationId xmlns:a16="http://schemas.microsoft.com/office/drawing/2014/main" id="{D4841925-5137-9725-AEC3-912508C6D222}"/>
                    </a:ext>
                  </a:extLst>
                </p:cNvPr>
                <p:cNvSpPr/>
                <p:nvPr/>
              </p:nvSpPr>
              <p:spPr>
                <a:xfrm>
                  <a:off x="5593710" y="587748"/>
                  <a:ext cx="491040" cy="1871424"/>
                </a:xfrm>
                <a:prstGeom prst="cube">
                  <a:avLst>
                    <a:gd name="adj" fmla="val 78830"/>
                  </a:avLst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" name="立方体 14">
                  <a:extLst>
                    <a:ext uri="{FF2B5EF4-FFF2-40B4-BE49-F238E27FC236}">
                      <a16:creationId xmlns:a16="http://schemas.microsoft.com/office/drawing/2014/main" id="{52FA8D58-A900-5DF8-7CF6-1E593D0D61CD}"/>
                    </a:ext>
                  </a:extLst>
                </p:cNvPr>
                <p:cNvSpPr/>
                <p:nvPr/>
              </p:nvSpPr>
              <p:spPr>
                <a:xfrm>
                  <a:off x="5774939" y="819738"/>
                  <a:ext cx="389465" cy="1430749"/>
                </a:xfrm>
                <a:prstGeom prst="cube">
                  <a:avLst>
                    <a:gd name="adj" fmla="val 58462"/>
                  </a:avLst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" name="立方体 15">
                  <a:extLst>
                    <a:ext uri="{FF2B5EF4-FFF2-40B4-BE49-F238E27FC236}">
                      <a16:creationId xmlns:a16="http://schemas.microsoft.com/office/drawing/2014/main" id="{91EDB2C5-34A3-30D1-B4BB-CF8206AE4882}"/>
                    </a:ext>
                  </a:extLst>
                </p:cNvPr>
                <p:cNvSpPr/>
                <p:nvPr/>
              </p:nvSpPr>
              <p:spPr>
                <a:xfrm>
                  <a:off x="5977417" y="1071563"/>
                  <a:ext cx="451958" cy="985837"/>
                </a:xfrm>
                <a:prstGeom prst="cube">
                  <a:avLst>
                    <a:gd name="adj" fmla="val 47457"/>
                  </a:avLst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7" name="立方体 16">
                  <a:extLst>
                    <a:ext uri="{FF2B5EF4-FFF2-40B4-BE49-F238E27FC236}">
                      <a16:creationId xmlns:a16="http://schemas.microsoft.com/office/drawing/2014/main" id="{3042F1A4-A331-FDAE-A955-4A9863FE40C7}"/>
                    </a:ext>
                  </a:extLst>
                </p:cNvPr>
                <p:cNvSpPr/>
                <p:nvPr/>
              </p:nvSpPr>
              <p:spPr>
                <a:xfrm>
                  <a:off x="6265979" y="1316035"/>
                  <a:ext cx="327702" cy="555500"/>
                </a:xfrm>
                <a:prstGeom prst="cube">
                  <a:avLst>
                    <a:gd name="adj" fmla="val 47457"/>
                  </a:avLst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cxnSp>
            <p:nvCxnSpPr>
              <p:cNvPr id="24" name="直接箭头连接符 23">
                <a:extLst>
                  <a:ext uri="{FF2B5EF4-FFF2-40B4-BE49-F238E27FC236}">
                    <a16:creationId xmlns:a16="http://schemas.microsoft.com/office/drawing/2014/main" id="{BA2A5E42-98E1-0A3E-57A9-360133B222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61872" y="1702618"/>
                <a:ext cx="52605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6ABCCF14-0AB1-98F7-B34E-CF5F0879FBDE}"/>
                  </a:ext>
                </a:extLst>
              </p:cNvPr>
              <p:cNvGrpSpPr/>
              <p:nvPr/>
            </p:nvGrpSpPr>
            <p:grpSpPr>
              <a:xfrm>
                <a:off x="7090003" y="1534412"/>
                <a:ext cx="324056" cy="324056"/>
                <a:chOff x="8691357" y="1421858"/>
                <a:chExt cx="324056" cy="324056"/>
              </a:xfrm>
            </p:grpSpPr>
            <p:sp>
              <p:nvSpPr>
                <p:cNvPr id="26" name="椭圆 25">
                  <a:extLst>
                    <a:ext uri="{FF2B5EF4-FFF2-40B4-BE49-F238E27FC236}">
                      <a16:creationId xmlns:a16="http://schemas.microsoft.com/office/drawing/2014/main" id="{43B470A1-9CF2-4483-F22C-12587895F34F}"/>
                    </a:ext>
                  </a:extLst>
                </p:cNvPr>
                <p:cNvSpPr/>
                <p:nvPr/>
              </p:nvSpPr>
              <p:spPr>
                <a:xfrm>
                  <a:off x="8691357" y="1421858"/>
                  <a:ext cx="324056" cy="32405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8" name="直接连接符 27">
                  <a:extLst>
                    <a:ext uri="{FF2B5EF4-FFF2-40B4-BE49-F238E27FC236}">
                      <a16:creationId xmlns:a16="http://schemas.microsoft.com/office/drawing/2014/main" id="{07029C4F-AF9E-50B0-5756-00168E99B64F}"/>
                    </a:ext>
                  </a:extLst>
                </p:cNvPr>
                <p:cNvCxnSpPr>
                  <a:cxnSpLocks/>
                  <a:stCxn id="26" idx="2"/>
                  <a:endCxn id="26" idx="6"/>
                </p:cNvCxnSpPr>
                <p:nvPr/>
              </p:nvCxnSpPr>
              <p:spPr>
                <a:xfrm>
                  <a:off x="8691357" y="1583886"/>
                  <a:ext cx="324056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FD7210F5-77D5-E500-B77C-D1FC82988921}"/>
                    </a:ext>
                  </a:extLst>
                </p:cNvPr>
                <p:cNvCxnSpPr>
                  <a:cxnSpLocks/>
                  <a:stCxn id="26" idx="0"/>
                  <a:endCxn id="26" idx="4"/>
                </p:cNvCxnSpPr>
                <p:nvPr/>
              </p:nvCxnSpPr>
              <p:spPr>
                <a:xfrm>
                  <a:off x="8853385" y="1421858"/>
                  <a:ext cx="0" cy="324056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180C94D8-2EDD-10B1-CBE8-07B378917EF0}"/>
                      </a:ext>
                    </a:extLst>
                  </p:cNvPr>
                  <p:cNvSpPr txBox="1"/>
                  <p:nvPr/>
                </p:nvSpPr>
                <p:spPr>
                  <a:xfrm>
                    <a:off x="7076610" y="1829501"/>
                    <a:ext cx="466218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180C94D8-2EDD-10B1-CBE8-07B378917E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6610" y="1829501"/>
                    <a:ext cx="466218" cy="24622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896" r="-3896" b="-325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ED5369DD-E434-E8FE-C2EB-3ADC1013028F}"/>
                  </a:ext>
                </a:extLst>
              </p:cNvPr>
              <p:cNvSpPr txBox="1"/>
              <p:nvPr/>
            </p:nvSpPr>
            <p:spPr>
              <a:xfrm>
                <a:off x="7139182" y="1228108"/>
                <a:ext cx="10579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4" name="直接箭头连接符 53">
                <a:extLst>
                  <a:ext uri="{FF2B5EF4-FFF2-40B4-BE49-F238E27FC236}">
                    <a16:creationId xmlns:a16="http://schemas.microsoft.com/office/drawing/2014/main" id="{E64F4E30-36ED-4FC3-7AC3-4E14B470AD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00110" y="1695990"/>
                <a:ext cx="52605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4" name="组合 113">
                <a:extLst>
                  <a:ext uri="{FF2B5EF4-FFF2-40B4-BE49-F238E27FC236}">
                    <a16:creationId xmlns:a16="http://schemas.microsoft.com/office/drawing/2014/main" id="{87EF92EB-2C55-0519-B702-A0333EA45156}"/>
                  </a:ext>
                </a:extLst>
              </p:cNvPr>
              <p:cNvGrpSpPr/>
              <p:nvPr/>
            </p:nvGrpSpPr>
            <p:grpSpPr>
              <a:xfrm>
                <a:off x="7941125" y="1160034"/>
                <a:ext cx="963979" cy="913888"/>
                <a:chOff x="7817050" y="800486"/>
                <a:chExt cx="1379799" cy="1344413"/>
              </a:xfrm>
            </p:grpSpPr>
            <p:grpSp>
              <p:nvGrpSpPr>
                <p:cNvPr id="79" name="组合 78">
                  <a:extLst>
                    <a:ext uri="{FF2B5EF4-FFF2-40B4-BE49-F238E27FC236}">
                      <a16:creationId xmlns:a16="http://schemas.microsoft.com/office/drawing/2014/main" id="{16840397-6029-40CF-1B11-A90526512392}"/>
                    </a:ext>
                  </a:extLst>
                </p:cNvPr>
                <p:cNvGrpSpPr/>
                <p:nvPr/>
              </p:nvGrpSpPr>
              <p:grpSpPr>
                <a:xfrm>
                  <a:off x="7976594" y="800486"/>
                  <a:ext cx="1220255" cy="1118189"/>
                  <a:chOff x="9022185" y="995487"/>
                  <a:chExt cx="1220255" cy="1118189"/>
                </a:xfrm>
              </p:grpSpPr>
              <p:sp>
                <p:nvSpPr>
                  <p:cNvPr id="80" name="矩形: 圆角 79">
                    <a:extLst>
                      <a:ext uri="{FF2B5EF4-FFF2-40B4-BE49-F238E27FC236}">
                        <a16:creationId xmlns:a16="http://schemas.microsoft.com/office/drawing/2014/main" id="{F8F9EBBC-312B-898A-22C3-CEDD7EA27700}"/>
                      </a:ext>
                    </a:extLst>
                  </p:cNvPr>
                  <p:cNvSpPr/>
                  <p:nvPr/>
                </p:nvSpPr>
                <p:spPr>
                  <a:xfrm>
                    <a:off x="9022185" y="995487"/>
                    <a:ext cx="1220255" cy="1118189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81" name="组合 80">
                    <a:extLst>
                      <a:ext uri="{FF2B5EF4-FFF2-40B4-BE49-F238E27FC236}">
                        <a16:creationId xmlns:a16="http://schemas.microsoft.com/office/drawing/2014/main" id="{4AE14264-1695-756D-557B-CCD034D2F0BD}"/>
                      </a:ext>
                    </a:extLst>
                  </p:cNvPr>
                  <p:cNvGrpSpPr/>
                  <p:nvPr/>
                </p:nvGrpSpPr>
                <p:grpSpPr>
                  <a:xfrm>
                    <a:off x="9048779" y="1048452"/>
                    <a:ext cx="1170972" cy="929492"/>
                    <a:chOff x="6859933" y="2764631"/>
                    <a:chExt cx="1229001" cy="1040834"/>
                  </a:xfrm>
                </p:grpSpPr>
                <p:sp>
                  <p:nvSpPr>
                    <p:cNvPr id="82" name="椭圆 81">
                      <a:extLst>
                        <a:ext uri="{FF2B5EF4-FFF2-40B4-BE49-F238E27FC236}">
                          <a16:creationId xmlns:a16="http://schemas.microsoft.com/office/drawing/2014/main" id="{E5266CBB-4D17-7987-2A91-2CBFB4DD7D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43775" y="2764631"/>
                      <a:ext cx="240158" cy="240158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3" name="椭圆 82">
                      <a:extLst>
                        <a:ext uri="{FF2B5EF4-FFF2-40B4-BE49-F238E27FC236}">
                          <a16:creationId xmlns:a16="http://schemas.microsoft.com/office/drawing/2014/main" id="{822FB445-ECFE-30B0-3E54-7608A92334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43775" y="3228246"/>
                      <a:ext cx="240158" cy="240158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4" name="椭圆 83">
                      <a:extLst>
                        <a:ext uri="{FF2B5EF4-FFF2-40B4-BE49-F238E27FC236}">
                          <a16:creationId xmlns:a16="http://schemas.microsoft.com/office/drawing/2014/main" id="{85EADF85-252E-D664-C91E-5C92932D23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9933" y="3559240"/>
                      <a:ext cx="240158" cy="240158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5" name="椭圆 84">
                      <a:extLst>
                        <a:ext uri="{FF2B5EF4-FFF2-40B4-BE49-F238E27FC236}">
                          <a16:creationId xmlns:a16="http://schemas.microsoft.com/office/drawing/2014/main" id="{05A5EFD7-BBD8-5363-E27D-AE3B133446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48776" y="3565307"/>
                      <a:ext cx="240158" cy="240158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86" name="直接箭头连接符 85">
                      <a:extLst>
                        <a:ext uri="{FF2B5EF4-FFF2-40B4-BE49-F238E27FC236}">
                          <a16:creationId xmlns:a16="http://schemas.microsoft.com/office/drawing/2014/main" id="{D6C9F593-645E-9966-B06C-E20B2B0AF616}"/>
                        </a:ext>
                      </a:extLst>
                    </p:cNvPr>
                    <p:cNvCxnSpPr>
                      <a:cxnSpLocks/>
                      <a:stCxn id="82" idx="4"/>
                      <a:endCxn id="83" idx="0"/>
                    </p:cNvCxnSpPr>
                    <p:nvPr/>
                  </p:nvCxnSpPr>
                  <p:spPr>
                    <a:xfrm>
                      <a:off x="7463854" y="3004789"/>
                      <a:ext cx="0" cy="223457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直接箭头连接符 86">
                      <a:extLst>
                        <a:ext uri="{FF2B5EF4-FFF2-40B4-BE49-F238E27FC236}">
                          <a16:creationId xmlns:a16="http://schemas.microsoft.com/office/drawing/2014/main" id="{632F4721-DA86-1A81-345A-A29E54B8F1D4}"/>
                        </a:ext>
                      </a:extLst>
                    </p:cNvPr>
                    <p:cNvCxnSpPr>
                      <a:cxnSpLocks/>
                      <a:stCxn id="82" idx="3"/>
                      <a:endCxn id="84" idx="0"/>
                    </p:cNvCxnSpPr>
                    <p:nvPr/>
                  </p:nvCxnSpPr>
                  <p:spPr>
                    <a:xfrm flipH="1">
                      <a:off x="6980012" y="2969619"/>
                      <a:ext cx="398933" cy="589621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" name="直接箭头连接符 87">
                      <a:extLst>
                        <a:ext uri="{FF2B5EF4-FFF2-40B4-BE49-F238E27FC236}">
                          <a16:creationId xmlns:a16="http://schemas.microsoft.com/office/drawing/2014/main" id="{6F7CA20E-0727-EE7C-70C7-82CA81515DDD}"/>
                        </a:ext>
                      </a:extLst>
                    </p:cNvPr>
                    <p:cNvCxnSpPr>
                      <a:cxnSpLocks/>
                      <a:stCxn id="82" idx="5"/>
                      <a:endCxn id="85" idx="0"/>
                    </p:cNvCxnSpPr>
                    <p:nvPr/>
                  </p:nvCxnSpPr>
                  <p:spPr>
                    <a:xfrm>
                      <a:off x="7548763" y="2969619"/>
                      <a:ext cx="420092" cy="595688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" name="直接箭头连接符 88">
                      <a:extLst>
                        <a:ext uri="{FF2B5EF4-FFF2-40B4-BE49-F238E27FC236}">
                          <a16:creationId xmlns:a16="http://schemas.microsoft.com/office/drawing/2014/main" id="{C59DD5AF-E465-7340-7722-B15C658DB2EB}"/>
                        </a:ext>
                      </a:extLst>
                    </p:cNvPr>
                    <p:cNvCxnSpPr>
                      <a:cxnSpLocks/>
                      <a:stCxn id="84" idx="6"/>
                      <a:endCxn id="85" idx="2"/>
                    </p:cNvCxnSpPr>
                    <p:nvPr/>
                  </p:nvCxnSpPr>
                  <p:spPr>
                    <a:xfrm>
                      <a:off x="7100091" y="3679319"/>
                      <a:ext cx="748685" cy="6067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" name="直接箭头连接符 89">
                      <a:extLst>
                        <a:ext uri="{FF2B5EF4-FFF2-40B4-BE49-F238E27FC236}">
                          <a16:creationId xmlns:a16="http://schemas.microsoft.com/office/drawing/2014/main" id="{D6040647-77AE-DD8C-1426-F135C2067F6F}"/>
                        </a:ext>
                      </a:extLst>
                    </p:cNvPr>
                    <p:cNvCxnSpPr>
                      <a:cxnSpLocks/>
                      <a:stCxn id="83" idx="2"/>
                      <a:endCxn id="84" idx="7"/>
                    </p:cNvCxnSpPr>
                    <p:nvPr/>
                  </p:nvCxnSpPr>
                  <p:spPr>
                    <a:xfrm flipH="1">
                      <a:off x="7064921" y="3348325"/>
                      <a:ext cx="278854" cy="246085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1" name="直接箭头连接符 90">
                      <a:extLst>
                        <a:ext uri="{FF2B5EF4-FFF2-40B4-BE49-F238E27FC236}">
                          <a16:creationId xmlns:a16="http://schemas.microsoft.com/office/drawing/2014/main" id="{D06C2D46-8F27-DE25-3E35-C549E5E3C12C}"/>
                        </a:ext>
                      </a:extLst>
                    </p:cNvPr>
                    <p:cNvCxnSpPr>
                      <a:cxnSpLocks/>
                      <a:stCxn id="83" idx="6"/>
                      <a:endCxn id="85" idx="1"/>
                    </p:cNvCxnSpPr>
                    <p:nvPr/>
                  </p:nvCxnSpPr>
                  <p:spPr>
                    <a:xfrm>
                      <a:off x="7583933" y="3348325"/>
                      <a:ext cx="300013" cy="252152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78" name="组合 77">
                  <a:extLst>
                    <a:ext uri="{FF2B5EF4-FFF2-40B4-BE49-F238E27FC236}">
                      <a16:creationId xmlns:a16="http://schemas.microsoft.com/office/drawing/2014/main" id="{B9C1F360-A3EE-6A6E-2801-92F016CA3510}"/>
                    </a:ext>
                  </a:extLst>
                </p:cNvPr>
                <p:cNvGrpSpPr/>
                <p:nvPr/>
              </p:nvGrpSpPr>
              <p:grpSpPr>
                <a:xfrm>
                  <a:off x="7817050" y="1026710"/>
                  <a:ext cx="1220255" cy="1118189"/>
                  <a:chOff x="9022185" y="995487"/>
                  <a:chExt cx="1220255" cy="1118189"/>
                </a:xfrm>
              </p:grpSpPr>
              <p:sp>
                <p:nvSpPr>
                  <p:cNvPr id="56" name="矩形: 圆角 55">
                    <a:extLst>
                      <a:ext uri="{FF2B5EF4-FFF2-40B4-BE49-F238E27FC236}">
                        <a16:creationId xmlns:a16="http://schemas.microsoft.com/office/drawing/2014/main" id="{4F143A34-A694-3693-9EFD-6F655CEC4142}"/>
                      </a:ext>
                    </a:extLst>
                  </p:cNvPr>
                  <p:cNvSpPr/>
                  <p:nvPr/>
                </p:nvSpPr>
                <p:spPr>
                  <a:xfrm>
                    <a:off x="9022185" y="995487"/>
                    <a:ext cx="1220255" cy="1118189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77" name="组合 76">
                    <a:extLst>
                      <a:ext uri="{FF2B5EF4-FFF2-40B4-BE49-F238E27FC236}">
                        <a16:creationId xmlns:a16="http://schemas.microsoft.com/office/drawing/2014/main" id="{3B4A5066-BB4C-7CEE-A591-929B9893923A}"/>
                      </a:ext>
                    </a:extLst>
                  </p:cNvPr>
                  <p:cNvGrpSpPr/>
                  <p:nvPr/>
                </p:nvGrpSpPr>
                <p:grpSpPr>
                  <a:xfrm>
                    <a:off x="9048779" y="1048452"/>
                    <a:ext cx="1170972" cy="929492"/>
                    <a:chOff x="6859933" y="2764631"/>
                    <a:chExt cx="1229001" cy="1040834"/>
                  </a:xfrm>
                </p:grpSpPr>
                <p:sp>
                  <p:nvSpPr>
                    <p:cNvPr id="57" name="椭圆 56">
                      <a:extLst>
                        <a:ext uri="{FF2B5EF4-FFF2-40B4-BE49-F238E27FC236}">
                          <a16:creationId xmlns:a16="http://schemas.microsoft.com/office/drawing/2014/main" id="{F24BD19B-A6CA-C2D4-30F4-846F02BA0E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43775" y="2764631"/>
                      <a:ext cx="240158" cy="240158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8" name="椭圆 57">
                      <a:extLst>
                        <a:ext uri="{FF2B5EF4-FFF2-40B4-BE49-F238E27FC236}">
                          <a16:creationId xmlns:a16="http://schemas.microsoft.com/office/drawing/2014/main" id="{62C76184-4BAB-4F7A-C8C5-08E8AADA8C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43775" y="3228246"/>
                      <a:ext cx="240158" cy="240158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" name="椭圆 58">
                      <a:extLst>
                        <a:ext uri="{FF2B5EF4-FFF2-40B4-BE49-F238E27FC236}">
                          <a16:creationId xmlns:a16="http://schemas.microsoft.com/office/drawing/2014/main" id="{94113984-C2A6-A379-0860-692D702CBE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9933" y="3559240"/>
                      <a:ext cx="240158" cy="240158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0" name="椭圆 59">
                      <a:extLst>
                        <a:ext uri="{FF2B5EF4-FFF2-40B4-BE49-F238E27FC236}">
                          <a16:creationId xmlns:a16="http://schemas.microsoft.com/office/drawing/2014/main" id="{8784753C-6458-AF47-A34F-8FA3574980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48776" y="3565307"/>
                      <a:ext cx="240158" cy="240158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62" name="直接箭头连接符 61">
                      <a:extLst>
                        <a:ext uri="{FF2B5EF4-FFF2-40B4-BE49-F238E27FC236}">
                          <a16:creationId xmlns:a16="http://schemas.microsoft.com/office/drawing/2014/main" id="{C4FB06B9-C683-B6C1-87C9-6794F12BAF52}"/>
                        </a:ext>
                      </a:extLst>
                    </p:cNvPr>
                    <p:cNvCxnSpPr>
                      <a:cxnSpLocks/>
                      <a:stCxn id="57" idx="4"/>
                      <a:endCxn id="58" idx="0"/>
                    </p:cNvCxnSpPr>
                    <p:nvPr/>
                  </p:nvCxnSpPr>
                  <p:spPr>
                    <a:xfrm>
                      <a:off x="7463854" y="3004789"/>
                      <a:ext cx="0" cy="223457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4" name="直接箭头连接符 63">
                      <a:extLst>
                        <a:ext uri="{FF2B5EF4-FFF2-40B4-BE49-F238E27FC236}">
                          <a16:creationId xmlns:a16="http://schemas.microsoft.com/office/drawing/2014/main" id="{2A2A81CE-11FE-55FE-9BB1-1F5C35E9E9A0}"/>
                        </a:ext>
                      </a:extLst>
                    </p:cNvPr>
                    <p:cNvCxnSpPr>
                      <a:cxnSpLocks/>
                      <a:stCxn id="57" idx="3"/>
                      <a:endCxn id="59" idx="0"/>
                    </p:cNvCxnSpPr>
                    <p:nvPr/>
                  </p:nvCxnSpPr>
                  <p:spPr>
                    <a:xfrm flipH="1">
                      <a:off x="6980012" y="2969619"/>
                      <a:ext cx="398933" cy="589621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6" name="直接箭头连接符 65">
                      <a:extLst>
                        <a:ext uri="{FF2B5EF4-FFF2-40B4-BE49-F238E27FC236}">
                          <a16:creationId xmlns:a16="http://schemas.microsoft.com/office/drawing/2014/main" id="{29250F6F-613E-4AB9-BC20-2BBFA2ED454A}"/>
                        </a:ext>
                      </a:extLst>
                    </p:cNvPr>
                    <p:cNvCxnSpPr>
                      <a:cxnSpLocks/>
                      <a:stCxn id="57" idx="5"/>
                      <a:endCxn id="60" idx="0"/>
                    </p:cNvCxnSpPr>
                    <p:nvPr/>
                  </p:nvCxnSpPr>
                  <p:spPr>
                    <a:xfrm>
                      <a:off x="7548763" y="2969619"/>
                      <a:ext cx="420092" cy="595688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" name="直接箭头连接符 67">
                      <a:extLst>
                        <a:ext uri="{FF2B5EF4-FFF2-40B4-BE49-F238E27FC236}">
                          <a16:creationId xmlns:a16="http://schemas.microsoft.com/office/drawing/2014/main" id="{760D0235-6B81-1171-0AC4-5FAAD9CA5454}"/>
                        </a:ext>
                      </a:extLst>
                    </p:cNvPr>
                    <p:cNvCxnSpPr>
                      <a:cxnSpLocks/>
                      <a:stCxn id="59" idx="6"/>
                      <a:endCxn id="60" idx="2"/>
                    </p:cNvCxnSpPr>
                    <p:nvPr/>
                  </p:nvCxnSpPr>
                  <p:spPr>
                    <a:xfrm>
                      <a:off x="7100091" y="3679319"/>
                      <a:ext cx="748685" cy="6067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0" name="直接箭头连接符 69">
                      <a:extLst>
                        <a:ext uri="{FF2B5EF4-FFF2-40B4-BE49-F238E27FC236}">
                          <a16:creationId xmlns:a16="http://schemas.microsoft.com/office/drawing/2014/main" id="{0C65B185-013E-BE3F-770A-F7A4F6C0EB5D}"/>
                        </a:ext>
                      </a:extLst>
                    </p:cNvPr>
                    <p:cNvCxnSpPr>
                      <a:cxnSpLocks/>
                      <a:stCxn id="58" idx="2"/>
                      <a:endCxn id="59" idx="7"/>
                    </p:cNvCxnSpPr>
                    <p:nvPr/>
                  </p:nvCxnSpPr>
                  <p:spPr>
                    <a:xfrm flipH="1">
                      <a:off x="7064921" y="3348325"/>
                      <a:ext cx="278854" cy="246085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" name="直接箭头连接符 71">
                      <a:extLst>
                        <a:ext uri="{FF2B5EF4-FFF2-40B4-BE49-F238E27FC236}">
                          <a16:creationId xmlns:a16="http://schemas.microsoft.com/office/drawing/2014/main" id="{29515C73-916C-2427-F193-CBAC1FD94008}"/>
                        </a:ext>
                      </a:extLst>
                    </p:cNvPr>
                    <p:cNvCxnSpPr>
                      <a:cxnSpLocks/>
                      <a:stCxn id="58" idx="6"/>
                      <a:endCxn id="60" idx="1"/>
                    </p:cNvCxnSpPr>
                    <p:nvPr/>
                  </p:nvCxnSpPr>
                  <p:spPr>
                    <a:xfrm>
                      <a:off x="7583933" y="3348325"/>
                      <a:ext cx="300013" cy="252152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cxnSp>
            <p:nvCxnSpPr>
              <p:cNvPr id="92" name="直接箭头连接符 91">
                <a:extLst>
                  <a:ext uri="{FF2B5EF4-FFF2-40B4-BE49-F238E27FC236}">
                    <a16:creationId xmlns:a16="http://schemas.microsoft.com/office/drawing/2014/main" id="{16BF1E73-5FA7-AD96-161C-4F278178CC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01809" y="1694998"/>
                <a:ext cx="52605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14394BCC-1A31-97AE-DDEE-ED200D1FD116}"/>
                  </a:ext>
                </a:extLst>
              </p:cNvPr>
              <p:cNvGrpSpPr/>
              <p:nvPr/>
            </p:nvGrpSpPr>
            <p:grpSpPr>
              <a:xfrm>
                <a:off x="9444766" y="1416390"/>
                <a:ext cx="768356" cy="554518"/>
                <a:chOff x="7119732" y="1135856"/>
                <a:chExt cx="1045574" cy="921544"/>
              </a:xfrm>
            </p:grpSpPr>
            <p:sp>
              <p:nvSpPr>
                <p:cNvPr id="94" name="矩形: 圆角 93">
                  <a:extLst>
                    <a:ext uri="{FF2B5EF4-FFF2-40B4-BE49-F238E27FC236}">
                      <a16:creationId xmlns:a16="http://schemas.microsoft.com/office/drawing/2014/main" id="{8B4C7579-0A72-870A-27AB-D791A765569B}"/>
                    </a:ext>
                  </a:extLst>
                </p:cNvPr>
                <p:cNvSpPr/>
                <p:nvPr/>
              </p:nvSpPr>
              <p:spPr>
                <a:xfrm>
                  <a:off x="7119732" y="1135856"/>
                  <a:ext cx="1045574" cy="921544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5" name="矩形 94">
                  <a:extLst>
                    <a:ext uri="{FF2B5EF4-FFF2-40B4-BE49-F238E27FC236}">
                      <a16:creationId xmlns:a16="http://schemas.microsoft.com/office/drawing/2014/main" id="{D54044CE-F452-3776-3838-918FA8760E91}"/>
                    </a:ext>
                  </a:extLst>
                </p:cNvPr>
                <p:cNvSpPr/>
                <p:nvPr/>
              </p:nvSpPr>
              <p:spPr>
                <a:xfrm>
                  <a:off x="7279227" y="1421857"/>
                  <a:ext cx="178593" cy="46166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6" name="矩形 95">
                  <a:extLst>
                    <a:ext uri="{FF2B5EF4-FFF2-40B4-BE49-F238E27FC236}">
                      <a16:creationId xmlns:a16="http://schemas.microsoft.com/office/drawing/2014/main" id="{2448D935-5D55-A1DC-ADE0-D4C65588018E}"/>
                    </a:ext>
                  </a:extLst>
                </p:cNvPr>
                <p:cNvSpPr/>
                <p:nvPr/>
              </p:nvSpPr>
              <p:spPr>
                <a:xfrm>
                  <a:off x="7532787" y="1257285"/>
                  <a:ext cx="178593" cy="67299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7" name="矩形 96">
                  <a:extLst>
                    <a:ext uri="{FF2B5EF4-FFF2-40B4-BE49-F238E27FC236}">
                      <a16:creationId xmlns:a16="http://schemas.microsoft.com/office/drawing/2014/main" id="{C1FF947E-93A5-5DC4-822B-9DEB6767ABD3}"/>
                    </a:ext>
                  </a:extLst>
                </p:cNvPr>
                <p:cNvSpPr/>
                <p:nvPr/>
              </p:nvSpPr>
              <p:spPr>
                <a:xfrm>
                  <a:off x="7836779" y="1421858"/>
                  <a:ext cx="178593" cy="46166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647581F7-9FBD-D279-4997-93B843428AAE}"/>
                  </a:ext>
                </a:extLst>
              </p:cNvPr>
              <p:cNvSpPr txBox="1"/>
              <p:nvPr/>
            </p:nvSpPr>
            <p:spPr>
              <a:xfrm>
                <a:off x="5020026" y="1895394"/>
                <a:ext cx="121537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CNN (ResNet-18)</a:t>
                </a:r>
                <a:endParaRPr lang="zh-CN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4E20B893-C2D4-44D9-CF24-EDF1B53BFF8C}"/>
                  </a:ext>
                </a:extLst>
              </p:cNvPr>
              <p:cNvSpPr txBox="1"/>
              <p:nvPr/>
            </p:nvSpPr>
            <p:spPr>
              <a:xfrm>
                <a:off x="6199097" y="1928860"/>
                <a:ext cx="45066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MLP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BBDE7494-1415-54A6-14A1-05DBAF664926}"/>
                  </a:ext>
                </a:extLst>
              </p:cNvPr>
              <p:cNvSpPr txBox="1"/>
              <p:nvPr/>
            </p:nvSpPr>
            <p:spPr>
              <a:xfrm>
                <a:off x="9318939" y="1932776"/>
                <a:ext cx="111812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Noisy Layers</a:t>
                </a:r>
                <a:endParaRPr lang="zh-CN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15" name="直接箭头连接符 114">
                <a:extLst>
                  <a:ext uri="{FF2B5EF4-FFF2-40B4-BE49-F238E27FC236}">
                    <a16:creationId xmlns:a16="http://schemas.microsoft.com/office/drawing/2014/main" id="{0919C376-E9E5-F327-3252-472E4BF978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26495" y="1690748"/>
                <a:ext cx="52605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D5029ABE-9C61-813C-B312-703CF5694516}"/>
                  </a:ext>
                </a:extLst>
              </p:cNvPr>
              <p:cNvSpPr/>
              <p:nvPr/>
            </p:nvSpPr>
            <p:spPr>
              <a:xfrm>
                <a:off x="10757460" y="1396433"/>
                <a:ext cx="414338" cy="536761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2" name="直接箭头连接符 131">
                <a:extLst>
                  <a:ext uri="{FF2B5EF4-FFF2-40B4-BE49-F238E27FC236}">
                    <a16:creationId xmlns:a16="http://schemas.microsoft.com/office/drawing/2014/main" id="{170D0143-1532-D6B2-B6E5-02F21B8EB9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62834" y="3109334"/>
                <a:ext cx="52605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3" name="组合 132">
                <a:extLst>
                  <a:ext uri="{FF2B5EF4-FFF2-40B4-BE49-F238E27FC236}">
                    <a16:creationId xmlns:a16="http://schemas.microsoft.com/office/drawing/2014/main" id="{53BA83E9-E51B-4260-E70D-2D6945EC7692}"/>
                  </a:ext>
                </a:extLst>
              </p:cNvPr>
              <p:cNvGrpSpPr/>
              <p:nvPr/>
            </p:nvGrpSpPr>
            <p:grpSpPr>
              <a:xfrm>
                <a:off x="7096586" y="2915769"/>
                <a:ext cx="324056" cy="324056"/>
                <a:chOff x="8691357" y="1421858"/>
                <a:chExt cx="324056" cy="324056"/>
              </a:xfrm>
            </p:grpSpPr>
            <p:sp>
              <p:nvSpPr>
                <p:cNvPr id="134" name="椭圆 133">
                  <a:extLst>
                    <a:ext uri="{FF2B5EF4-FFF2-40B4-BE49-F238E27FC236}">
                      <a16:creationId xmlns:a16="http://schemas.microsoft.com/office/drawing/2014/main" id="{FBF9BC19-F95F-A639-C0F7-D4141E39631D}"/>
                    </a:ext>
                  </a:extLst>
                </p:cNvPr>
                <p:cNvSpPr/>
                <p:nvPr/>
              </p:nvSpPr>
              <p:spPr>
                <a:xfrm>
                  <a:off x="8691357" y="1421858"/>
                  <a:ext cx="324056" cy="32405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35" name="直接连接符 134">
                  <a:extLst>
                    <a:ext uri="{FF2B5EF4-FFF2-40B4-BE49-F238E27FC236}">
                      <a16:creationId xmlns:a16="http://schemas.microsoft.com/office/drawing/2014/main" id="{4073E333-6668-91C5-7D96-5D2D6981B9F8}"/>
                    </a:ext>
                  </a:extLst>
                </p:cNvPr>
                <p:cNvCxnSpPr>
                  <a:cxnSpLocks/>
                  <a:stCxn id="134" idx="2"/>
                  <a:endCxn id="134" idx="6"/>
                </p:cNvCxnSpPr>
                <p:nvPr/>
              </p:nvCxnSpPr>
              <p:spPr>
                <a:xfrm>
                  <a:off x="8691357" y="1583886"/>
                  <a:ext cx="324056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直接连接符 135">
                  <a:extLst>
                    <a:ext uri="{FF2B5EF4-FFF2-40B4-BE49-F238E27FC236}">
                      <a16:creationId xmlns:a16="http://schemas.microsoft.com/office/drawing/2014/main" id="{3B48AA21-F446-EAFF-BFC8-9BE6B25D1770}"/>
                    </a:ext>
                  </a:extLst>
                </p:cNvPr>
                <p:cNvCxnSpPr>
                  <a:cxnSpLocks/>
                  <a:stCxn id="134" idx="0"/>
                  <a:endCxn id="134" idx="4"/>
                </p:cNvCxnSpPr>
                <p:nvPr/>
              </p:nvCxnSpPr>
              <p:spPr>
                <a:xfrm>
                  <a:off x="8853385" y="1421858"/>
                  <a:ext cx="0" cy="324056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7" name="文本框 136">
                    <a:extLst>
                      <a:ext uri="{FF2B5EF4-FFF2-40B4-BE49-F238E27FC236}">
                        <a16:creationId xmlns:a16="http://schemas.microsoft.com/office/drawing/2014/main" id="{4484E621-FAC6-7163-B866-2204C7DF3EB7}"/>
                      </a:ext>
                    </a:extLst>
                  </p:cNvPr>
                  <p:cNvSpPr txBox="1"/>
                  <p:nvPr/>
                </p:nvSpPr>
                <p:spPr>
                  <a:xfrm>
                    <a:off x="7019368" y="3241475"/>
                    <a:ext cx="466218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137" name="文本框 136">
                    <a:extLst>
                      <a:ext uri="{FF2B5EF4-FFF2-40B4-BE49-F238E27FC236}">
                        <a16:creationId xmlns:a16="http://schemas.microsoft.com/office/drawing/2014/main" id="{4484E621-FAC6-7163-B866-2204C7DF3E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19368" y="3241475"/>
                    <a:ext cx="466218" cy="24622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7792" r="-7792" b="-325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775F61CB-C4D6-1BA4-8FE0-24151D283CBB}"/>
                  </a:ext>
                </a:extLst>
              </p:cNvPr>
              <p:cNvSpPr txBox="1"/>
              <p:nvPr/>
            </p:nvSpPr>
            <p:spPr>
              <a:xfrm>
                <a:off x="7108316" y="2630700"/>
                <a:ext cx="10579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39" name="直接箭头连接符 138">
                <a:extLst>
                  <a:ext uri="{FF2B5EF4-FFF2-40B4-BE49-F238E27FC236}">
                    <a16:creationId xmlns:a16="http://schemas.microsoft.com/office/drawing/2014/main" id="{8A04D07D-7D17-AFB6-F799-87698D331B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12384" y="3122151"/>
                <a:ext cx="52605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0" name="文本框 139">
                    <a:extLst>
                      <a:ext uri="{FF2B5EF4-FFF2-40B4-BE49-F238E27FC236}">
                        <a16:creationId xmlns:a16="http://schemas.microsoft.com/office/drawing/2014/main" id="{2EE88D7C-742A-F229-1423-24B047D4EC83}"/>
                      </a:ext>
                    </a:extLst>
                  </p:cNvPr>
                  <p:cNvSpPr txBox="1"/>
                  <p:nvPr/>
                </p:nvSpPr>
                <p:spPr>
                  <a:xfrm>
                    <a:off x="7412384" y="2828947"/>
                    <a:ext cx="492314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140" name="文本框 139">
                    <a:extLst>
                      <a:ext uri="{FF2B5EF4-FFF2-40B4-BE49-F238E27FC236}">
                        <a16:creationId xmlns:a16="http://schemas.microsoft.com/office/drawing/2014/main" id="{2EE88D7C-742A-F229-1423-24B047D4EC8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12384" y="2828947"/>
                    <a:ext cx="492314" cy="24622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8642" r="-6173" b="-35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8" name="直接箭头连接符 167">
                <a:extLst>
                  <a:ext uri="{FF2B5EF4-FFF2-40B4-BE49-F238E27FC236}">
                    <a16:creationId xmlns:a16="http://schemas.microsoft.com/office/drawing/2014/main" id="{7547BAA5-5969-72B9-6737-0F53F80E41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46580" y="3095704"/>
                <a:ext cx="52605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9" name="组合 168">
                <a:extLst>
                  <a:ext uri="{FF2B5EF4-FFF2-40B4-BE49-F238E27FC236}">
                    <a16:creationId xmlns:a16="http://schemas.microsoft.com/office/drawing/2014/main" id="{232179F1-A782-436E-CAD9-06386156887D}"/>
                  </a:ext>
                </a:extLst>
              </p:cNvPr>
              <p:cNvGrpSpPr/>
              <p:nvPr/>
            </p:nvGrpSpPr>
            <p:grpSpPr>
              <a:xfrm>
                <a:off x="9480211" y="2815553"/>
                <a:ext cx="743750" cy="536760"/>
                <a:chOff x="7119732" y="1135856"/>
                <a:chExt cx="1045574" cy="921544"/>
              </a:xfrm>
            </p:grpSpPr>
            <p:sp>
              <p:nvSpPr>
                <p:cNvPr id="170" name="矩形: 圆角 169">
                  <a:extLst>
                    <a:ext uri="{FF2B5EF4-FFF2-40B4-BE49-F238E27FC236}">
                      <a16:creationId xmlns:a16="http://schemas.microsoft.com/office/drawing/2014/main" id="{7ED1096C-6121-14C9-DE92-2E376ACD65DB}"/>
                    </a:ext>
                  </a:extLst>
                </p:cNvPr>
                <p:cNvSpPr/>
                <p:nvPr/>
              </p:nvSpPr>
              <p:spPr>
                <a:xfrm>
                  <a:off x="7119732" y="1135856"/>
                  <a:ext cx="1045574" cy="921544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1" name="矩形 170">
                  <a:extLst>
                    <a:ext uri="{FF2B5EF4-FFF2-40B4-BE49-F238E27FC236}">
                      <a16:creationId xmlns:a16="http://schemas.microsoft.com/office/drawing/2014/main" id="{B615F138-019D-8EC3-7DD4-15A859EB8397}"/>
                    </a:ext>
                  </a:extLst>
                </p:cNvPr>
                <p:cNvSpPr/>
                <p:nvPr/>
              </p:nvSpPr>
              <p:spPr>
                <a:xfrm>
                  <a:off x="7279227" y="1421857"/>
                  <a:ext cx="178593" cy="46166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2" name="矩形 171">
                  <a:extLst>
                    <a:ext uri="{FF2B5EF4-FFF2-40B4-BE49-F238E27FC236}">
                      <a16:creationId xmlns:a16="http://schemas.microsoft.com/office/drawing/2014/main" id="{D002760F-B3C3-3244-B941-84EF893982E1}"/>
                    </a:ext>
                  </a:extLst>
                </p:cNvPr>
                <p:cNvSpPr/>
                <p:nvPr/>
              </p:nvSpPr>
              <p:spPr>
                <a:xfrm>
                  <a:off x="7532787" y="1257285"/>
                  <a:ext cx="178593" cy="67299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3" name="矩形 172">
                  <a:extLst>
                    <a:ext uri="{FF2B5EF4-FFF2-40B4-BE49-F238E27FC236}">
                      <a16:creationId xmlns:a16="http://schemas.microsoft.com/office/drawing/2014/main" id="{7EA60853-0342-5F05-DB88-065256628E99}"/>
                    </a:ext>
                  </a:extLst>
                </p:cNvPr>
                <p:cNvSpPr/>
                <p:nvPr/>
              </p:nvSpPr>
              <p:spPr>
                <a:xfrm>
                  <a:off x="7836779" y="1421858"/>
                  <a:ext cx="178593" cy="46166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177" name="直接箭头连接符 176">
                <a:extLst>
                  <a:ext uri="{FF2B5EF4-FFF2-40B4-BE49-F238E27FC236}">
                    <a16:creationId xmlns:a16="http://schemas.microsoft.com/office/drawing/2014/main" id="{13C518E5-EA52-7EE5-8D70-EB2CC7525E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17813" y="3089567"/>
                <a:ext cx="52605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8" name="矩形 177">
                <a:extLst>
                  <a:ext uri="{FF2B5EF4-FFF2-40B4-BE49-F238E27FC236}">
                    <a16:creationId xmlns:a16="http://schemas.microsoft.com/office/drawing/2014/main" id="{B9A5C82A-8310-BEC3-C3F5-1F5A24CF29A4}"/>
                  </a:ext>
                </a:extLst>
              </p:cNvPr>
              <p:cNvSpPr/>
              <p:nvPr/>
            </p:nvSpPr>
            <p:spPr>
              <a:xfrm>
                <a:off x="10736506" y="2804178"/>
                <a:ext cx="414338" cy="536761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79" name="连接符: 肘形 178">
                <a:extLst>
                  <a:ext uri="{FF2B5EF4-FFF2-40B4-BE49-F238E27FC236}">
                    <a16:creationId xmlns:a16="http://schemas.microsoft.com/office/drawing/2014/main" id="{A92BA78C-EDAD-E819-95E7-086148704E55}"/>
                  </a:ext>
                </a:extLst>
              </p:cNvPr>
              <p:cNvCxnSpPr>
                <a:cxnSpLocks/>
                <a:stCxn id="428" idx="0"/>
                <a:endCxn id="134" idx="0"/>
              </p:cNvCxnSpPr>
              <p:nvPr/>
            </p:nvCxnSpPr>
            <p:spPr>
              <a:xfrm rot="16200000" flipH="1">
                <a:off x="6377144" y="2034300"/>
                <a:ext cx="19432" cy="1743507"/>
              </a:xfrm>
              <a:prstGeom prst="bentConnector3">
                <a:avLst>
                  <a:gd name="adj1" fmla="val -1176410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9" name="文本框 188">
                <a:extLst>
                  <a:ext uri="{FF2B5EF4-FFF2-40B4-BE49-F238E27FC236}">
                    <a16:creationId xmlns:a16="http://schemas.microsoft.com/office/drawing/2014/main" id="{7692DA34-2009-1F81-424B-7DFC67BEB920}"/>
                  </a:ext>
                </a:extLst>
              </p:cNvPr>
              <p:cNvSpPr txBox="1"/>
              <p:nvPr/>
            </p:nvSpPr>
            <p:spPr>
              <a:xfrm>
                <a:off x="10638396" y="1908095"/>
                <a:ext cx="819137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Policy-A</a:t>
                </a:r>
                <a:endParaRPr lang="zh-CN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0" name="文本框 189">
                <a:extLst>
                  <a:ext uri="{FF2B5EF4-FFF2-40B4-BE49-F238E27FC236}">
                    <a16:creationId xmlns:a16="http://schemas.microsoft.com/office/drawing/2014/main" id="{3FB8680E-9DBD-5EEB-9C1C-ADC026493809}"/>
                  </a:ext>
                </a:extLst>
              </p:cNvPr>
              <p:cNvSpPr txBox="1"/>
              <p:nvPr/>
            </p:nvSpPr>
            <p:spPr>
              <a:xfrm>
                <a:off x="10638396" y="3290031"/>
                <a:ext cx="82004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Q-value</a:t>
                </a:r>
                <a:endParaRPr lang="zh-CN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59" name="连接符: 肘形 258">
                <a:extLst>
                  <a:ext uri="{FF2B5EF4-FFF2-40B4-BE49-F238E27FC236}">
                    <a16:creationId xmlns:a16="http://schemas.microsoft.com/office/drawing/2014/main" id="{59FBBBFF-A0C2-9BE9-38B2-3962FF05FA7E}"/>
                  </a:ext>
                </a:extLst>
              </p:cNvPr>
              <p:cNvCxnSpPr>
                <a:cxnSpLocks/>
                <a:endCxn id="425" idx="2"/>
              </p:cNvCxnSpPr>
              <p:nvPr/>
            </p:nvCxnSpPr>
            <p:spPr>
              <a:xfrm rot="16200000" flipH="1">
                <a:off x="4132617" y="2132811"/>
                <a:ext cx="1540264" cy="372557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9" name="矩形: 圆角 278">
                <a:extLst>
                  <a:ext uri="{FF2B5EF4-FFF2-40B4-BE49-F238E27FC236}">
                    <a16:creationId xmlns:a16="http://schemas.microsoft.com/office/drawing/2014/main" id="{EFAA61B4-4600-21F4-2301-CF2108CC4BDE}"/>
                  </a:ext>
                </a:extLst>
              </p:cNvPr>
              <p:cNvSpPr/>
              <p:nvPr/>
            </p:nvSpPr>
            <p:spPr>
              <a:xfrm>
                <a:off x="4918866" y="1005727"/>
                <a:ext cx="6538668" cy="1130656"/>
              </a:xfrm>
              <a:prstGeom prst="roundRect">
                <a:avLst/>
              </a:prstGeom>
              <a:noFill/>
              <a:ln w="19050"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0" name="矩形: 圆角 279">
                <a:extLst>
                  <a:ext uri="{FF2B5EF4-FFF2-40B4-BE49-F238E27FC236}">
                    <a16:creationId xmlns:a16="http://schemas.microsoft.com/office/drawing/2014/main" id="{BB1B0BEA-9677-9FD2-E54B-8056C7098BDD}"/>
                  </a:ext>
                </a:extLst>
              </p:cNvPr>
              <p:cNvSpPr/>
              <p:nvPr/>
            </p:nvSpPr>
            <p:spPr>
              <a:xfrm>
                <a:off x="4918866" y="2519628"/>
                <a:ext cx="6538668" cy="1018220"/>
              </a:xfrm>
              <a:prstGeom prst="roundRect">
                <a:avLst/>
              </a:prstGeom>
              <a:noFill/>
              <a:ln w="19050"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2" name="文本框 281">
                <a:extLst>
                  <a:ext uri="{FF2B5EF4-FFF2-40B4-BE49-F238E27FC236}">
                    <a16:creationId xmlns:a16="http://schemas.microsoft.com/office/drawing/2014/main" id="{D69E53ED-68DE-7AE0-68FC-2539AA4DCE6C}"/>
                  </a:ext>
                </a:extLst>
              </p:cNvPr>
              <p:cNvSpPr txBox="1"/>
              <p:nvPr/>
            </p:nvSpPr>
            <p:spPr>
              <a:xfrm>
                <a:off x="9314799" y="1005756"/>
                <a:ext cx="179980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Actor network</a:t>
                </a:r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95" name="组合 294">
                <a:extLst>
                  <a:ext uri="{FF2B5EF4-FFF2-40B4-BE49-F238E27FC236}">
                    <a16:creationId xmlns:a16="http://schemas.microsoft.com/office/drawing/2014/main" id="{E2198A6E-3E84-2AC0-506E-AB45A59F41EE}"/>
                  </a:ext>
                </a:extLst>
              </p:cNvPr>
              <p:cNvGrpSpPr/>
              <p:nvPr/>
            </p:nvGrpSpPr>
            <p:grpSpPr>
              <a:xfrm>
                <a:off x="7972887" y="2569134"/>
                <a:ext cx="952351" cy="902999"/>
                <a:chOff x="7817050" y="800486"/>
                <a:chExt cx="1379799" cy="1344413"/>
              </a:xfrm>
            </p:grpSpPr>
            <p:grpSp>
              <p:nvGrpSpPr>
                <p:cNvPr id="296" name="组合 295">
                  <a:extLst>
                    <a:ext uri="{FF2B5EF4-FFF2-40B4-BE49-F238E27FC236}">
                      <a16:creationId xmlns:a16="http://schemas.microsoft.com/office/drawing/2014/main" id="{13558B8A-8A9C-41F2-683E-831F42C7D1FC}"/>
                    </a:ext>
                  </a:extLst>
                </p:cNvPr>
                <p:cNvGrpSpPr/>
                <p:nvPr/>
              </p:nvGrpSpPr>
              <p:grpSpPr>
                <a:xfrm>
                  <a:off x="7976594" y="800486"/>
                  <a:ext cx="1220255" cy="1118189"/>
                  <a:chOff x="9022185" y="995487"/>
                  <a:chExt cx="1220255" cy="1118189"/>
                </a:xfrm>
              </p:grpSpPr>
              <p:sp>
                <p:nvSpPr>
                  <p:cNvPr id="310" name="矩形: 圆角 309">
                    <a:extLst>
                      <a:ext uri="{FF2B5EF4-FFF2-40B4-BE49-F238E27FC236}">
                        <a16:creationId xmlns:a16="http://schemas.microsoft.com/office/drawing/2014/main" id="{1908F60D-05EB-3043-ED65-C5BCB4D78982}"/>
                      </a:ext>
                    </a:extLst>
                  </p:cNvPr>
                  <p:cNvSpPr/>
                  <p:nvPr/>
                </p:nvSpPr>
                <p:spPr>
                  <a:xfrm>
                    <a:off x="9022185" y="995487"/>
                    <a:ext cx="1220255" cy="1118189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311" name="组合 310">
                    <a:extLst>
                      <a:ext uri="{FF2B5EF4-FFF2-40B4-BE49-F238E27FC236}">
                        <a16:creationId xmlns:a16="http://schemas.microsoft.com/office/drawing/2014/main" id="{C88A52AB-A844-D961-C147-ACDCB51A3F20}"/>
                      </a:ext>
                    </a:extLst>
                  </p:cNvPr>
                  <p:cNvGrpSpPr/>
                  <p:nvPr/>
                </p:nvGrpSpPr>
                <p:grpSpPr>
                  <a:xfrm>
                    <a:off x="9048779" y="1048452"/>
                    <a:ext cx="1170972" cy="929492"/>
                    <a:chOff x="6859933" y="2764631"/>
                    <a:chExt cx="1229001" cy="1040834"/>
                  </a:xfrm>
                </p:grpSpPr>
                <p:sp>
                  <p:nvSpPr>
                    <p:cNvPr id="312" name="椭圆 311">
                      <a:extLst>
                        <a:ext uri="{FF2B5EF4-FFF2-40B4-BE49-F238E27FC236}">
                          <a16:creationId xmlns:a16="http://schemas.microsoft.com/office/drawing/2014/main" id="{B63CBA97-2900-69B1-AA98-E159D21A3B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43775" y="2764631"/>
                      <a:ext cx="240158" cy="240158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13" name="椭圆 312">
                      <a:extLst>
                        <a:ext uri="{FF2B5EF4-FFF2-40B4-BE49-F238E27FC236}">
                          <a16:creationId xmlns:a16="http://schemas.microsoft.com/office/drawing/2014/main" id="{4A889475-2D9C-6514-2FF8-147B47B94A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43775" y="3228246"/>
                      <a:ext cx="240158" cy="240158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14" name="椭圆 313">
                      <a:extLst>
                        <a:ext uri="{FF2B5EF4-FFF2-40B4-BE49-F238E27FC236}">
                          <a16:creationId xmlns:a16="http://schemas.microsoft.com/office/drawing/2014/main" id="{A2FA1206-0A7A-3D4B-86B8-E7778EA1FC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9933" y="3559240"/>
                      <a:ext cx="240158" cy="240158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15" name="椭圆 314">
                      <a:extLst>
                        <a:ext uri="{FF2B5EF4-FFF2-40B4-BE49-F238E27FC236}">
                          <a16:creationId xmlns:a16="http://schemas.microsoft.com/office/drawing/2014/main" id="{F8505C92-FC19-6AD1-0365-D43C03900E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48776" y="3565307"/>
                      <a:ext cx="240158" cy="240158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316" name="直接箭头连接符 315">
                      <a:extLst>
                        <a:ext uri="{FF2B5EF4-FFF2-40B4-BE49-F238E27FC236}">
                          <a16:creationId xmlns:a16="http://schemas.microsoft.com/office/drawing/2014/main" id="{CD91B50B-F5C2-EDD0-2547-5BB1257B1A77}"/>
                        </a:ext>
                      </a:extLst>
                    </p:cNvPr>
                    <p:cNvCxnSpPr>
                      <a:cxnSpLocks/>
                      <a:stCxn id="312" idx="4"/>
                      <a:endCxn id="313" idx="0"/>
                    </p:cNvCxnSpPr>
                    <p:nvPr/>
                  </p:nvCxnSpPr>
                  <p:spPr>
                    <a:xfrm>
                      <a:off x="7463854" y="3004789"/>
                      <a:ext cx="0" cy="223457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7" name="直接箭头连接符 316">
                      <a:extLst>
                        <a:ext uri="{FF2B5EF4-FFF2-40B4-BE49-F238E27FC236}">
                          <a16:creationId xmlns:a16="http://schemas.microsoft.com/office/drawing/2014/main" id="{3E49584B-8AC7-6FB9-C1A9-C290BF7E3E0A}"/>
                        </a:ext>
                      </a:extLst>
                    </p:cNvPr>
                    <p:cNvCxnSpPr>
                      <a:cxnSpLocks/>
                      <a:stCxn id="312" idx="3"/>
                      <a:endCxn id="314" idx="0"/>
                    </p:cNvCxnSpPr>
                    <p:nvPr/>
                  </p:nvCxnSpPr>
                  <p:spPr>
                    <a:xfrm flipH="1">
                      <a:off x="6980012" y="2969619"/>
                      <a:ext cx="398933" cy="589621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8" name="直接箭头连接符 317">
                      <a:extLst>
                        <a:ext uri="{FF2B5EF4-FFF2-40B4-BE49-F238E27FC236}">
                          <a16:creationId xmlns:a16="http://schemas.microsoft.com/office/drawing/2014/main" id="{87C860F4-0DCD-8EB0-F0EE-C664B4A644DF}"/>
                        </a:ext>
                      </a:extLst>
                    </p:cNvPr>
                    <p:cNvCxnSpPr>
                      <a:cxnSpLocks/>
                      <a:stCxn id="312" idx="5"/>
                      <a:endCxn id="315" idx="0"/>
                    </p:cNvCxnSpPr>
                    <p:nvPr/>
                  </p:nvCxnSpPr>
                  <p:spPr>
                    <a:xfrm>
                      <a:off x="7548763" y="2969619"/>
                      <a:ext cx="420092" cy="595688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9" name="直接箭头连接符 318">
                      <a:extLst>
                        <a:ext uri="{FF2B5EF4-FFF2-40B4-BE49-F238E27FC236}">
                          <a16:creationId xmlns:a16="http://schemas.microsoft.com/office/drawing/2014/main" id="{7AF3E48B-684B-536D-7CBE-CC053FFD96F4}"/>
                        </a:ext>
                      </a:extLst>
                    </p:cNvPr>
                    <p:cNvCxnSpPr>
                      <a:cxnSpLocks/>
                      <a:stCxn id="314" idx="6"/>
                      <a:endCxn id="315" idx="2"/>
                    </p:cNvCxnSpPr>
                    <p:nvPr/>
                  </p:nvCxnSpPr>
                  <p:spPr>
                    <a:xfrm>
                      <a:off x="7100091" y="3679319"/>
                      <a:ext cx="748685" cy="6067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0" name="直接箭头连接符 319">
                      <a:extLst>
                        <a:ext uri="{FF2B5EF4-FFF2-40B4-BE49-F238E27FC236}">
                          <a16:creationId xmlns:a16="http://schemas.microsoft.com/office/drawing/2014/main" id="{A76EF5E7-7AE3-95AF-16C5-2B83447368A1}"/>
                        </a:ext>
                      </a:extLst>
                    </p:cNvPr>
                    <p:cNvCxnSpPr>
                      <a:cxnSpLocks/>
                      <a:stCxn id="313" idx="2"/>
                      <a:endCxn id="314" idx="7"/>
                    </p:cNvCxnSpPr>
                    <p:nvPr/>
                  </p:nvCxnSpPr>
                  <p:spPr>
                    <a:xfrm flipH="1">
                      <a:off x="7064921" y="3348325"/>
                      <a:ext cx="278854" cy="246085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1" name="直接箭头连接符 320">
                      <a:extLst>
                        <a:ext uri="{FF2B5EF4-FFF2-40B4-BE49-F238E27FC236}">
                          <a16:creationId xmlns:a16="http://schemas.microsoft.com/office/drawing/2014/main" id="{4AB5B288-F33E-4B8C-D32B-DD0238221D2E}"/>
                        </a:ext>
                      </a:extLst>
                    </p:cNvPr>
                    <p:cNvCxnSpPr>
                      <a:cxnSpLocks/>
                      <a:stCxn id="313" idx="6"/>
                      <a:endCxn id="315" idx="1"/>
                    </p:cNvCxnSpPr>
                    <p:nvPr/>
                  </p:nvCxnSpPr>
                  <p:spPr>
                    <a:xfrm>
                      <a:off x="7583933" y="3348325"/>
                      <a:ext cx="300013" cy="252152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97" name="组合 296">
                  <a:extLst>
                    <a:ext uri="{FF2B5EF4-FFF2-40B4-BE49-F238E27FC236}">
                      <a16:creationId xmlns:a16="http://schemas.microsoft.com/office/drawing/2014/main" id="{F4A27D49-11A6-2A5F-C902-B4FBA14B62E6}"/>
                    </a:ext>
                  </a:extLst>
                </p:cNvPr>
                <p:cNvGrpSpPr/>
                <p:nvPr/>
              </p:nvGrpSpPr>
              <p:grpSpPr>
                <a:xfrm>
                  <a:off x="7817050" y="1026710"/>
                  <a:ext cx="1220255" cy="1118189"/>
                  <a:chOff x="9022185" y="995487"/>
                  <a:chExt cx="1220255" cy="1118189"/>
                </a:xfrm>
              </p:grpSpPr>
              <p:sp>
                <p:nvSpPr>
                  <p:cNvPr id="298" name="矩形: 圆角 297">
                    <a:extLst>
                      <a:ext uri="{FF2B5EF4-FFF2-40B4-BE49-F238E27FC236}">
                        <a16:creationId xmlns:a16="http://schemas.microsoft.com/office/drawing/2014/main" id="{96AFA77D-CE01-09E5-7A87-6B578DDFC80C}"/>
                      </a:ext>
                    </a:extLst>
                  </p:cNvPr>
                  <p:cNvSpPr/>
                  <p:nvPr/>
                </p:nvSpPr>
                <p:spPr>
                  <a:xfrm>
                    <a:off x="9022185" y="995487"/>
                    <a:ext cx="1220255" cy="1118189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299" name="组合 298">
                    <a:extLst>
                      <a:ext uri="{FF2B5EF4-FFF2-40B4-BE49-F238E27FC236}">
                        <a16:creationId xmlns:a16="http://schemas.microsoft.com/office/drawing/2014/main" id="{957901CB-1B90-E01E-B27B-EB8A9C2A4114}"/>
                      </a:ext>
                    </a:extLst>
                  </p:cNvPr>
                  <p:cNvGrpSpPr/>
                  <p:nvPr/>
                </p:nvGrpSpPr>
                <p:grpSpPr>
                  <a:xfrm>
                    <a:off x="9048779" y="1048452"/>
                    <a:ext cx="1170972" cy="929492"/>
                    <a:chOff x="6859933" y="2764631"/>
                    <a:chExt cx="1229001" cy="1040834"/>
                  </a:xfrm>
                </p:grpSpPr>
                <p:sp>
                  <p:nvSpPr>
                    <p:cNvPr id="300" name="椭圆 299">
                      <a:extLst>
                        <a:ext uri="{FF2B5EF4-FFF2-40B4-BE49-F238E27FC236}">
                          <a16:creationId xmlns:a16="http://schemas.microsoft.com/office/drawing/2014/main" id="{2A68606D-981C-D78C-7EE3-B7BDF79D13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43775" y="2764631"/>
                      <a:ext cx="240158" cy="240158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01" name="椭圆 300">
                      <a:extLst>
                        <a:ext uri="{FF2B5EF4-FFF2-40B4-BE49-F238E27FC236}">
                          <a16:creationId xmlns:a16="http://schemas.microsoft.com/office/drawing/2014/main" id="{962E8323-F423-334E-E238-2EC5EFE149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43775" y="3228246"/>
                      <a:ext cx="240158" cy="240158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02" name="椭圆 301">
                      <a:extLst>
                        <a:ext uri="{FF2B5EF4-FFF2-40B4-BE49-F238E27FC236}">
                          <a16:creationId xmlns:a16="http://schemas.microsoft.com/office/drawing/2014/main" id="{8821F989-1F94-942C-F872-F41D4A44F4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9933" y="3559240"/>
                      <a:ext cx="240158" cy="240158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03" name="椭圆 302">
                      <a:extLst>
                        <a:ext uri="{FF2B5EF4-FFF2-40B4-BE49-F238E27FC236}">
                          <a16:creationId xmlns:a16="http://schemas.microsoft.com/office/drawing/2014/main" id="{FFA983E7-04A0-46B9-7A2F-1EB5B98D60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48776" y="3565307"/>
                      <a:ext cx="240158" cy="240158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304" name="直接箭头连接符 303">
                      <a:extLst>
                        <a:ext uri="{FF2B5EF4-FFF2-40B4-BE49-F238E27FC236}">
                          <a16:creationId xmlns:a16="http://schemas.microsoft.com/office/drawing/2014/main" id="{8B9B2D6F-848A-91D8-668C-23D55EF7DEFB}"/>
                        </a:ext>
                      </a:extLst>
                    </p:cNvPr>
                    <p:cNvCxnSpPr>
                      <a:cxnSpLocks/>
                      <a:stCxn id="300" idx="4"/>
                      <a:endCxn id="301" idx="0"/>
                    </p:cNvCxnSpPr>
                    <p:nvPr/>
                  </p:nvCxnSpPr>
                  <p:spPr>
                    <a:xfrm>
                      <a:off x="7463854" y="3004789"/>
                      <a:ext cx="0" cy="223457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5" name="直接箭头连接符 304">
                      <a:extLst>
                        <a:ext uri="{FF2B5EF4-FFF2-40B4-BE49-F238E27FC236}">
                          <a16:creationId xmlns:a16="http://schemas.microsoft.com/office/drawing/2014/main" id="{E83DCE5A-99AF-B6F1-BD72-D877F788C6D7}"/>
                        </a:ext>
                      </a:extLst>
                    </p:cNvPr>
                    <p:cNvCxnSpPr>
                      <a:cxnSpLocks/>
                      <a:stCxn id="300" idx="3"/>
                      <a:endCxn id="302" idx="0"/>
                    </p:cNvCxnSpPr>
                    <p:nvPr/>
                  </p:nvCxnSpPr>
                  <p:spPr>
                    <a:xfrm flipH="1">
                      <a:off x="6980012" y="2969619"/>
                      <a:ext cx="398933" cy="589621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6" name="直接箭头连接符 305">
                      <a:extLst>
                        <a:ext uri="{FF2B5EF4-FFF2-40B4-BE49-F238E27FC236}">
                          <a16:creationId xmlns:a16="http://schemas.microsoft.com/office/drawing/2014/main" id="{68A13A5F-B96C-DCC2-CAA9-CCF776F6AACE}"/>
                        </a:ext>
                      </a:extLst>
                    </p:cNvPr>
                    <p:cNvCxnSpPr>
                      <a:cxnSpLocks/>
                      <a:stCxn id="300" idx="5"/>
                      <a:endCxn id="303" idx="0"/>
                    </p:cNvCxnSpPr>
                    <p:nvPr/>
                  </p:nvCxnSpPr>
                  <p:spPr>
                    <a:xfrm>
                      <a:off x="7548763" y="2969619"/>
                      <a:ext cx="420092" cy="595688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7" name="直接箭头连接符 306">
                      <a:extLst>
                        <a:ext uri="{FF2B5EF4-FFF2-40B4-BE49-F238E27FC236}">
                          <a16:creationId xmlns:a16="http://schemas.microsoft.com/office/drawing/2014/main" id="{ABEB5138-8F15-D4B2-AFA9-22A2CD8BD509}"/>
                        </a:ext>
                      </a:extLst>
                    </p:cNvPr>
                    <p:cNvCxnSpPr>
                      <a:cxnSpLocks/>
                      <a:stCxn id="302" idx="6"/>
                      <a:endCxn id="303" idx="2"/>
                    </p:cNvCxnSpPr>
                    <p:nvPr/>
                  </p:nvCxnSpPr>
                  <p:spPr>
                    <a:xfrm>
                      <a:off x="7100091" y="3679319"/>
                      <a:ext cx="748685" cy="6067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8" name="直接箭头连接符 307">
                      <a:extLst>
                        <a:ext uri="{FF2B5EF4-FFF2-40B4-BE49-F238E27FC236}">
                          <a16:creationId xmlns:a16="http://schemas.microsoft.com/office/drawing/2014/main" id="{3C8C99F8-B7D9-17F9-360A-38C13CE2C873}"/>
                        </a:ext>
                      </a:extLst>
                    </p:cNvPr>
                    <p:cNvCxnSpPr>
                      <a:cxnSpLocks/>
                      <a:stCxn id="301" idx="2"/>
                      <a:endCxn id="302" idx="7"/>
                    </p:cNvCxnSpPr>
                    <p:nvPr/>
                  </p:nvCxnSpPr>
                  <p:spPr>
                    <a:xfrm flipH="1">
                      <a:off x="7064921" y="3348325"/>
                      <a:ext cx="278854" cy="246085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9" name="直接箭头连接符 308">
                      <a:extLst>
                        <a:ext uri="{FF2B5EF4-FFF2-40B4-BE49-F238E27FC236}">
                          <a16:creationId xmlns:a16="http://schemas.microsoft.com/office/drawing/2014/main" id="{17604137-4D46-A8B3-A0B5-01DB17D62375}"/>
                        </a:ext>
                      </a:extLst>
                    </p:cNvPr>
                    <p:cNvCxnSpPr>
                      <a:cxnSpLocks/>
                      <a:stCxn id="301" idx="6"/>
                      <a:endCxn id="303" idx="1"/>
                    </p:cNvCxnSpPr>
                    <p:nvPr/>
                  </p:nvCxnSpPr>
                  <p:spPr>
                    <a:xfrm>
                      <a:off x="7583933" y="3348325"/>
                      <a:ext cx="300013" cy="252152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336" name="组合 335">
                <a:extLst>
                  <a:ext uri="{FF2B5EF4-FFF2-40B4-BE49-F238E27FC236}">
                    <a16:creationId xmlns:a16="http://schemas.microsoft.com/office/drawing/2014/main" id="{0778E7D8-7DFA-08EC-E25A-BAA0A6E53ACF}"/>
                  </a:ext>
                </a:extLst>
              </p:cNvPr>
              <p:cNvGrpSpPr/>
              <p:nvPr/>
            </p:nvGrpSpPr>
            <p:grpSpPr>
              <a:xfrm>
                <a:off x="5821607" y="1437075"/>
                <a:ext cx="725611" cy="486897"/>
                <a:chOff x="7119732" y="1135856"/>
                <a:chExt cx="1045574" cy="921544"/>
              </a:xfrm>
            </p:grpSpPr>
            <p:sp>
              <p:nvSpPr>
                <p:cNvPr id="337" name="矩形: 圆角 336">
                  <a:extLst>
                    <a:ext uri="{FF2B5EF4-FFF2-40B4-BE49-F238E27FC236}">
                      <a16:creationId xmlns:a16="http://schemas.microsoft.com/office/drawing/2014/main" id="{59A6F1C9-15D2-53D3-6F39-58FC6A4550EA}"/>
                    </a:ext>
                  </a:extLst>
                </p:cNvPr>
                <p:cNvSpPr/>
                <p:nvPr/>
              </p:nvSpPr>
              <p:spPr>
                <a:xfrm>
                  <a:off x="7119732" y="1135856"/>
                  <a:ext cx="1045574" cy="921544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8" name="矩形 337">
                  <a:extLst>
                    <a:ext uri="{FF2B5EF4-FFF2-40B4-BE49-F238E27FC236}">
                      <a16:creationId xmlns:a16="http://schemas.microsoft.com/office/drawing/2014/main" id="{E0FAA57D-FAE9-4388-600B-0F40E794C968}"/>
                    </a:ext>
                  </a:extLst>
                </p:cNvPr>
                <p:cNvSpPr/>
                <p:nvPr/>
              </p:nvSpPr>
              <p:spPr>
                <a:xfrm>
                  <a:off x="7279227" y="1421857"/>
                  <a:ext cx="178593" cy="46166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9" name="矩形 338">
                  <a:extLst>
                    <a:ext uri="{FF2B5EF4-FFF2-40B4-BE49-F238E27FC236}">
                      <a16:creationId xmlns:a16="http://schemas.microsoft.com/office/drawing/2014/main" id="{46B1599D-9783-EBAA-787A-5C2C3580FC06}"/>
                    </a:ext>
                  </a:extLst>
                </p:cNvPr>
                <p:cNvSpPr/>
                <p:nvPr/>
              </p:nvSpPr>
              <p:spPr>
                <a:xfrm>
                  <a:off x="7532787" y="1257285"/>
                  <a:ext cx="178593" cy="67299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0" name="矩形 339">
                  <a:extLst>
                    <a:ext uri="{FF2B5EF4-FFF2-40B4-BE49-F238E27FC236}">
                      <a16:creationId xmlns:a16="http://schemas.microsoft.com/office/drawing/2014/main" id="{AA5E5194-8CAA-5417-3AC4-779AB9A7F523}"/>
                    </a:ext>
                  </a:extLst>
                </p:cNvPr>
                <p:cNvSpPr/>
                <p:nvPr/>
              </p:nvSpPr>
              <p:spPr>
                <a:xfrm>
                  <a:off x="7836779" y="1421858"/>
                  <a:ext cx="178593" cy="46166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386" name="连接符: 肘形 385">
                <a:extLst>
                  <a:ext uri="{FF2B5EF4-FFF2-40B4-BE49-F238E27FC236}">
                    <a16:creationId xmlns:a16="http://schemas.microsoft.com/office/drawing/2014/main" id="{F283D93C-F581-DF07-B6A6-2D1483263520}"/>
                  </a:ext>
                </a:extLst>
              </p:cNvPr>
              <p:cNvCxnSpPr>
                <a:cxnSpLocks/>
                <a:stCxn id="17" idx="0"/>
                <a:endCxn id="26" idx="0"/>
              </p:cNvCxnSpPr>
              <p:nvPr/>
            </p:nvCxnSpPr>
            <p:spPr>
              <a:xfrm rot="16200000" flipH="1">
                <a:off x="6350157" y="632539"/>
                <a:ext cx="59030" cy="1744717"/>
              </a:xfrm>
              <a:prstGeom prst="bentConnector3">
                <a:avLst>
                  <a:gd name="adj1" fmla="val -387261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24" name="组合 423">
                <a:extLst>
                  <a:ext uri="{FF2B5EF4-FFF2-40B4-BE49-F238E27FC236}">
                    <a16:creationId xmlns:a16="http://schemas.microsoft.com/office/drawing/2014/main" id="{85C7DC27-E0F1-C2F0-DE31-231332E91CBC}"/>
                  </a:ext>
                </a:extLst>
              </p:cNvPr>
              <p:cNvGrpSpPr/>
              <p:nvPr/>
            </p:nvGrpSpPr>
            <p:grpSpPr>
              <a:xfrm>
                <a:off x="5089028" y="2535925"/>
                <a:ext cx="466218" cy="926123"/>
                <a:chOff x="5593710" y="587748"/>
                <a:chExt cx="999971" cy="1871424"/>
              </a:xfrm>
            </p:grpSpPr>
            <p:sp>
              <p:nvSpPr>
                <p:cNvPr id="425" name="立方体 424">
                  <a:extLst>
                    <a:ext uri="{FF2B5EF4-FFF2-40B4-BE49-F238E27FC236}">
                      <a16:creationId xmlns:a16="http://schemas.microsoft.com/office/drawing/2014/main" id="{BE8234F1-C093-7B50-E636-D5D1546DF0E3}"/>
                    </a:ext>
                  </a:extLst>
                </p:cNvPr>
                <p:cNvSpPr/>
                <p:nvPr/>
              </p:nvSpPr>
              <p:spPr>
                <a:xfrm>
                  <a:off x="5593710" y="587748"/>
                  <a:ext cx="491040" cy="1871424"/>
                </a:xfrm>
                <a:prstGeom prst="cube">
                  <a:avLst>
                    <a:gd name="adj" fmla="val 78830"/>
                  </a:avLst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26" name="立方体 425">
                  <a:extLst>
                    <a:ext uri="{FF2B5EF4-FFF2-40B4-BE49-F238E27FC236}">
                      <a16:creationId xmlns:a16="http://schemas.microsoft.com/office/drawing/2014/main" id="{C529C204-DFDE-6FE6-9FDE-D2B5F97FE8FA}"/>
                    </a:ext>
                  </a:extLst>
                </p:cNvPr>
                <p:cNvSpPr/>
                <p:nvPr/>
              </p:nvSpPr>
              <p:spPr>
                <a:xfrm>
                  <a:off x="5774939" y="819738"/>
                  <a:ext cx="389465" cy="1430749"/>
                </a:xfrm>
                <a:prstGeom prst="cube">
                  <a:avLst>
                    <a:gd name="adj" fmla="val 58462"/>
                  </a:avLst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27" name="立方体 426">
                  <a:extLst>
                    <a:ext uri="{FF2B5EF4-FFF2-40B4-BE49-F238E27FC236}">
                      <a16:creationId xmlns:a16="http://schemas.microsoft.com/office/drawing/2014/main" id="{085A0F86-BD1B-A127-CFA2-4DEB39036F59}"/>
                    </a:ext>
                  </a:extLst>
                </p:cNvPr>
                <p:cNvSpPr/>
                <p:nvPr/>
              </p:nvSpPr>
              <p:spPr>
                <a:xfrm>
                  <a:off x="5977417" y="1071563"/>
                  <a:ext cx="451958" cy="985837"/>
                </a:xfrm>
                <a:prstGeom prst="cube">
                  <a:avLst>
                    <a:gd name="adj" fmla="val 47457"/>
                  </a:avLst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28" name="立方体 427">
                  <a:extLst>
                    <a:ext uri="{FF2B5EF4-FFF2-40B4-BE49-F238E27FC236}">
                      <a16:creationId xmlns:a16="http://schemas.microsoft.com/office/drawing/2014/main" id="{C98C2547-780C-4C32-A381-ACDF135E80E2}"/>
                    </a:ext>
                  </a:extLst>
                </p:cNvPr>
                <p:cNvSpPr/>
                <p:nvPr/>
              </p:nvSpPr>
              <p:spPr>
                <a:xfrm>
                  <a:off x="6265979" y="1316035"/>
                  <a:ext cx="327702" cy="555500"/>
                </a:xfrm>
                <a:prstGeom prst="cube">
                  <a:avLst>
                    <a:gd name="adj" fmla="val 47457"/>
                  </a:avLst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0" name="文本框 439">
                    <a:extLst>
                      <a:ext uri="{FF2B5EF4-FFF2-40B4-BE49-F238E27FC236}">
                        <a16:creationId xmlns:a16="http://schemas.microsoft.com/office/drawing/2014/main" id="{A3C22940-377D-3637-7BD8-83997A19B1A3}"/>
                      </a:ext>
                    </a:extLst>
                  </p:cNvPr>
                  <p:cNvSpPr txBox="1"/>
                  <p:nvPr/>
                </p:nvSpPr>
                <p:spPr>
                  <a:xfrm>
                    <a:off x="7378911" y="1402872"/>
                    <a:ext cx="492314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440" name="文本框 439">
                    <a:extLst>
                      <a:ext uri="{FF2B5EF4-FFF2-40B4-BE49-F238E27FC236}">
                        <a16:creationId xmlns:a16="http://schemas.microsoft.com/office/drawing/2014/main" id="{A3C22940-377D-3637-7BD8-83997A19B1A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78911" y="1402872"/>
                    <a:ext cx="492314" cy="24622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469" r="-3704" b="-325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62" name="文本框 461">
                <a:extLst>
                  <a:ext uri="{FF2B5EF4-FFF2-40B4-BE49-F238E27FC236}">
                    <a16:creationId xmlns:a16="http://schemas.microsoft.com/office/drawing/2014/main" id="{63F78717-37BA-DB58-25B4-A1499EE79AE2}"/>
                  </a:ext>
                </a:extLst>
              </p:cNvPr>
              <p:cNvSpPr txBox="1"/>
              <p:nvPr/>
            </p:nvSpPr>
            <p:spPr>
              <a:xfrm>
                <a:off x="9450960" y="2457289"/>
                <a:ext cx="138615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Critic network</a:t>
                </a:r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797" name="直接箭头连接符 796">
                <a:extLst>
                  <a:ext uri="{FF2B5EF4-FFF2-40B4-BE49-F238E27FC236}">
                    <a16:creationId xmlns:a16="http://schemas.microsoft.com/office/drawing/2014/main" id="{38043E3C-F1EE-1584-7CCB-5836ABA742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79198" y="2434168"/>
                <a:ext cx="0" cy="54177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7" name="连接符: 肘形 816">
                <a:extLst>
                  <a:ext uri="{FF2B5EF4-FFF2-40B4-BE49-F238E27FC236}">
                    <a16:creationId xmlns:a16="http://schemas.microsoft.com/office/drawing/2014/main" id="{358F6192-89CF-33DF-C3A5-0BBCF170BBA6}"/>
                  </a:ext>
                </a:extLst>
              </p:cNvPr>
              <p:cNvCxnSpPr>
                <a:cxnSpLocks/>
                <a:stCxn id="116" idx="3"/>
                <a:endCxn id="425" idx="2"/>
              </p:cNvCxnSpPr>
              <p:nvPr/>
            </p:nvCxnSpPr>
            <p:spPr>
              <a:xfrm flipH="1">
                <a:off x="5089028" y="1664814"/>
                <a:ext cx="6082770" cy="1424408"/>
              </a:xfrm>
              <a:prstGeom prst="bentConnector5">
                <a:avLst>
                  <a:gd name="adj1" fmla="val -3758"/>
                  <a:gd name="adj2" fmla="val 39999"/>
                  <a:gd name="adj3" fmla="val 103758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1" name="矩形: 圆角 950">
                <a:extLst>
                  <a:ext uri="{FF2B5EF4-FFF2-40B4-BE49-F238E27FC236}">
                    <a16:creationId xmlns:a16="http://schemas.microsoft.com/office/drawing/2014/main" id="{932CE23E-6538-2968-A08D-668E7A1EB192}"/>
                  </a:ext>
                </a:extLst>
              </p:cNvPr>
              <p:cNvSpPr/>
              <p:nvPr/>
            </p:nvSpPr>
            <p:spPr>
              <a:xfrm>
                <a:off x="10478946" y="4503984"/>
                <a:ext cx="1187862" cy="63036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minimize TD-error</a:t>
                </a:r>
                <a:endPara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55" name="连接符: 曲线 954">
                <a:extLst>
                  <a:ext uri="{FF2B5EF4-FFF2-40B4-BE49-F238E27FC236}">
                    <a16:creationId xmlns:a16="http://schemas.microsoft.com/office/drawing/2014/main" id="{0FA20C2E-C90F-6CA8-88E9-5BDBDB8EC95F}"/>
                  </a:ext>
                </a:extLst>
              </p:cNvPr>
              <p:cNvCxnSpPr>
                <a:cxnSpLocks/>
                <a:stCxn id="187" idx="3"/>
                <a:endCxn id="951" idx="2"/>
              </p:cNvCxnSpPr>
              <p:nvPr/>
            </p:nvCxnSpPr>
            <p:spPr>
              <a:xfrm flipV="1">
                <a:off x="9077308" y="5134350"/>
                <a:ext cx="1995569" cy="739839"/>
              </a:xfrm>
              <a:prstGeom prst="curvedConnector2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5" name="连接符: 曲线 964">
                <a:extLst>
                  <a:ext uri="{FF2B5EF4-FFF2-40B4-BE49-F238E27FC236}">
                    <a16:creationId xmlns:a16="http://schemas.microsoft.com/office/drawing/2014/main" id="{247B6974-AFC9-C081-8724-39B530B71313}"/>
                  </a:ext>
                </a:extLst>
              </p:cNvPr>
              <p:cNvCxnSpPr>
                <a:cxnSpLocks/>
                <a:stCxn id="178" idx="3"/>
                <a:endCxn id="951" idx="3"/>
              </p:cNvCxnSpPr>
              <p:nvPr/>
            </p:nvCxnSpPr>
            <p:spPr>
              <a:xfrm>
                <a:off x="11150844" y="3072559"/>
                <a:ext cx="515964" cy="1746608"/>
              </a:xfrm>
              <a:prstGeom prst="curvedConnector3">
                <a:avLst>
                  <a:gd name="adj1" fmla="val 144305"/>
                </a:avLst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7" name="连接符: 曲线 966">
                <a:extLst>
                  <a:ext uri="{FF2B5EF4-FFF2-40B4-BE49-F238E27FC236}">
                    <a16:creationId xmlns:a16="http://schemas.microsoft.com/office/drawing/2014/main" id="{BFBAB7D0-7F05-5195-B28C-B7EB28A779D3}"/>
                  </a:ext>
                </a:extLst>
              </p:cNvPr>
              <p:cNvCxnSpPr>
                <a:cxnSpLocks/>
                <a:stCxn id="951" idx="1"/>
                <a:endCxn id="170" idx="2"/>
              </p:cNvCxnSpPr>
              <p:nvPr/>
            </p:nvCxnSpPr>
            <p:spPr>
              <a:xfrm rot="10800000">
                <a:off x="9852086" y="3352313"/>
                <a:ext cx="626860" cy="1466854"/>
              </a:xfrm>
              <a:prstGeom prst="curvedConnector2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70" name="文本框 969">
                <a:extLst>
                  <a:ext uri="{FF2B5EF4-FFF2-40B4-BE49-F238E27FC236}">
                    <a16:creationId xmlns:a16="http://schemas.microsoft.com/office/drawing/2014/main" id="{38D4E3AD-681F-38F6-D930-44F70E5705F1}"/>
                  </a:ext>
                </a:extLst>
              </p:cNvPr>
              <p:cNvSpPr txBox="1"/>
              <p:nvPr/>
            </p:nvSpPr>
            <p:spPr>
              <a:xfrm>
                <a:off x="7880936" y="1327452"/>
                <a:ext cx="5488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GAT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39A7BFC-51F3-BB6F-3369-D7A38199BAA7}"/>
                  </a:ext>
                </a:extLst>
              </p:cNvPr>
              <p:cNvSpPr txBox="1"/>
              <p:nvPr/>
            </p:nvSpPr>
            <p:spPr>
              <a:xfrm>
                <a:off x="10006237" y="3967523"/>
                <a:ext cx="86563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Update</a:t>
                </a:r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27" name="组合 126">
                <a:extLst>
                  <a:ext uri="{FF2B5EF4-FFF2-40B4-BE49-F238E27FC236}">
                    <a16:creationId xmlns:a16="http://schemas.microsoft.com/office/drawing/2014/main" id="{BC38B8D0-459E-F7C8-B8B9-C543999A4336}"/>
                  </a:ext>
                </a:extLst>
              </p:cNvPr>
              <p:cNvGrpSpPr/>
              <p:nvPr/>
            </p:nvGrpSpPr>
            <p:grpSpPr>
              <a:xfrm>
                <a:off x="5823480" y="2863371"/>
                <a:ext cx="725611" cy="486897"/>
                <a:chOff x="7119732" y="1135856"/>
                <a:chExt cx="1045574" cy="921544"/>
              </a:xfrm>
            </p:grpSpPr>
            <p:sp>
              <p:nvSpPr>
                <p:cNvPr id="960" name="矩形: 圆角 959">
                  <a:extLst>
                    <a:ext uri="{FF2B5EF4-FFF2-40B4-BE49-F238E27FC236}">
                      <a16:creationId xmlns:a16="http://schemas.microsoft.com/office/drawing/2014/main" id="{269E69A6-B8A8-A8CC-5329-22682E916FC2}"/>
                    </a:ext>
                  </a:extLst>
                </p:cNvPr>
                <p:cNvSpPr/>
                <p:nvPr/>
              </p:nvSpPr>
              <p:spPr>
                <a:xfrm>
                  <a:off x="7119732" y="1135856"/>
                  <a:ext cx="1045574" cy="921544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961" name="矩形 960">
                  <a:extLst>
                    <a:ext uri="{FF2B5EF4-FFF2-40B4-BE49-F238E27FC236}">
                      <a16:creationId xmlns:a16="http://schemas.microsoft.com/office/drawing/2014/main" id="{992FDC73-9246-8CD6-01DE-C3596A9455E4}"/>
                    </a:ext>
                  </a:extLst>
                </p:cNvPr>
                <p:cNvSpPr/>
                <p:nvPr/>
              </p:nvSpPr>
              <p:spPr>
                <a:xfrm>
                  <a:off x="7279227" y="1421857"/>
                  <a:ext cx="178593" cy="46166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62" name="矩形 961">
                  <a:extLst>
                    <a:ext uri="{FF2B5EF4-FFF2-40B4-BE49-F238E27FC236}">
                      <a16:creationId xmlns:a16="http://schemas.microsoft.com/office/drawing/2014/main" id="{276DE802-828D-57F3-A20E-F7A1FDEC77AF}"/>
                    </a:ext>
                  </a:extLst>
                </p:cNvPr>
                <p:cNvSpPr/>
                <p:nvPr/>
              </p:nvSpPr>
              <p:spPr>
                <a:xfrm>
                  <a:off x="7532787" y="1257285"/>
                  <a:ext cx="178593" cy="67299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963" name="矩形 962">
                  <a:extLst>
                    <a:ext uri="{FF2B5EF4-FFF2-40B4-BE49-F238E27FC236}">
                      <a16:creationId xmlns:a16="http://schemas.microsoft.com/office/drawing/2014/main" id="{DEACDB36-FAC2-6539-BB41-9CCF5401FCF8}"/>
                    </a:ext>
                  </a:extLst>
                </p:cNvPr>
                <p:cNvSpPr/>
                <p:nvPr/>
              </p:nvSpPr>
              <p:spPr>
                <a:xfrm>
                  <a:off x="7836779" y="1421858"/>
                  <a:ext cx="178593" cy="46166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988" name="文本框 987">
                <a:extLst>
                  <a:ext uri="{FF2B5EF4-FFF2-40B4-BE49-F238E27FC236}">
                    <a16:creationId xmlns:a16="http://schemas.microsoft.com/office/drawing/2014/main" id="{B75D8F4E-0691-A6B1-97B2-25DE91CD66B1}"/>
                  </a:ext>
                </a:extLst>
              </p:cNvPr>
              <p:cNvSpPr txBox="1"/>
              <p:nvPr/>
            </p:nvSpPr>
            <p:spPr>
              <a:xfrm>
                <a:off x="7138972" y="3704129"/>
                <a:ext cx="24804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target Actor network</a:t>
                </a:r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9" name="文本框 988">
                <a:extLst>
                  <a:ext uri="{FF2B5EF4-FFF2-40B4-BE49-F238E27FC236}">
                    <a16:creationId xmlns:a16="http://schemas.microsoft.com/office/drawing/2014/main" id="{E4EBC1B2-6CE3-949E-7DE7-5934EF76AB60}"/>
                  </a:ext>
                </a:extLst>
              </p:cNvPr>
              <p:cNvSpPr txBox="1"/>
              <p:nvPr/>
            </p:nvSpPr>
            <p:spPr>
              <a:xfrm>
                <a:off x="7159866" y="5173876"/>
                <a:ext cx="238223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target  Critic network</a:t>
                </a:r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6" name="文本框 995">
                    <a:extLst>
                      <a:ext uri="{FF2B5EF4-FFF2-40B4-BE49-F238E27FC236}">
                        <a16:creationId xmlns:a16="http://schemas.microsoft.com/office/drawing/2014/main" id="{05E6D734-F45F-BB54-D216-33D6D9F6114C}"/>
                      </a:ext>
                    </a:extLst>
                  </p:cNvPr>
                  <p:cNvSpPr txBox="1"/>
                  <p:nvPr/>
                </p:nvSpPr>
                <p:spPr>
                  <a:xfrm>
                    <a:off x="1342721" y="3844994"/>
                    <a:ext cx="948155" cy="78258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sz="1600" i="1" smtClean="0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160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altLang="zh-CN" sz="1600" i="1" smtClean="0">
                                        <a:latin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en-US" altLang="zh-CN" sz="160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sz="1600" i="1" smtClean="0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96" name="文本框 995">
                    <a:extLst>
                      <a:ext uri="{FF2B5EF4-FFF2-40B4-BE49-F238E27FC236}">
                        <a16:creationId xmlns:a16="http://schemas.microsoft.com/office/drawing/2014/main" id="{05E6D734-F45F-BB54-D216-33D6D9F6114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42721" y="3844994"/>
                    <a:ext cx="948155" cy="78258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2115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97" name="直接箭头连接符 996">
                <a:extLst>
                  <a:ext uri="{FF2B5EF4-FFF2-40B4-BE49-F238E27FC236}">
                    <a16:creationId xmlns:a16="http://schemas.microsoft.com/office/drawing/2014/main" id="{7AF1EF8C-A65D-E329-069B-CE15CD26FD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71668" y="4235168"/>
                <a:ext cx="482333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98" name="组合 997">
                <a:extLst>
                  <a:ext uri="{FF2B5EF4-FFF2-40B4-BE49-F238E27FC236}">
                    <a16:creationId xmlns:a16="http://schemas.microsoft.com/office/drawing/2014/main" id="{30EE0DFD-FDDB-ED78-E195-D3E645C92726}"/>
                  </a:ext>
                </a:extLst>
              </p:cNvPr>
              <p:cNvGrpSpPr/>
              <p:nvPr/>
            </p:nvGrpSpPr>
            <p:grpSpPr>
              <a:xfrm>
                <a:off x="2941880" y="3798396"/>
                <a:ext cx="538238" cy="936155"/>
                <a:chOff x="5593710" y="587748"/>
                <a:chExt cx="999971" cy="1871424"/>
              </a:xfrm>
            </p:grpSpPr>
            <p:sp>
              <p:nvSpPr>
                <p:cNvPr id="999" name="立方体 998">
                  <a:extLst>
                    <a:ext uri="{FF2B5EF4-FFF2-40B4-BE49-F238E27FC236}">
                      <a16:creationId xmlns:a16="http://schemas.microsoft.com/office/drawing/2014/main" id="{C3B2BC09-10E0-1966-C461-AD433291056D}"/>
                    </a:ext>
                  </a:extLst>
                </p:cNvPr>
                <p:cNvSpPr/>
                <p:nvPr/>
              </p:nvSpPr>
              <p:spPr>
                <a:xfrm>
                  <a:off x="5593710" y="587748"/>
                  <a:ext cx="491040" cy="1871424"/>
                </a:xfrm>
                <a:prstGeom prst="cube">
                  <a:avLst>
                    <a:gd name="adj" fmla="val 78830"/>
                  </a:avLst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000" name="立方体 999">
                  <a:extLst>
                    <a:ext uri="{FF2B5EF4-FFF2-40B4-BE49-F238E27FC236}">
                      <a16:creationId xmlns:a16="http://schemas.microsoft.com/office/drawing/2014/main" id="{09213F03-EEF0-78B7-5B28-2BAB92E2FF94}"/>
                    </a:ext>
                  </a:extLst>
                </p:cNvPr>
                <p:cNvSpPr/>
                <p:nvPr/>
              </p:nvSpPr>
              <p:spPr>
                <a:xfrm>
                  <a:off x="5774939" y="819738"/>
                  <a:ext cx="389465" cy="1430749"/>
                </a:xfrm>
                <a:prstGeom prst="cube">
                  <a:avLst>
                    <a:gd name="adj" fmla="val 58462"/>
                  </a:avLst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001" name="立方体 1000">
                  <a:extLst>
                    <a:ext uri="{FF2B5EF4-FFF2-40B4-BE49-F238E27FC236}">
                      <a16:creationId xmlns:a16="http://schemas.microsoft.com/office/drawing/2014/main" id="{106BDEF7-B4ED-5612-22DB-4B5991FE494D}"/>
                    </a:ext>
                  </a:extLst>
                </p:cNvPr>
                <p:cNvSpPr/>
                <p:nvPr/>
              </p:nvSpPr>
              <p:spPr>
                <a:xfrm>
                  <a:off x="5977417" y="1071563"/>
                  <a:ext cx="451958" cy="985837"/>
                </a:xfrm>
                <a:prstGeom prst="cube">
                  <a:avLst>
                    <a:gd name="adj" fmla="val 47457"/>
                  </a:avLst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002" name="立方体 1001">
                  <a:extLst>
                    <a:ext uri="{FF2B5EF4-FFF2-40B4-BE49-F238E27FC236}">
                      <a16:creationId xmlns:a16="http://schemas.microsoft.com/office/drawing/2014/main" id="{CE31FAC9-848D-C313-3F11-31AF644EA2C4}"/>
                    </a:ext>
                  </a:extLst>
                </p:cNvPr>
                <p:cNvSpPr/>
                <p:nvPr/>
              </p:nvSpPr>
              <p:spPr>
                <a:xfrm>
                  <a:off x="6265979" y="1316035"/>
                  <a:ext cx="327702" cy="555500"/>
                </a:xfrm>
                <a:prstGeom prst="cube">
                  <a:avLst>
                    <a:gd name="adj" fmla="val 47457"/>
                  </a:avLst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cxnSp>
            <p:nvCxnSpPr>
              <p:cNvPr id="1003" name="直接箭头连接符 1002">
                <a:extLst>
                  <a:ext uri="{FF2B5EF4-FFF2-40B4-BE49-F238E27FC236}">
                    <a16:creationId xmlns:a16="http://schemas.microsoft.com/office/drawing/2014/main" id="{34D236F5-3AB9-F010-70C2-623F8D22D6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88336" y="4389948"/>
                <a:ext cx="52605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04" name="组合 1003">
                <a:extLst>
                  <a:ext uri="{FF2B5EF4-FFF2-40B4-BE49-F238E27FC236}">
                    <a16:creationId xmlns:a16="http://schemas.microsoft.com/office/drawing/2014/main" id="{13266CC4-22F1-C3E2-A79B-0E3EA6A1EB11}"/>
                  </a:ext>
                </a:extLst>
              </p:cNvPr>
              <p:cNvGrpSpPr/>
              <p:nvPr/>
            </p:nvGrpSpPr>
            <p:grpSpPr>
              <a:xfrm>
                <a:off x="5016467" y="4221742"/>
                <a:ext cx="324056" cy="324056"/>
                <a:chOff x="8691357" y="1421858"/>
                <a:chExt cx="324056" cy="324056"/>
              </a:xfrm>
            </p:grpSpPr>
            <p:sp>
              <p:nvSpPr>
                <p:cNvPr id="1005" name="椭圆 1004">
                  <a:extLst>
                    <a:ext uri="{FF2B5EF4-FFF2-40B4-BE49-F238E27FC236}">
                      <a16:creationId xmlns:a16="http://schemas.microsoft.com/office/drawing/2014/main" id="{9EEF6AA9-8593-FB6A-BC32-BB86817495FD}"/>
                    </a:ext>
                  </a:extLst>
                </p:cNvPr>
                <p:cNvSpPr/>
                <p:nvPr/>
              </p:nvSpPr>
              <p:spPr>
                <a:xfrm>
                  <a:off x="8691357" y="1421858"/>
                  <a:ext cx="324056" cy="32405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006" name="直接连接符 1005">
                  <a:extLst>
                    <a:ext uri="{FF2B5EF4-FFF2-40B4-BE49-F238E27FC236}">
                      <a16:creationId xmlns:a16="http://schemas.microsoft.com/office/drawing/2014/main" id="{F7580AF7-02D2-7E60-47D3-7F16FF1654F6}"/>
                    </a:ext>
                  </a:extLst>
                </p:cNvPr>
                <p:cNvCxnSpPr>
                  <a:cxnSpLocks/>
                  <a:stCxn id="1005" idx="2"/>
                  <a:endCxn id="1005" idx="6"/>
                </p:cNvCxnSpPr>
                <p:nvPr/>
              </p:nvCxnSpPr>
              <p:spPr>
                <a:xfrm>
                  <a:off x="8691357" y="1583886"/>
                  <a:ext cx="324056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07" name="直接连接符 1006">
                  <a:extLst>
                    <a:ext uri="{FF2B5EF4-FFF2-40B4-BE49-F238E27FC236}">
                      <a16:creationId xmlns:a16="http://schemas.microsoft.com/office/drawing/2014/main" id="{15C5FC4B-905B-5417-3C57-9912CBEF3085}"/>
                    </a:ext>
                  </a:extLst>
                </p:cNvPr>
                <p:cNvCxnSpPr>
                  <a:cxnSpLocks/>
                  <a:stCxn id="1005" idx="0"/>
                  <a:endCxn id="1005" idx="4"/>
                </p:cNvCxnSpPr>
                <p:nvPr/>
              </p:nvCxnSpPr>
              <p:spPr>
                <a:xfrm>
                  <a:off x="8853385" y="1421858"/>
                  <a:ext cx="0" cy="324056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8" name="文本框 1007">
                    <a:extLst>
                      <a:ext uri="{FF2B5EF4-FFF2-40B4-BE49-F238E27FC236}">
                        <a16:creationId xmlns:a16="http://schemas.microsoft.com/office/drawing/2014/main" id="{3BE5817E-45FC-F9C3-FC9E-943943C7713D}"/>
                      </a:ext>
                    </a:extLst>
                  </p:cNvPr>
                  <p:cNvSpPr txBox="1"/>
                  <p:nvPr/>
                </p:nvSpPr>
                <p:spPr>
                  <a:xfrm>
                    <a:off x="5003074" y="4516831"/>
                    <a:ext cx="466218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1008" name="文本框 1007">
                    <a:extLst>
                      <a:ext uri="{FF2B5EF4-FFF2-40B4-BE49-F238E27FC236}">
                        <a16:creationId xmlns:a16="http://schemas.microsoft.com/office/drawing/2014/main" id="{3BE5817E-45FC-F9C3-FC9E-943943C771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03074" y="4516831"/>
                    <a:ext cx="466218" cy="24622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9211" r="-7895" b="-325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09" name="文本框 1008">
                <a:extLst>
                  <a:ext uri="{FF2B5EF4-FFF2-40B4-BE49-F238E27FC236}">
                    <a16:creationId xmlns:a16="http://schemas.microsoft.com/office/drawing/2014/main" id="{11AE33DE-5928-EE09-0491-37FC64E3E275}"/>
                  </a:ext>
                </a:extLst>
              </p:cNvPr>
              <p:cNvSpPr txBox="1"/>
              <p:nvPr/>
            </p:nvSpPr>
            <p:spPr>
              <a:xfrm>
                <a:off x="5065646" y="3915438"/>
                <a:ext cx="10579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010" name="直接箭头连接符 1009">
                <a:extLst>
                  <a:ext uri="{FF2B5EF4-FFF2-40B4-BE49-F238E27FC236}">
                    <a16:creationId xmlns:a16="http://schemas.microsoft.com/office/drawing/2014/main" id="{82F11D60-F8CB-C069-45CE-F0CC4B0192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26574" y="4383320"/>
                <a:ext cx="52605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11" name="组合 1010">
                <a:extLst>
                  <a:ext uri="{FF2B5EF4-FFF2-40B4-BE49-F238E27FC236}">
                    <a16:creationId xmlns:a16="http://schemas.microsoft.com/office/drawing/2014/main" id="{517AD31C-A6B3-55C9-A765-BE1D1AD06BE3}"/>
                  </a:ext>
                </a:extLst>
              </p:cNvPr>
              <p:cNvGrpSpPr/>
              <p:nvPr/>
            </p:nvGrpSpPr>
            <p:grpSpPr>
              <a:xfrm>
                <a:off x="5867589" y="3847364"/>
                <a:ext cx="963979" cy="913888"/>
                <a:chOff x="7817050" y="800486"/>
                <a:chExt cx="1379799" cy="1344413"/>
              </a:xfrm>
            </p:grpSpPr>
            <p:grpSp>
              <p:nvGrpSpPr>
                <p:cNvPr id="1012" name="组合 1011">
                  <a:extLst>
                    <a:ext uri="{FF2B5EF4-FFF2-40B4-BE49-F238E27FC236}">
                      <a16:creationId xmlns:a16="http://schemas.microsoft.com/office/drawing/2014/main" id="{A072DDBD-941F-3654-12F5-6564CB0EB28A}"/>
                    </a:ext>
                  </a:extLst>
                </p:cNvPr>
                <p:cNvGrpSpPr/>
                <p:nvPr/>
              </p:nvGrpSpPr>
              <p:grpSpPr>
                <a:xfrm>
                  <a:off x="7976594" y="800486"/>
                  <a:ext cx="1220255" cy="1118189"/>
                  <a:chOff x="9022185" y="995487"/>
                  <a:chExt cx="1220255" cy="1118189"/>
                </a:xfrm>
              </p:grpSpPr>
              <p:sp>
                <p:nvSpPr>
                  <p:cNvPr id="130" name="矩形: 圆角 129">
                    <a:extLst>
                      <a:ext uri="{FF2B5EF4-FFF2-40B4-BE49-F238E27FC236}">
                        <a16:creationId xmlns:a16="http://schemas.microsoft.com/office/drawing/2014/main" id="{408842CA-4D20-AFD0-CD9E-8E85B591837F}"/>
                      </a:ext>
                    </a:extLst>
                  </p:cNvPr>
                  <p:cNvSpPr/>
                  <p:nvPr/>
                </p:nvSpPr>
                <p:spPr>
                  <a:xfrm>
                    <a:off x="9022185" y="995487"/>
                    <a:ext cx="1220255" cy="1118189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131" name="组合 130">
                    <a:extLst>
                      <a:ext uri="{FF2B5EF4-FFF2-40B4-BE49-F238E27FC236}">
                        <a16:creationId xmlns:a16="http://schemas.microsoft.com/office/drawing/2014/main" id="{89D53513-9E39-53F0-C41C-DB3151251CC0}"/>
                      </a:ext>
                    </a:extLst>
                  </p:cNvPr>
                  <p:cNvGrpSpPr/>
                  <p:nvPr/>
                </p:nvGrpSpPr>
                <p:grpSpPr>
                  <a:xfrm>
                    <a:off x="9048779" y="1048452"/>
                    <a:ext cx="1170972" cy="929492"/>
                    <a:chOff x="6859933" y="2764631"/>
                    <a:chExt cx="1229001" cy="1040834"/>
                  </a:xfrm>
                </p:grpSpPr>
                <p:sp>
                  <p:nvSpPr>
                    <p:cNvPr id="141" name="椭圆 140">
                      <a:extLst>
                        <a:ext uri="{FF2B5EF4-FFF2-40B4-BE49-F238E27FC236}">
                          <a16:creationId xmlns:a16="http://schemas.microsoft.com/office/drawing/2014/main" id="{8EB5E955-6258-61D8-E91B-CBA2BAD93A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43775" y="2764631"/>
                      <a:ext cx="240158" cy="240158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42" name="椭圆 141">
                      <a:extLst>
                        <a:ext uri="{FF2B5EF4-FFF2-40B4-BE49-F238E27FC236}">
                          <a16:creationId xmlns:a16="http://schemas.microsoft.com/office/drawing/2014/main" id="{FF39F88B-EC75-4DBC-FE3B-B1E93AAC01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43775" y="3228246"/>
                      <a:ext cx="240158" cy="240158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43" name="椭圆 142">
                      <a:extLst>
                        <a:ext uri="{FF2B5EF4-FFF2-40B4-BE49-F238E27FC236}">
                          <a16:creationId xmlns:a16="http://schemas.microsoft.com/office/drawing/2014/main" id="{E2546652-FFA6-B803-1177-C22CE478F0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9933" y="3559240"/>
                      <a:ext cx="240158" cy="240158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44" name="椭圆 143">
                      <a:extLst>
                        <a:ext uri="{FF2B5EF4-FFF2-40B4-BE49-F238E27FC236}">
                          <a16:creationId xmlns:a16="http://schemas.microsoft.com/office/drawing/2014/main" id="{43851123-18D7-1415-38A6-37AC41A207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48776" y="3565307"/>
                      <a:ext cx="240158" cy="240158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145" name="直接箭头连接符 144">
                      <a:extLst>
                        <a:ext uri="{FF2B5EF4-FFF2-40B4-BE49-F238E27FC236}">
                          <a16:creationId xmlns:a16="http://schemas.microsoft.com/office/drawing/2014/main" id="{974F1969-1F05-F0A6-8682-92C6DE0AEAC2}"/>
                        </a:ext>
                      </a:extLst>
                    </p:cNvPr>
                    <p:cNvCxnSpPr>
                      <a:cxnSpLocks/>
                      <a:stCxn id="141" idx="4"/>
                      <a:endCxn id="142" idx="0"/>
                    </p:cNvCxnSpPr>
                    <p:nvPr/>
                  </p:nvCxnSpPr>
                  <p:spPr>
                    <a:xfrm>
                      <a:off x="7463854" y="3004789"/>
                      <a:ext cx="0" cy="223457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6" name="直接箭头连接符 145">
                      <a:extLst>
                        <a:ext uri="{FF2B5EF4-FFF2-40B4-BE49-F238E27FC236}">
                          <a16:creationId xmlns:a16="http://schemas.microsoft.com/office/drawing/2014/main" id="{0D959C9E-A3D7-313A-E92A-48D02D8E1CF8}"/>
                        </a:ext>
                      </a:extLst>
                    </p:cNvPr>
                    <p:cNvCxnSpPr>
                      <a:cxnSpLocks/>
                      <a:stCxn id="141" idx="3"/>
                      <a:endCxn id="143" idx="0"/>
                    </p:cNvCxnSpPr>
                    <p:nvPr/>
                  </p:nvCxnSpPr>
                  <p:spPr>
                    <a:xfrm flipH="1">
                      <a:off x="6980012" y="2969619"/>
                      <a:ext cx="398933" cy="589621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7" name="直接箭头连接符 146">
                      <a:extLst>
                        <a:ext uri="{FF2B5EF4-FFF2-40B4-BE49-F238E27FC236}">
                          <a16:creationId xmlns:a16="http://schemas.microsoft.com/office/drawing/2014/main" id="{EF0C3960-30B7-1504-4EF8-B3F006E4193D}"/>
                        </a:ext>
                      </a:extLst>
                    </p:cNvPr>
                    <p:cNvCxnSpPr>
                      <a:cxnSpLocks/>
                      <a:stCxn id="141" idx="5"/>
                      <a:endCxn id="144" idx="0"/>
                    </p:cNvCxnSpPr>
                    <p:nvPr/>
                  </p:nvCxnSpPr>
                  <p:spPr>
                    <a:xfrm>
                      <a:off x="7548763" y="2969619"/>
                      <a:ext cx="420092" cy="595688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8" name="直接箭头连接符 147">
                      <a:extLst>
                        <a:ext uri="{FF2B5EF4-FFF2-40B4-BE49-F238E27FC236}">
                          <a16:creationId xmlns:a16="http://schemas.microsoft.com/office/drawing/2014/main" id="{2F7E250F-8BD8-205B-4044-E239E464EE77}"/>
                        </a:ext>
                      </a:extLst>
                    </p:cNvPr>
                    <p:cNvCxnSpPr>
                      <a:cxnSpLocks/>
                      <a:stCxn id="143" idx="6"/>
                      <a:endCxn id="144" idx="2"/>
                    </p:cNvCxnSpPr>
                    <p:nvPr/>
                  </p:nvCxnSpPr>
                  <p:spPr>
                    <a:xfrm>
                      <a:off x="7100091" y="3679319"/>
                      <a:ext cx="748685" cy="6067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9" name="直接箭头连接符 148">
                      <a:extLst>
                        <a:ext uri="{FF2B5EF4-FFF2-40B4-BE49-F238E27FC236}">
                          <a16:creationId xmlns:a16="http://schemas.microsoft.com/office/drawing/2014/main" id="{27C0C25E-11D7-3A30-F70C-734476E0AFDD}"/>
                        </a:ext>
                      </a:extLst>
                    </p:cNvPr>
                    <p:cNvCxnSpPr>
                      <a:cxnSpLocks/>
                      <a:stCxn id="142" idx="2"/>
                      <a:endCxn id="143" idx="7"/>
                    </p:cNvCxnSpPr>
                    <p:nvPr/>
                  </p:nvCxnSpPr>
                  <p:spPr>
                    <a:xfrm flipH="1">
                      <a:off x="7064921" y="3348325"/>
                      <a:ext cx="278854" cy="246085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0" name="直接箭头连接符 149">
                      <a:extLst>
                        <a:ext uri="{FF2B5EF4-FFF2-40B4-BE49-F238E27FC236}">
                          <a16:creationId xmlns:a16="http://schemas.microsoft.com/office/drawing/2014/main" id="{244DB6F1-C0CA-E0FB-F2C4-8A4E01689776}"/>
                        </a:ext>
                      </a:extLst>
                    </p:cNvPr>
                    <p:cNvCxnSpPr>
                      <a:cxnSpLocks/>
                      <a:stCxn id="142" idx="6"/>
                      <a:endCxn id="144" idx="1"/>
                    </p:cNvCxnSpPr>
                    <p:nvPr/>
                  </p:nvCxnSpPr>
                  <p:spPr>
                    <a:xfrm>
                      <a:off x="7583933" y="3348325"/>
                      <a:ext cx="300013" cy="252152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013" name="组合 1012">
                  <a:extLst>
                    <a:ext uri="{FF2B5EF4-FFF2-40B4-BE49-F238E27FC236}">
                      <a16:creationId xmlns:a16="http://schemas.microsoft.com/office/drawing/2014/main" id="{23E391A0-2179-1ADB-4F96-713010389D7D}"/>
                    </a:ext>
                  </a:extLst>
                </p:cNvPr>
                <p:cNvGrpSpPr/>
                <p:nvPr/>
              </p:nvGrpSpPr>
              <p:grpSpPr>
                <a:xfrm>
                  <a:off x="7817050" y="1026710"/>
                  <a:ext cx="1220255" cy="1118189"/>
                  <a:chOff x="9022185" y="995487"/>
                  <a:chExt cx="1220255" cy="1118189"/>
                </a:xfrm>
              </p:grpSpPr>
              <p:sp>
                <p:nvSpPr>
                  <p:cNvPr id="1014" name="矩形: 圆角 1013">
                    <a:extLst>
                      <a:ext uri="{FF2B5EF4-FFF2-40B4-BE49-F238E27FC236}">
                        <a16:creationId xmlns:a16="http://schemas.microsoft.com/office/drawing/2014/main" id="{A50BCAA4-E4BB-5464-14D6-B02DE825EE3E}"/>
                      </a:ext>
                    </a:extLst>
                  </p:cNvPr>
                  <p:cNvSpPr/>
                  <p:nvPr/>
                </p:nvSpPr>
                <p:spPr>
                  <a:xfrm>
                    <a:off x="9022185" y="995487"/>
                    <a:ext cx="1220255" cy="1118189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1015" name="组合 1014">
                    <a:extLst>
                      <a:ext uri="{FF2B5EF4-FFF2-40B4-BE49-F238E27FC236}">
                        <a16:creationId xmlns:a16="http://schemas.microsoft.com/office/drawing/2014/main" id="{1FEA307D-815E-9612-0554-97B2E4C36445}"/>
                      </a:ext>
                    </a:extLst>
                  </p:cNvPr>
                  <p:cNvGrpSpPr/>
                  <p:nvPr/>
                </p:nvGrpSpPr>
                <p:grpSpPr>
                  <a:xfrm>
                    <a:off x="9048779" y="1048452"/>
                    <a:ext cx="1170972" cy="929492"/>
                    <a:chOff x="6859933" y="2764631"/>
                    <a:chExt cx="1229001" cy="1040834"/>
                  </a:xfrm>
                </p:grpSpPr>
                <p:sp>
                  <p:nvSpPr>
                    <p:cNvPr id="1016" name="椭圆 1015">
                      <a:extLst>
                        <a:ext uri="{FF2B5EF4-FFF2-40B4-BE49-F238E27FC236}">
                          <a16:creationId xmlns:a16="http://schemas.microsoft.com/office/drawing/2014/main" id="{D6B4840D-436A-073D-0BF9-77DCDD79E7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43775" y="2764631"/>
                      <a:ext cx="240158" cy="240158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17" name="椭圆 1016">
                      <a:extLst>
                        <a:ext uri="{FF2B5EF4-FFF2-40B4-BE49-F238E27FC236}">
                          <a16:creationId xmlns:a16="http://schemas.microsoft.com/office/drawing/2014/main" id="{1E5251C0-1F11-6A9C-F275-7DBAA6A0D9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43775" y="3228246"/>
                      <a:ext cx="240158" cy="240158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18" name="椭圆 1017">
                      <a:extLst>
                        <a:ext uri="{FF2B5EF4-FFF2-40B4-BE49-F238E27FC236}">
                          <a16:creationId xmlns:a16="http://schemas.microsoft.com/office/drawing/2014/main" id="{5E27BF6A-4778-CFD9-E5E7-6AA33C6FBB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9933" y="3559240"/>
                      <a:ext cx="240158" cy="240158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19" name="椭圆 1018">
                      <a:extLst>
                        <a:ext uri="{FF2B5EF4-FFF2-40B4-BE49-F238E27FC236}">
                          <a16:creationId xmlns:a16="http://schemas.microsoft.com/office/drawing/2014/main" id="{74B544F6-418A-FD83-AFC3-2D5563D6CB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48776" y="3565307"/>
                      <a:ext cx="240158" cy="240158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1020" name="直接箭头连接符 1019">
                      <a:extLst>
                        <a:ext uri="{FF2B5EF4-FFF2-40B4-BE49-F238E27FC236}">
                          <a16:creationId xmlns:a16="http://schemas.microsoft.com/office/drawing/2014/main" id="{C06D8D4A-8818-0950-B0DD-6F2A5D0664F4}"/>
                        </a:ext>
                      </a:extLst>
                    </p:cNvPr>
                    <p:cNvCxnSpPr>
                      <a:cxnSpLocks/>
                      <a:stCxn id="1016" idx="4"/>
                      <a:endCxn id="1017" idx="0"/>
                    </p:cNvCxnSpPr>
                    <p:nvPr/>
                  </p:nvCxnSpPr>
                  <p:spPr>
                    <a:xfrm>
                      <a:off x="7463854" y="3004789"/>
                      <a:ext cx="0" cy="223457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21" name="直接箭头连接符 1020">
                      <a:extLst>
                        <a:ext uri="{FF2B5EF4-FFF2-40B4-BE49-F238E27FC236}">
                          <a16:creationId xmlns:a16="http://schemas.microsoft.com/office/drawing/2014/main" id="{ACB33258-F45A-D63E-E500-EC13371E5002}"/>
                        </a:ext>
                      </a:extLst>
                    </p:cNvPr>
                    <p:cNvCxnSpPr>
                      <a:cxnSpLocks/>
                      <a:stCxn id="1016" idx="3"/>
                      <a:endCxn id="1018" idx="0"/>
                    </p:cNvCxnSpPr>
                    <p:nvPr/>
                  </p:nvCxnSpPr>
                  <p:spPr>
                    <a:xfrm flipH="1">
                      <a:off x="6980012" y="2969619"/>
                      <a:ext cx="398933" cy="589621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22" name="直接箭头连接符 1021">
                      <a:extLst>
                        <a:ext uri="{FF2B5EF4-FFF2-40B4-BE49-F238E27FC236}">
                          <a16:creationId xmlns:a16="http://schemas.microsoft.com/office/drawing/2014/main" id="{19E874BF-C1B1-A6E1-62B3-1E54F1142283}"/>
                        </a:ext>
                      </a:extLst>
                    </p:cNvPr>
                    <p:cNvCxnSpPr>
                      <a:cxnSpLocks/>
                      <a:stCxn id="1016" idx="5"/>
                      <a:endCxn id="1019" idx="0"/>
                    </p:cNvCxnSpPr>
                    <p:nvPr/>
                  </p:nvCxnSpPr>
                  <p:spPr>
                    <a:xfrm>
                      <a:off x="7548763" y="2969619"/>
                      <a:ext cx="420092" cy="595688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23" name="直接箭头连接符 1022">
                      <a:extLst>
                        <a:ext uri="{FF2B5EF4-FFF2-40B4-BE49-F238E27FC236}">
                          <a16:creationId xmlns:a16="http://schemas.microsoft.com/office/drawing/2014/main" id="{570D6296-FFA3-3888-AF62-A4A03BF927E6}"/>
                        </a:ext>
                      </a:extLst>
                    </p:cNvPr>
                    <p:cNvCxnSpPr>
                      <a:cxnSpLocks/>
                      <a:stCxn id="1018" idx="6"/>
                      <a:endCxn id="1019" idx="2"/>
                    </p:cNvCxnSpPr>
                    <p:nvPr/>
                  </p:nvCxnSpPr>
                  <p:spPr>
                    <a:xfrm>
                      <a:off x="7100091" y="3679319"/>
                      <a:ext cx="748685" cy="6067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8" name="直接箭头连接符 127">
                      <a:extLst>
                        <a:ext uri="{FF2B5EF4-FFF2-40B4-BE49-F238E27FC236}">
                          <a16:creationId xmlns:a16="http://schemas.microsoft.com/office/drawing/2014/main" id="{8C5FFF94-5339-EE9D-8EB3-CFECBB9C61B0}"/>
                        </a:ext>
                      </a:extLst>
                    </p:cNvPr>
                    <p:cNvCxnSpPr>
                      <a:cxnSpLocks/>
                      <a:stCxn id="1017" idx="2"/>
                      <a:endCxn id="1018" idx="7"/>
                    </p:cNvCxnSpPr>
                    <p:nvPr/>
                  </p:nvCxnSpPr>
                  <p:spPr>
                    <a:xfrm flipH="1">
                      <a:off x="7064921" y="3348325"/>
                      <a:ext cx="278854" cy="246085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" name="直接箭头连接符 128">
                      <a:extLst>
                        <a:ext uri="{FF2B5EF4-FFF2-40B4-BE49-F238E27FC236}">
                          <a16:creationId xmlns:a16="http://schemas.microsoft.com/office/drawing/2014/main" id="{2420BDA6-1C04-C331-DB49-F36B8509B168}"/>
                        </a:ext>
                      </a:extLst>
                    </p:cNvPr>
                    <p:cNvCxnSpPr>
                      <a:cxnSpLocks/>
                      <a:stCxn id="1017" idx="6"/>
                      <a:endCxn id="1019" idx="1"/>
                    </p:cNvCxnSpPr>
                    <p:nvPr/>
                  </p:nvCxnSpPr>
                  <p:spPr>
                    <a:xfrm>
                      <a:off x="7583933" y="3348325"/>
                      <a:ext cx="300013" cy="252152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cxnSp>
            <p:nvCxnSpPr>
              <p:cNvPr id="151" name="直接箭头连接符 150">
                <a:extLst>
                  <a:ext uri="{FF2B5EF4-FFF2-40B4-BE49-F238E27FC236}">
                    <a16:creationId xmlns:a16="http://schemas.microsoft.com/office/drawing/2014/main" id="{BA9E9937-5D41-9B8D-95FE-408233F02F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28273" y="4382328"/>
                <a:ext cx="52605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2" name="组合 151">
                <a:extLst>
                  <a:ext uri="{FF2B5EF4-FFF2-40B4-BE49-F238E27FC236}">
                    <a16:creationId xmlns:a16="http://schemas.microsoft.com/office/drawing/2014/main" id="{1DB03A61-D6B3-0340-37F4-D180958F7EA9}"/>
                  </a:ext>
                </a:extLst>
              </p:cNvPr>
              <p:cNvGrpSpPr/>
              <p:nvPr/>
            </p:nvGrpSpPr>
            <p:grpSpPr>
              <a:xfrm>
                <a:off x="7371230" y="4103720"/>
                <a:ext cx="768356" cy="554518"/>
                <a:chOff x="7119732" y="1135856"/>
                <a:chExt cx="1045574" cy="921544"/>
              </a:xfrm>
            </p:grpSpPr>
            <p:sp>
              <p:nvSpPr>
                <p:cNvPr id="153" name="矩形: 圆角 152">
                  <a:extLst>
                    <a:ext uri="{FF2B5EF4-FFF2-40B4-BE49-F238E27FC236}">
                      <a16:creationId xmlns:a16="http://schemas.microsoft.com/office/drawing/2014/main" id="{5FC675B1-040B-596E-EBC1-81BDDD2C25F4}"/>
                    </a:ext>
                  </a:extLst>
                </p:cNvPr>
                <p:cNvSpPr/>
                <p:nvPr/>
              </p:nvSpPr>
              <p:spPr>
                <a:xfrm>
                  <a:off x="7119732" y="1135856"/>
                  <a:ext cx="1045574" cy="921544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4" name="矩形 153">
                  <a:extLst>
                    <a:ext uri="{FF2B5EF4-FFF2-40B4-BE49-F238E27FC236}">
                      <a16:creationId xmlns:a16="http://schemas.microsoft.com/office/drawing/2014/main" id="{A71C5D5C-4EF2-2C32-D361-1CF91CD3575E}"/>
                    </a:ext>
                  </a:extLst>
                </p:cNvPr>
                <p:cNvSpPr/>
                <p:nvPr/>
              </p:nvSpPr>
              <p:spPr>
                <a:xfrm>
                  <a:off x="7279227" y="1421857"/>
                  <a:ext cx="178593" cy="46166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5" name="矩形 154">
                  <a:extLst>
                    <a:ext uri="{FF2B5EF4-FFF2-40B4-BE49-F238E27FC236}">
                      <a16:creationId xmlns:a16="http://schemas.microsoft.com/office/drawing/2014/main" id="{EA6ED384-5A2E-C9D2-D387-3EB1BE41DDD9}"/>
                    </a:ext>
                  </a:extLst>
                </p:cNvPr>
                <p:cNvSpPr/>
                <p:nvPr/>
              </p:nvSpPr>
              <p:spPr>
                <a:xfrm>
                  <a:off x="7532787" y="1257285"/>
                  <a:ext cx="178593" cy="67299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6" name="矩形 155">
                  <a:extLst>
                    <a:ext uri="{FF2B5EF4-FFF2-40B4-BE49-F238E27FC236}">
                      <a16:creationId xmlns:a16="http://schemas.microsoft.com/office/drawing/2014/main" id="{D6A1643F-1513-6D97-D8C5-A40FBEB7EA69}"/>
                    </a:ext>
                  </a:extLst>
                </p:cNvPr>
                <p:cNvSpPr/>
                <p:nvPr/>
              </p:nvSpPr>
              <p:spPr>
                <a:xfrm>
                  <a:off x="7836779" y="1421858"/>
                  <a:ext cx="178593" cy="46166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0C8321C7-59B6-F1A1-B99C-B208D1791494}"/>
                  </a:ext>
                </a:extLst>
              </p:cNvPr>
              <p:cNvSpPr txBox="1"/>
              <p:nvPr/>
            </p:nvSpPr>
            <p:spPr>
              <a:xfrm>
                <a:off x="2771689" y="4589074"/>
                <a:ext cx="158067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CNN (ResNet-18)</a:t>
                </a:r>
                <a:endParaRPr lang="zh-CN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08A1582C-2047-A818-362B-428F07354CD1}"/>
                  </a:ext>
                </a:extLst>
              </p:cNvPr>
              <p:cNvSpPr txBox="1"/>
              <p:nvPr/>
            </p:nvSpPr>
            <p:spPr>
              <a:xfrm>
                <a:off x="4129524" y="4601620"/>
                <a:ext cx="45066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MLP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9" name="文本框 158">
                <a:extLst>
                  <a:ext uri="{FF2B5EF4-FFF2-40B4-BE49-F238E27FC236}">
                    <a16:creationId xmlns:a16="http://schemas.microsoft.com/office/drawing/2014/main" id="{FD6E6443-BAF9-FFC2-5E0A-C7348781C440}"/>
                  </a:ext>
                </a:extLst>
              </p:cNvPr>
              <p:cNvSpPr txBox="1"/>
              <p:nvPr/>
            </p:nvSpPr>
            <p:spPr>
              <a:xfrm>
                <a:off x="7277153" y="4613756"/>
                <a:ext cx="1039357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Noisy Layers</a:t>
                </a:r>
                <a:endParaRPr lang="zh-CN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60" name="直接箭头连接符 159">
                <a:extLst>
                  <a:ext uri="{FF2B5EF4-FFF2-40B4-BE49-F238E27FC236}">
                    <a16:creationId xmlns:a16="http://schemas.microsoft.com/office/drawing/2014/main" id="{7093D770-3088-34BC-C2D0-6BD4A029F9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2959" y="4378078"/>
                <a:ext cx="52605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3ED3E0C0-78C2-42A0-44A9-D40E6745591B}"/>
                  </a:ext>
                </a:extLst>
              </p:cNvPr>
              <p:cNvSpPr/>
              <p:nvPr/>
            </p:nvSpPr>
            <p:spPr>
              <a:xfrm>
                <a:off x="8683924" y="4083763"/>
                <a:ext cx="414338" cy="536761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62" name="直接箭头连接符 161">
                <a:extLst>
                  <a:ext uri="{FF2B5EF4-FFF2-40B4-BE49-F238E27FC236}">
                    <a16:creationId xmlns:a16="http://schemas.microsoft.com/office/drawing/2014/main" id="{26A48417-4248-4004-FF1F-E2B4C8BEF8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89298" y="5910964"/>
                <a:ext cx="52605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3" name="组合 162">
                <a:extLst>
                  <a:ext uri="{FF2B5EF4-FFF2-40B4-BE49-F238E27FC236}">
                    <a16:creationId xmlns:a16="http://schemas.microsoft.com/office/drawing/2014/main" id="{D9CF5BB9-D8CE-344A-A290-9C7536E03D1C}"/>
                  </a:ext>
                </a:extLst>
              </p:cNvPr>
              <p:cNvGrpSpPr/>
              <p:nvPr/>
            </p:nvGrpSpPr>
            <p:grpSpPr>
              <a:xfrm>
                <a:off x="5023050" y="5717399"/>
                <a:ext cx="324056" cy="324056"/>
                <a:chOff x="8691357" y="1421858"/>
                <a:chExt cx="324056" cy="324056"/>
              </a:xfrm>
            </p:grpSpPr>
            <p:sp>
              <p:nvSpPr>
                <p:cNvPr id="164" name="椭圆 163">
                  <a:extLst>
                    <a:ext uri="{FF2B5EF4-FFF2-40B4-BE49-F238E27FC236}">
                      <a16:creationId xmlns:a16="http://schemas.microsoft.com/office/drawing/2014/main" id="{195751B2-407F-6D80-F9C1-5ED8B17C0C45}"/>
                    </a:ext>
                  </a:extLst>
                </p:cNvPr>
                <p:cNvSpPr/>
                <p:nvPr/>
              </p:nvSpPr>
              <p:spPr>
                <a:xfrm>
                  <a:off x="8691357" y="1421858"/>
                  <a:ext cx="324056" cy="32405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65" name="直接连接符 164">
                  <a:extLst>
                    <a:ext uri="{FF2B5EF4-FFF2-40B4-BE49-F238E27FC236}">
                      <a16:creationId xmlns:a16="http://schemas.microsoft.com/office/drawing/2014/main" id="{F2A6E8F3-8A99-89DB-EE7D-6876ED735DC9}"/>
                    </a:ext>
                  </a:extLst>
                </p:cNvPr>
                <p:cNvCxnSpPr>
                  <a:cxnSpLocks/>
                  <a:stCxn id="164" idx="2"/>
                  <a:endCxn id="164" idx="6"/>
                </p:cNvCxnSpPr>
                <p:nvPr/>
              </p:nvCxnSpPr>
              <p:spPr>
                <a:xfrm>
                  <a:off x="8691357" y="1583886"/>
                  <a:ext cx="324056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直接连接符 165">
                  <a:extLst>
                    <a:ext uri="{FF2B5EF4-FFF2-40B4-BE49-F238E27FC236}">
                      <a16:creationId xmlns:a16="http://schemas.microsoft.com/office/drawing/2014/main" id="{59EAFDF2-0632-9469-04B8-5F5E6C329B53}"/>
                    </a:ext>
                  </a:extLst>
                </p:cNvPr>
                <p:cNvCxnSpPr>
                  <a:cxnSpLocks/>
                  <a:stCxn id="164" idx="0"/>
                  <a:endCxn id="164" idx="4"/>
                </p:cNvCxnSpPr>
                <p:nvPr/>
              </p:nvCxnSpPr>
              <p:spPr>
                <a:xfrm>
                  <a:off x="8853385" y="1421858"/>
                  <a:ext cx="0" cy="324056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7" name="文本框 166">
                    <a:extLst>
                      <a:ext uri="{FF2B5EF4-FFF2-40B4-BE49-F238E27FC236}">
                        <a16:creationId xmlns:a16="http://schemas.microsoft.com/office/drawing/2014/main" id="{D71F4CC0-E5CF-E2DB-6AD5-43D68FB627EB}"/>
                      </a:ext>
                    </a:extLst>
                  </p:cNvPr>
                  <p:cNvSpPr txBox="1"/>
                  <p:nvPr/>
                </p:nvSpPr>
                <p:spPr>
                  <a:xfrm>
                    <a:off x="4945832" y="6043105"/>
                    <a:ext cx="466218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167" name="文本框 166">
                    <a:extLst>
                      <a:ext uri="{FF2B5EF4-FFF2-40B4-BE49-F238E27FC236}">
                        <a16:creationId xmlns:a16="http://schemas.microsoft.com/office/drawing/2014/main" id="{D71F4CC0-E5CF-E2DB-6AD5-43D68FB627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45832" y="6043105"/>
                    <a:ext cx="466218" cy="24622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7792" r="-7792" b="-3170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7C1FCAE4-1537-8850-242C-2C96A9C9E309}"/>
                  </a:ext>
                </a:extLst>
              </p:cNvPr>
              <p:cNvSpPr txBox="1"/>
              <p:nvPr/>
            </p:nvSpPr>
            <p:spPr>
              <a:xfrm>
                <a:off x="5034780" y="5432330"/>
                <a:ext cx="10579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75" name="直接箭头连接符 174">
                <a:extLst>
                  <a:ext uri="{FF2B5EF4-FFF2-40B4-BE49-F238E27FC236}">
                    <a16:creationId xmlns:a16="http://schemas.microsoft.com/office/drawing/2014/main" id="{65ADE51C-8A4C-2971-F0DD-0CAD0891AA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38848" y="5923781"/>
                <a:ext cx="52605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6" name="文本框 175">
                    <a:extLst>
                      <a:ext uri="{FF2B5EF4-FFF2-40B4-BE49-F238E27FC236}">
                        <a16:creationId xmlns:a16="http://schemas.microsoft.com/office/drawing/2014/main" id="{C7A979B5-AD85-EB15-699F-0CCA4EE0E4B5}"/>
                      </a:ext>
                    </a:extLst>
                  </p:cNvPr>
                  <p:cNvSpPr txBox="1"/>
                  <p:nvPr/>
                </p:nvSpPr>
                <p:spPr>
                  <a:xfrm>
                    <a:off x="5338848" y="5630577"/>
                    <a:ext cx="492314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176" name="文本框 175">
                    <a:extLst>
                      <a:ext uri="{FF2B5EF4-FFF2-40B4-BE49-F238E27FC236}">
                        <a16:creationId xmlns:a16="http://schemas.microsoft.com/office/drawing/2014/main" id="{C7A979B5-AD85-EB15-699F-0CCA4EE0E4B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38848" y="5630577"/>
                    <a:ext cx="492314" cy="24622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8642" r="-6173" b="-325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0" name="直接箭头连接符 179">
                <a:extLst>
                  <a:ext uri="{FF2B5EF4-FFF2-40B4-BE49-F238E27FC236}">
                    <a16:creationId xmlns:a16="http://schemas.microsoft.com/office/drawing/2014/main" id="{B41A0C96-F1A2-B90B-1145-1C9D952AF7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73044" y="5897334"/>
                <a:ext cx="52605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1" name="组合 180">
                <a:extLst>
                  <a:ext uri="{FF2B5EF4-FFF2-40B4-BE49-F238E27FC236}">
                    <a16:creationId xmlns:a16="http://schemas.microsoft.com/office/drawing/2014/main" id="{8B98D0B8-5755-F6D3-0A00-B8A863974681}"/>
                  </a:ext>
                </a:extLst>
              </p:cNvPr>
              <p:cNvGrpSpPr/>
              <p:nvPr/>
            </p:nvGrpSpPr>
            <p:grpSpPr>
              <a:xfrm>
                <a:off x="7406675" y="5617183"/>
                <a:ext cx="743750" cy="536760"/>
                <a:chOff x="7119732" y="1135856"/>
                <a:chExt cx="1045574" cy="921544"/>
              </a:xfrm>
            </p:grpSpPr>
            <p:sp>
              <p:nvSpPr>
                <p:cNvPr id="182" name="矩形: 圆角 181">
                  <a:extLst>
                    <a:ext uri="{FF2B5EF4-FFF2-40B4-BE49-F238E27FC236}">
                      <a16:creationId xmlns:a16="http://schemas.microsoft.com/office/drawing/2014/main" id="{9AC7F80C-8E23-826E-EBDE-AE6FB8F058A3}"/>
                    </a:ext>
                  </a:extLst>
                </p:cNvPr>
                <p:cNvSpPr/>
                <p:nvPr/>
              </p:nvSpPr>
              <p:spPr>
                <a:xfrm>
                  <a:off x="7119732" y="1135856"/>
                  <a:ext cx="1045574" cy="921544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3" name="矩形 182">
                  <a:extLst>
                    <a:ext uri="{FF2B5EF4-FFF2-40B4-BE49-F238E27FC236}">
                      <a16:creationId xmlns:a16="http://schemas.microsoft.com/office/drawing/2014/main" id="{BEE9F0F9-E5A2-B8A3-BCC7-6AC438AFE52A}"/>
                    </a:ext>
                  </a:extLst>
                </p:cNvPr>
                <p:cNvSpPr/>
                <p:nvPr/>
              </p:nvSpPr>
              <p:spPr>
                <a:xfrm>
                  <a:off x="7279227" y="1421857"/>
                  <a:ext cx="178593" cy="46166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4" name="矩形 183">
                  <a:extLst>
                    <a:ext uri="{FF2B5EF4-FFF2-40B4-BE49-F238E27FC236}">
                      <a16:creationId xmlns:a16="http://schemas.microsoft.com/office/drawing/2014/main" id="{C71EBBEF-F172-FE7A-158C-E6009E1272F4}"/>
                    </a:ext>
                  </a:extLst>
                </p:cNvPr>
                <p:cNvSpPr/>
                <p:nvPr/>
              </p:nvSpPr>
              <p:spPr>
                <a:xfrm>
                  <a:off x="7532787" y="1257285"/>
                  <a:ext cx="178593" cy="67299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5" name="矩形 184">
                  <a:extLst>
                    <a:ext uri="{FF2B5EF4-FFF2-40B4-BE49-F238E27FC236}">
                      <a16:creationId xmlns:a16="http://schemas.microsoft.com/office/drawing/2014/main" id="{119D32AB-C7FA-D03D-6751-4B5A695E076A}"/>
                    </a:ext>
                  </a:extLst>
                </p:cNvPr>
                <p:cNvSpPr/>
                <p:nvPr/>
              </p:nvSpPr>
              <p:spPr>
                <a:xfrm>
                  <a:off x="7836779" y="1421858"/>
                  <a:ext cx="178593" cy="46166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186" name="直接箭头连接符 185">
                <a:extLst>
                  <a:ext uri="{FF2B5EF4-FFF2-40B4-BE49-F238E27FC236}">
                    <a16:creationId xmlns:a16="http://schemas.microsoft.com/office/drawing/2014/main" id="{471BDAD9-234B-3B82-4563-ED433967CF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4277" y="5891197"/>
                <a:ext cx="52605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id="{2ABF4C56-AD69-1FDE-D4A9-B5EBBE05CA16}"/>
                  </a:ext>
                </a:extLst>
              </p:cNvPr>
              <p:cNvSpPr/>
              <p:nvPr/>
            </p:nvSpPr>
            <p:spPr>
              <a:xfrm>
                <a:off x="8662970" y="5605808"/>
                <a:ext cx="414338" cy="536761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88" name="连接符: 肘形 187">
                <a:extLst>
                  <a:ext uri="{FF2B5EF4-FFF2-40B4-BE49-F238E27FC236}">
                    <a16:creationId xmlns:a16="http://schemas.microsoft.com/office/drawing/2014/main" id="{9E45A1F6-6A77-D155-5BF8-E5C40DB2C8B7}"/>
                  </a:ext>
                </a:extLst>
              </p:cNvPr>
              <p:cNvCxnSpPr>
                <a:cxnSpLocks/>
                <a:stCxn id="236" idx="0"/>
                <a:endCxn id="164" idx="0"/>
              </p:cNvCxnSpPr>
              <p:nvPr/>
            </p:nvCxnSpPr>
            <p:spPr>
              <a:xfrm rot="16200000" flipH="1">
                <a:off x="4303608" y="4835930"/>
                <a:ext cx="19432" cy="1743507"/>
              </a:xfrm>
              <a:prstGeom prst="bentConnector3">
                <a:avLst>
                  <a:gd name="adj1" fmla="val -1176410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1" name="文本框 190">
                <a:extLst>
                  <a:ext uri="{FF2B5EF4-FFF2-40B4-BE49-F238E27FC236}">
                    <a16:creationId xmlns:a16="http://schemas.microsoft.com/office/drawing/2014/main" id="{B86B92D0-9136-E872-E2BE-47E944F6F2CC}"/>
                  </a:ext>
                </a:extLst>
              </p:cNvPr>
              <p:cNvSpPr txBox="1"/>
              <p:nvPr/>
            </p:nvSpPr>
            <p:spPr>
              <a:xfrm>
                <a:off x="8327937" y="4591359"/>
                <a:ext cx="114398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target Policy-A</a:t>
                </a:r>
                <a:endParaRPr lang="zh-CN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2" name="文本框 191">
                <a:extLst>
                  <a:ext uri="{FF2B5EF4-FFF2-40B4-BE49-F238E27FC236}">
                    <a16:creationId xmlns:a16="http://schemas.microsoft.com/office/drawing/2014/main" id="{78BDD76D-329A-271F-0E94-8D606AC55650}"/>
                  </a:ext>
                </a:extLst>
              </p:cNvPr>
              <p:cNvSpPr txBox="1"/>
              <p:nvPr/>
            </p:nvSpPr>
            <p:spPr>
              <a:xfrm>
                <a:off x="8316434" y="6090957"/>
                <a:ext cx="116699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target Q-value</a:t>
                </a:r>
                <a:endParaRPr lang="zh-CN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94" name="连接符: 肘形 193">
                <a:extLst>
                  <a:ext uri="{FF2B5EF4-FFF2-40B4-BE49-F238E27FC236}">
                    <a16:creationId xmlns:a16="http://schemas.microsoft.com/office/drawing/2014/main" id="{02480254-DA91-7051-D150-29A6FABA8ABB}"/>
                  </a:ext>
                </a:extLst>
              </p:cNvPr>
              <p:cNvCxnSpPr>
                <a:cxnSpLocks/>
                <a:endCxn id="233" idx="2"/>
              </p:cNvCxnSpPr>
              <p:nvPr/>
            </p:nvCxnSpPr>
            <p:spPr>
              <a:xfrm rot="16200000" flipH="1">
                <a:off x="1986073" y="4861433"/>
                <a:ext cx="1655684" cy="403154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5" name="矩形: 圆角 194">
                <a:extLst>
                  <a:ext uri="{FF2B5EF4-FFF2-40B4-BE49-F238E27FC236}">
                    <a16:creationId xmlns:a16="http://schemas.microsoft.com/office/drawing/2014/main" id="{BFEDE3A1-D920-E3C7-6FD8-30223F7966D1}"/>
                  </a:ext>
                </a:extLst>
              </p:cNvPr>
              <p:cNvSpPr/>
              <p:nvPr/>
            </p:nvSpPr>
            <p:spPr>
              <a:xfrm>
                <a:off x="2845330" y="3705756"/>
                <a:ext cx="6538668" cy="1123941"/>
              </a:xfrm>
              <a:prstGeom prst="roundRect">
                <a:avLst/>
              </a:prstGeom>
              <a:noFill/>
              <a:ln w="19050"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6" name="矩形: 圆角 195">
                <a:extLst>
                  <a:ext uri="{FF2B5EF4-FFF2-40B4-BE49-F238E27FC236}">
                    <a16:creationId xmlns:a16="http://schemas.microsoft.com/office/drawing/2014/main" id="{EA110619-EE20-D586-5A60-9C7161D61013}"/>
                  </a:ext>
                </a:extLst>
              </p:cNvPr>
              <p:cNvSpPr/>
              <p:nvPr/>
            </p:nvSpPr>
            <p:spPr>
              <a:xfrm>
                <a:off x="2845330" y="5234449"/>
                <a:ext cx="6538668" cy="1070853"/>
              </a:xfrm>
              <a:prstGeom prst="roundRect">
                <a:avLst/>
              </a:prstGeom>
              <a:noFill/>
              <a:ln w="19050"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98" name="组合 197">
                <a:extLst>
                  <a:ext uri="{FF2B5EF4-FFF2-40B4-BE49-F238E27FC236}">
                    <a16:creationId xmlns:a16="http://schemas.microsoft.com/office/drawing/2014/main" id="{4487BABE-6996-B2B3-FCF4-9CA833BF5512}"/>
                  </a:ext>
                </a:extLst>
              </p:cNvPr>
              <p:cNvGrpSpPr/>
              <p:nvPr/>
            </p:nvGrpSpPr>
            <p:grpSpPr>
              <a:xfrm>
                <a:off x="5899351" y="5370764"/>
                <a:ext cx="952351" cy="902999"/>
                <a:chOff x="7817050" y="800486"/>
                <a:chExt cx="1379799" cy="1344413"/>
              </a:xfrm>
            </p:grpSpPr>
            <p:grpSp>
              <p:nvGrpSpPr>
                <p:cNvPr id="199" name="组合 198">
                  <a:extLst>
                    <a:ext uri="{FF2B5EF4-FFF2-40B4-BE49-F238E27FC236}">
                      <a16:creationId xmlns:a16="http://schemas.microsoft.com/office/drawing/2014/main" id="{8EB48E4E-0532-5EFE-82C3-011007E71881}"/>
                    </a:ext>
                  </a:extLst>
                </p:cNvPr>
                <p:cNvGrpSpPr/>
                <p:nvPr/>
              </p:nvGrpSpPr>
              <p:grpSpPr>
                <a:xfrm>
                  <a:off x="7976594" y="800486"/>
                  <a:ext cx="1220255" cy="1118189"/>
                  <a:chOff x="9022185" y="995487"/>
                  <a:chExt cx="1220255" cy="1118189"/>
                </a:xfrm>
              </p:grpSpPr>
              <p:sp>
                <p:nvSpPr>
                  <p:cNvPr id="213" name="矩形: 圆角 212">
                    <a:extLst>
                      <a:ext uri="{FF2B5EF4-FFF2-40B4-BE49-F238E27FC236}">
                        <a16:creationId xmlns:a16="http://schemas.microsoft.com/office/drawing/2014/main" id="{7C69C21D-4501-14C4-C94D-D86AA7DCD986}"/>
                      </a:ext>
                    </a:extLst>
                  </p:cNvPr>
                  <p:cNvSpPr/>
                  <p:nvPr/>
                </p:nvSpPr>
                <p:spPr>
                  <a:xfrm>
                    <a:off x="9022185" y="995487"/>
                    <a:ext cx="1220255" cy="1118189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214" name="组合 213">
                    <a:extLst>
                      <a:ext uri="{FF2B5EF4-FFF2-40B4-BE49-F238E27FC236}">
                        <a16:creationId xmlns:a16="http://schemas.microsoft.com/office/drawing/2014/main" id="{8A34F57E-24FA-CC3C-FA44-3285191A42FA}"/>
                      </a:ext>
                    </a:extLst>
                  </p:cNvPr>
                  <p:cNvGrpSpPr/>
                  <p:nvPr/>
                </p:nvGrpSpPr>
                <p:grpSpPr>
                  <a:xfrm>
                    <a:off x="9048779" y="1048452"/>
                    <a:ext cx="1170972" cy="929492"/>
                    <a:chOff x="6859933" y="2764631"/>
                    <a:chExt cx="1229001" cy="1040834"/>
                  </a:xfrm>
                </p:grpSpPr>
                <p:sp>
                  <p:nvSpPr>
                    <p:cNvPr id="215" name="椭圆 214">
                      <a:extLst>
                        <a:ext uri="{FF2B5EF4-FFF2-40B4-BE49-F238E27FC236}">
                          <a16:creationId xmlns:a16="http://schemas.microsoft.com/office/drawing/2014/main" id="{82FB4BBC-E812-AE60-77C5-D647D26FBC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43775" y="2764631"/>
                      <a:ext cx="240158" cy="240158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16" name="椭圆 215">
                      <a:extLst>
                        <a:ext uri="{FF2B5EF4-FFF2-40B4-BE49-F238E27FC236}">
                          <a16:creationId xmlns:a16="http://schemas.microsoft.com/office/drawing/2014/main" id="{57E655B1-6DBA-73CC-521E-AAFA5C6092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43775" y="3228246"/>
                      <a:ext cx="240158" cy="240158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17" name="椭圆 216">
                      <a:extLst>
                        <a:ext uri="{FF2B5EF4-FFF2-40B4-BE49-F238E27FC236}">
                          <a16:creationId xmlns:a16="http://schemas.microsoft.com/office/drawing/2014/main" id="{E46EB656-8A22-3D0A-F393-8A2B75D470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9933" y="3559240"/>
                      <a:ext cx="240158" cy="240158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18" name="椭圆 217">
                      <a:extLst>
                        <a:ext uri="{FF2B5EF4-FFF2-40B4-BE49-F238E27FC236}">
                          <a16:creationId xmlns:a16="http://schemas.microsoft.com/office/drawing/2014/main" id="{3AEA3BC2-227F-5FBB-E2D3-90F0DFC2F6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48776" y="3565307"/>
                      <a:ext cx="240158" cy="240158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219" name="直接箭头连接符 218">
                      <a:extLst>
                        <a:ext uri="{FF2B5EF4-FFF2-40B4-BE49-F238E27FC236}">
                          <a16:creationId xmlns:a16="http://schemas.microsoft.com/office/drawing/2014/main" id="{F4D175BD-4BD3-C649-82EB-436822EEEA8A}"/>
                        </a:ext>
                      </a:extLst>
                    </p:cNvPr>
                    <p:cNvCxnSpPr>
                      <a:cxnSpLocks/>
                      <a:stCxn id="215" idx="4"/>
                      <a:endCxn id="216" idx="0"/>
                    </p:cNvCxnSpPr>
                    <p:nvPr/>
                  </p:nvCxnSpPr>
                  <p:spPr>
                    <a:xfrm>
                      <a:off x="7463854" y="3004789"/>
                      <a:ext cx="0" cy="223457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1" name="直接箭头连接符 220">
                      <a:extLst>
                        <a:ext uri="{FF2B5EF4-FFF2-40B4-BE49-F238E27FC236}">
                          <a16:creationId xmlns:a16="http://schemas.microsoft.com/office/drawing/2014/main" id="{E4948B31-5464-14C5-6F0D-4CDBB79DEF07}"/>
                        </a:ext>
                      </a:extLst>
                    </p:cNvPr>
                    <p:cNvCxnSpPr>
                      <a:cxnSpLocks/>
                      <a:stCxn id="215" idx="3"/>
                      <a:endCxn id="217" idx="0"/>
                    </p:cNvCxnSpPr>
                    <p:nvPr/>
                  </p:nvCxnSpPr>
                  <p:spPr>
                    <a:xfrm flipH="1">
                      <a:off x="6980012" y="2969619"/>
                      <a:ext cx="398933" cy="589621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2" name="直接箭头连接符 221">
                      <a:extLst>
                        <a:ext uri="{FF2B5EF4-FFF2-40B4-BE49-F238E27FC236}">
                          <a16:creationId xmlns:a16="http://schemas.microsoft.com/office/drawing/2014/main" id="{F8573C42-C03D-8B5A-D422-B91311667E38}"/>
                        </a:ext>
                      </a:extLst>
                    </p:cNvPr>
                    <p:cNvCxnSpPr>
                      <a:cxnSpLocks/>
                      <a:stCxn id="215" idx="5"/>
                      <a:endCxn id="218" idx="0"/>
                    </p:cNvCxnSpPr>
                    <p:nvPr/>
                  </p:nvCxnSpPr>
                  <p:spPr>
                    <a:xfrm>
                      <a:off x="7548763" y="2969619"/>
                      <a:ext cx="420092" cy="595688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3" name="直接箭头连接符 222">
                      <a:extLst>
                        <a:ext uri="{FF2B5EF4-FFF2-40B4-BE49-F238E27FC236}">
                          <a16:creationId xmlns:a16="http://schemas.microsoft.com/office/drawing/2014/main" id="{F1E43AE7-0FAC-E820-963F-E0BE8360368B}"/>
                        </a:ext>
                      </a:extLst>
                    </p:cNvPr>
                    <p:cNvCxnSpPr>
                      <a:cxnSpLocks/>
                      <a:stCxn id="217" idx="6"/>
                      <a:endCxn id="218" idx="2"/>
                    </p:cNvCxnSpPr>
                    <p:nvPr/>
                  </p:nvCxnSpPr>
                  <p:spPr>
                    <a:xfrm>
                      <a:off x="7100091" y="3679319"/>
                      <a:ext cx="748685" cy="6067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4" name="直接箭头连接符 223">
                      <a:extLst>
                        <a:ext uri="{FF2B5EF4-FFF2-40B4-BE49-F238E27FC236}">
                          <a16:creationId xmlns:a16="http://schemas.microsoft.com/office/drawing/2014/main" id="{0C98D280-7BBC-A6F0-599A-F5EEC86530CE}"/>
                        </a:ext>
                      </a:extLst>
                    </p:cNvPr>
                    <p:cNvCxnSpPr>
                      <a:cxnSpLocks/>
                      <a:stCxn id="216" idx="2"/>
                      <a:endCxn id="217" idx="7"/>
                    </p:cNvCxnSpPr>
                    <p:nvPr/>
                  </p:nvCxnSpPr>
                  <p:spPr>
                    <a:xfrm flipH="1">
                      <a:off x="7064921" y="3348325"/>
                      <a:ext cx="278854" cy="246085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5" name="直接箭头连接符 224">
                      <a:extLst>
                        <a:ext uri="{FF2B5EF4-FFF2-40B4-BE49-F238E27FC236}">
                          <a16:creationId xmlns:a16="http://schemas.microsoft.com/office/drawing/2014/main" id="{23F2B0D4-9D9C-BC98-0497-C4EE3CF38446}"/>
                        </a:ext>
                      </a:extLst>
                    </p:cNvPr>
                    <p:cNvCxnSpPr>
                      <a:cxnSpLocks/>
                      <a:stCxn id="216" idx="6"/>
                      <a:endCxn id="218" idx="1"/>
                    </p:cNvCxnSpPr>
                    <p:nvPr/>
                  </p:nvCxnSpPr>
                  <p:spPr>
                    <a:xfrm>
                      <a:off x="7583933" y="3348325"/>
                      <a:ext cx="300013" cy="252152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0" name="组合 199">
                  <a:extLst>
                    <a:ext uri="{FF2B5EF4-FFF2-40B4-BE49-F238E27FC236}">
                      <a16:creationId xmlns:a16="http://schemas.microsoft.com/office/drawing/2014/main" id="{0BE7D5A2-2B92-5FB6-9D71-2EC34334CC2E}"/>
                    </a:ext>
                  </a:extLst>
                </p:cNvPr>
                <p:cNvGrpSpPr/>
                <p:nvPr/>
              </p:nvGrpSpPr>
              <p:grpSpPr>
                <a:xfrm>
                  <a:off x="7817050" y="1026710"/>
                  <a:ext cx="1220255" cy="1118189"/>
                  <a:chOff x="9022185" y="995487"/>
                  <a:chExt cx="1220255" cy="1118189"/>
                </a:xfrm>
              </p:grpSpPr>
              <p:sp>
                <p:nvSpPr>
                  <p:cNvPr id="201" name="矩形: 圆角 200">
                    <a:extLst>
                      <a:ext uri="{FF2B5EF4-FFF2-40B4-BE49-F238E27FC236}">
                        <a16:creationId xmlns:a16="http://schemas.microsoft.com/office/drawing/2014/main" id="{E5937EF2-D047-3DA4-74CC-0C059F72ADFF}"/>
                      </a:ext>
                    </a:extLst>
                  </p:cNvPr>
                  <p:cNvSpPr/>
                  <p:nvPr/>
                </p:nvSpPr>
                <p:spPr>
                  <a:xfrm>
                    <a:off x="9022185" y="995487"/>
                    <a:ext cx="1220255" cy="1118189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202" name="组合 201">
                    <a:extLst>
                      <a:ext uri="{FF2B5EF4-FFF2-40B4-BE49-F238E27FC236}">
                        <a16:creationId xmlns:a16="http://schemas.microsoft.com/office/drawing/2014/main" id="{AB210F92-55BD-FC3E-E3CB-1936F4EC509B}"/>
                      </a:ext>
                    </a:extLst>
                  </p:cNvPr>
                  <p:cNvGrpSpPr/>
                  <p:nvPr/>
                </p:nvGrpSpPr>
                <p:grpSpPr>
                  <a:xfrm>
                    <a:off x="9048779" y="1048452"/>
                    <a:ext cx="1170972" cy="929492"/>
                    <a:chOff x="6859933" y="2764631"/>
                    <a:chExt cx="1229001" cy="1040834"/>
                  </a:xfrm>
                </p:grpSpPr>
                <p:sp>
                  <p:nvSpPr>
                    <p:cNvPr id="203" name="椭圆 202">
                      <a:extLst>
                        <a:ext uri="{FF2B5EF4-FFF2-40B4-BE49-F238E27FC236}">
                          <a16:creationId xmlns:a16="http://schemas.microsoft.com/office/drawing/2014/main" id="{660007B3-CE03-3F43-96CB-9AB55B2BD1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43775" y="2764631"/>
                      <a:ext cx="240158" cy="240158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04" name="椭圆 203">
                      <a:extLst>
                        <a:ext uri="{FF2B5EF4-FFF2-40B4-BE49-F238E27FC236}">
                          <a16:creationId xmlns:a16="http://schemas.microsoft.com/office/drawing/2014/main" id="{FF925B78-C1AA-252A-AF59-6038C984E8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43775" y="3228246"/>
                      <a:ext cx="240158" cy="240158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05" name="椭圆 204">
                      <a:extLst>
                        <a:ext uri="{FF2B5EF4-FFF2-40B4-BE49-F238E27FC236}">
                          <a16:creationId xmlns:a16="http://schemas.microsoft.com/office/drawing/2014/main" id="{96F735EF-6D3D-8A94-6CA5-622E560086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9933" y="3559240"/>
                      <a:ext cx="240158" cy="240158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06" name="椭圆 205">
                      <a:extLst>
                        <a:ext uri="{FF2B5EF4-FFF2-40B4-BE49-F238E27FC236}">
                          <a16:creationId xmlns:a16="http://schemas.microsoft.com/office/drawing/2014/main" id="{222FF1F8-ED11-E8C4-1B6A-D23229F41D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48776" y="3565307"/>
                      <a:ext cx="240158" cy="240158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207" name="直接箭头连接符 206">
                      <a:extLst>
                        <a:ext uri="{FF2B5EF4-FFF2-40B4-BE49-F238E27FC236}">
                          <a16:creationId xmlns:a16="http://schemas.microsoft.com/office/drawing/2014/main" id="{790E2821-BD44-1A57-19C5-5B90A0B29669}"/>
                        </a:ext>
                      </a:extLst>
                    </p:cNvPr>
                    <p:cNvCxnSpPr>
                      <a:cxnSpLocks/>
                      <a:stCxn id="203" idx="4"/>
                      <a:endCxn id="204" idx="0"/>
                    </p:cNvCxnSpPr>
                    <p:nvPr/>
                  </p:nvCxnSpPr>
                  <p:spPr>
                    <a:xfrm>
                      <a:off x="7463854" y="3004789"/>
                      <a:ext cx="0" cy="223457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8" name="直接箭头连接符 207">
                      <a:extLst>
                        <a:ext uri="{FF2B5EF4-FFF2-40B4-BE49-F238E27FC236}">
                          <a16:creationId xmlns:a16="http://schemas.microsoft.com/office/drawing/2014/main" id="{BC7F88FC-8130-E6E3-4820-EC7B7EB06F1F}"/>
                        </a:ext>
                      </a:extLst>
                    </p:cNvPr>
                    <p:cNvCxnSpPr>
                      <a:cxnSpLocks/>
                      <a:stCxn id="203" idx="3"/>
                      <a:endCxn id="205" idx="0"/>
                    </p:cNvCxnSpPr>
                    <p:nvPr/>
                  </p:nvCxnSpPr>
                  <p:spPr>
                    <a:xfrm flipH="1">
                      <a:off x="6980012" y="2969619"/>
                      <a:ext cx="398933" cy="589621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9" name="直接箭头连接符 208">
                      <a:extLst>
                        <a:ext uri="{FF2B5EF4-FFF2-40B4-BE49-F238E27FC236}">
                          <a16:creationId xmlns:a16="http://schemas.microsoft.com/office/drawing/2014/main" id="{2FFF6151-CF96-900F-478D-D2C93A6AF3DC}"/>
                        </a:ext>
                      </a:extLst>
                    </p:cNvPr>
                    <p:cNvCxnSpPr>
                      <a:cxnSpLocks/>
                      <a:stCxn id="203" idx="5"/>
                      <a:endCxn id="206" idx="0"/>
                    </p:cNvCxnSpPr>
                    <p:nvPr/>
                  </p:nvCxnSpPr>
                  <p:spPr>
                    <a:xfrm>
                      <a:off x="7548763" y="2969619"/>
                      <a:ext cx="420092" cy="595688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0" name="直接箭头连接符 209">
                      <a:extLst>
                        <a:ext uri="{FF2B5EF4-FFF2-40B4-BE49-F238E27FC236}">
                          <a16:creationId xmlns:a16="http://schemas.microsoft.com/office/drawing/2014/main" id="{2964164E-3446-E1E2-2568-E5646AFDE52D}"/>
                        </a:ext>
                      </a:extLst>
                    </p:cNvPr>
                    <p:cNvCxnSpPr>
                      <a:cxnSpLocks/>
                      <a:stCxn id="205" idx="6"/>
                      <a:endCxn id="206" idx="2"/>
                    </p:cNvCxnSpPr>
                    <p:nvPr/>
                  </p:nvCxnSpPr>
                  <p:spPr>
                    <a:xfrm>
                      <a:off x="7100091" y="3679319"/>
                      <a:ext cx="748685" cy="6067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1" name="直接箭头连接符 210">
                      <a:extLst>
                        <a:ext uri="{FF2B5EF4-FFF2-40B4-BE49-F238E27FC236}">
                          <a16:creationId xmlns:a16="http://schemas.microsoft.com/office/drawing/2014/main" id="{B7678657-3C8E-C8BD-22AD-FF92924FF134}"/>
                        </a:ext>
                      </a:extLst>
                    </p:cNvPr>
                    <p:cNvCxnSpPr>
                      <a:cxnSpLocks/>
                      <a:stCxn id="204" idx="2"/>
                      <a:endCxn id="205" idx="7"/>
                    </p:cNvCxnSpPr>
                    <p:nvPr/>
                  </p:nvCxnSpPr>
                  <p:spPr>
                    <a:xfrm flipH="1">
                      <a:off x="7064921" y="3348325"/>
                      <a:ext cx="278854" cy="246085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2" name="直接箭头连接符 211">
                      <a:extLst>
                        <a:ext uri="{FF2B5EF4-FFF2-40B4-BE49-F238E27FC236}">
                          <a16:creationId xmlns:a16="http://schemas.microsoft.com/office/drawing/2014/main" id="{3D1FC460-9C73-89BB-C7E4-6771E730421C}"/>
                        </a:ext>
                      </a:extLst>
                    </p:cNvPr>
                    <p:cNvCxnSpPr>
                      <a:cxnSpLocks/>
                      <a:stCxn id="204" idx="6"/>
                      <a:endCxn id="206" idx="1"/>
                    </p:cNvCxnSpPr>
                    <p:nvPr/>
                  </p:nvCxnSpPr>
                  <p:spPr>
                    <a:xfrm>
                      <a:off x="7583933" y="3348325"/>
                      <a:ext cx="300013" cy="252152"/>
                    </a:xfrm>
                    <a:prstGeom prst="straightConnector1">
                      <a:avLst/>
                    </a:prstGeom>
                    <a:ln w="19050"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226" name="组合 225">
                <a:extLst>
                  <a:ext uri="{FF2B5EF4-FFF2-40B4-BE49-F238E27FC236}">
                    <a16:creationId xmlns:a16="http://schemas.microsoft.com/office/drawing/2014/main" id="{1F1B3FCC-5589-73A6-26EF-3D4B92D1A4BE}"/>
                  </a:ext>
                </a:extLst>
              </p:cNvPr>
              <p:cNvGrpSpPr/>
              <p:nvPr/>
            </p:nvGrpSpPr>
            <p:grpSpPr>
              <a:xfrm>
                <a:off x="3748071" y="4124405"/>
                <a:ext cx="725611" cy="486897"/>
                <a:chOff x="7119732" y="1135856"/>
                <a:chExt cx="1045574" cy="921544"/>
              </a:xfrm>
            </p:grpSpPr>
            <p:sp>
              <p:nvSpPr>
                <p:cNvPr id="227" name="矩形: 圆角 226">
                  <a:extLst>
                    <a:ext uri="{FF2B5EF4-FFF2-40B4-BE49-F238E27FC236}">
                      <a16:creationId xmlns:a16="http://schemas.microsoft.com/office/drawing/2014/main" id="{FCDC265C-F844-722F-621D-FCF165380FE1}"/>
                    </a:ext>
                  </a:extLst>
                </p:cNvPr>
                <p:cNvSpPr/>
                <p:nvPr/>
              </p:nvSpPr>
              <p:spPr>
                <a:xfrm>
                  <a:off x="7119732" y="1135856"/>
                  <a:ext cx="1045574" cy="921544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8" name="矩形 227">
                  <a:extLst>
                    <a:ext uri="{FF2B5EF4-FFF2-40B4-BE49-F238E27FC236}">
                      <a16:creationId xmlns:a16="http://schemas.microsoft.com/office/drawing/2014/main" id="{B96D7EDE-0A4D-E361-5ED9-42735CF280CD}"/>
                    </a:ext>
                  </a:extLst>
                </p:cNvPr>
                <p:cNvSpPr/>
                <p:nvPr/>
              </p:nvSpPr>
              <p:spPr>
                <a:xfrm>
                  <a:off x="7279227" y="1421857"/>
                  <a:ext cx="178593" cy="46166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9" name="矩形 228">
                  <a:extLst>
                    <a:ext uri="{FF2B5EF4-FFF2-40B4-BE49-F238E27FC236}">
                      <a16:creationId xmlns:a16="http://schemas.microsoft.com/office/drawing/2014/main" id="{B653BD4E-6A94-B07B-CD51-5EED0D5DB5EF}"/>
                    </a:ext>
                  </a:extLst>
                </p:cNvPr>
                <p:cNvSpPr/>
                <p:nvPr/>
              </p:nvSpPr>
              <p:spPr>
                <a:xfrm>
                  <a:off x="7532787" y="1257285"/>
                  <a:ext cx="178593" cy="67299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0" name="矩形 229">
                  <a:extLst>
                    <a:ext uri="{FF2B5EF4-FFF2-40B4-BE49-F238E27FC236}">
                      <a16:creationId xmlns:a16="http://schemas.microsoft.com/office/drawing/2014/main" id="{0DD39DC7-5884-38F3-BADB-3411C0278FF6}"/>
                    </a:ext>
                  </a:extLst>
                </p:cNvPr>
                <p:cNvSpPr/>
                <p:nvPr/>
              </p:nvSpPr>
              <p:spPr>
                <a:xfrm>
                  <a:off x="7836779" y="1421858"/>
                  <a:ext cx="178593" cy="46166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231" name="连接符: 肘形 230">
                <a:extLst>
                  <a:ext uri="{FF2B5EF4-FFF2-40B4-BE49-F238E27FC236}">
                    <a16:creationId xmlns:a16="http://schemas.microsoft.com/office/drawing/2014/main" id="{E1447582-4F3F-4EA9-C450-DCB24B835B53}"/>
                  </a:ext>
                </a:extLst>
              </p:cNvPr>
              <p:cNvCxnSpPr>
                <a:cxnSpLocks/>
                <a:stCxn id="1002" idx="0"/>
                <a:endCxn id="1005" idx="0"/>
              </p:cNvCxnSpPr>
              <p:nvPr/>
            </p:nvCxnSpPr>
            <p:spPr>
              <a:xfrm rot="16200000" flipH="1">
                <a:off x="4276621" y="3319869"/>
                <a:ext cx="59030" cy="1744717"/>
              </a:xfrm>
              <a:prstGeom prst="bentConnector3">
                <a:avLst>
                  <a:gd name="adj1" fmla="val -387261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32" name="组合 231">
                <a:extLst>
                  <a:ext uri="{FF2B5EF4-FFF2-40B4-BE49-F238E27FC236}">
                    <a16:creationId xmlns:a16="http://schemas.microsoft.com/office/drawing/2014/main" id="{1E2AE4D5-580F-D5F5-F396-5B6E3DD62D80}"/>
                  </a:ext>
                </a:extLst>
              </p:cNvPr>
              <p:cNvGrpSpPr/>
              <p:nvPr/>
            </p:nvGrpSpPr>
            <p:grpSpPr>
              <a:xfrm>
                <a:off x="3015492" y="5337555"/>
                <a:ext cx="466218" cy="926123"/>
                <a:chOff x="5593710" y="587748"/>
                <a:chExt cx="999971" cy="1871424"/>
              </a:xfrm>
            </p:grpSpPr>
            <p:sp>
              <p:nvSpPr>
                <p:cNvPr id="233" name="立方体 232">
                  <a:extLst>
                    <a:ext uri="{FF2B5EF4-FFF2-40B4-BE49-F238E27FC236}">
                      <a16:creationId xmlns:a16="http://schemas.microsoft.com/office/drawing/2014/main" id="{1A31A962-F6A4-7F7B-3FF1-D1EC450465B3}"/>
                    </a:ext>
                  </a:extLst>
                </p:cNvPr>
                <p:cNvSpPr/>
                <p:nvPr/>
              </p:nvSpPr>
              <p:spPr>
                <a:xfrm>
                  <a:off x="5593710" y="587748"/>
                  <a:ext cx="491040" cy="1871424"/>
                </a:xfrm>
                <a:prstGeom prst="cube">
                  <a:avLst>
                    <a:gd name="adj" fmla="val 78830"/>
                  </a:avLst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4" name="立方体 233">
                  <a:extLst>
                    <a:ext uri="{FF2B5EF4-FFF2-40B4-BE49-F238E27FC236}">
                      <a16:creationId xmlns:a16="http://schemas.microsoft.com/office/drawing/2014/main" id="{EFD977E0-E3FB-7AF0-2179-B3A0C29FC940}"/>
                    </a:ext>
                  </a:extLst>
                </p:cNvPr>
                <p:cNvSpPr/>
                <p:nvPr/>
              </p:nvSpPr>
              <p:spPr>
                <a:xfrm>
                  <a:off x="5774939" y="819738"/>
                  <a:ext cx="389465" cy="1430749"/>
                </a:xfrm>
                <a:prstGeom prst="cube">
                  <a:avLst>
                    <a:gd name="adj" fmla="val 58462"/>
                  </a:avLst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5" name="立方体 234">
                  <a:extLst>
                    <a:ext uri="{FF2B5EF4-FFF2-40B4-BE49-F238E27FC236}">
                      <a16:creationId xmlns:a16="http://schemas.microsoft.com/office/drawing/2014/main" id="{539421D7-B135-081B-D488-F485ADD29CDE}"/>
                    </a:ext>
                  </a:extLst>
                </p:cNvPr>
                <p:cNvSpPr/>
                <p:nvPr/>
              </p:nvSpPr>
              <p:spPr>
                <a:xfrm>
                  <a:off x="5977417" y="1071563"/>
                  <a:ext cx="451958" cy="985837"/>
                </a:xfrm>
                <a:prstGeom prst="cube">
                  <a:avLst>
                    <a:gd name="adj" fmla="val 47457"/>
                  </a:avLst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6" name="立方体 235">
                  <a:extLst>
                    <a:ext uri="{FF2B5EF4-FFF2-40B4-BE49-F238E27FC236}">
                      <a16:creationId xmlns:a16="http://schemas.microsoft.com/office/drawing/2014/main" id="{6BDBEFCA-D959-CB3D-6BED-F4CA5B95302D}"/>
                    </a:ext>
                  </a:extLst>
                </p:cNvPr>
                <p:cNvSpPr/>
                <p:nvPr/>
              </p:nvSpPr>
              <p:spPr>
                <a:xfrm>
                  <a:off x="6265979" y="1316035"/>
                  <a:ext cx="327702" cy="555500"/>
                </a:xfrm>
                <a:prstGeom prst="cube">
                  <a:avLst>
                    <a:gd name="adj" fmla="val 47457"/>
                  </a:avLst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7" name="文本框 236">
                    <a:extLst>
                      <a:ext uri="{FF2B5EF4-FFF2-40B4-BE49-F238E27FC236}">
                        <a16:creationId xmlns:a16="http://schemas.microsoft.com/office/drawing/2014/main" id="{B439D3FC-7AC2-CDF9-DBF6-1DECB5E6356A}"/>
                      </a:ext>
                    </a:extLst>
                  </p:cNvPr>
                  <p:cNvSpPr txBox="1"/>
                  <p:nvPr/>
                </p:nvSpPr>
                <p:spPr>
                  <a:xfrm>
                    <a:off x="5305375" y="4090202"/>
                    <a:ext cx="492314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237" name="文本框 236">
                    <a:extLst>
                      <a:ext uri="{FF2B5EF4-FFF2-40B4-BE49-F238E27FC236}">
                        <a16:creationId xmlns:a16="http://schemas.microsoft.com/office/drawing/2014/main" id="{B439D3FC-7AC2-CDF9-DBF6-1DECB5E6356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05375" y="4090202"/>
                    <a:ext cx="492314" cy="246221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7407" r="-7407" b="-325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39" name="直接箭头连接符 238">
                <a:extLst>
                  <a:ext uri="{FF2B5EF4-FFF2-40B4-BE49-F238E27FC236}">
                    <a16:creationId xmlns:a16="http://schemas.microsoft.com/office/drawing/2014/main" id="{1E894409-4B4E-812B-F82B-6CDDE338E7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8568" y="5123150"/>
                <a:ext cx="143" cy="5418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连接符: 肘形 239">
                <a:extLst>
                  <a:ext uri="{FF2B5EF4-FFF2-40B4-BE49-F238E27FC236}">
                    <a16:creationId xmlns:a16="http://schemas.microsoft.com/office/drawing/2014/main" id="{37404AE5-2574-7EB8-D5D7-A59AB1DBBE17}"/>
                  </a:ext>
                </a:extLst>
              </p:cNvPr>
              <p:cNvCxnSpPr>
                <a:cxnSpLocks/>
                <a:stCxn id="161" idx="3"/>
                <a:endCxn id="233" idx="2"/>
              </p:cNvCxnSpPr>
              <p:nvPr/>
            </p:nvCxnSpPr>
            <p:spPr>
              <a:xfrm flipH="1">
                <a:off x="3015492" y="4352144"/>
                <a:ext cx="6082770" cy="1538708"/>
              </a:xfrm>
              <a:prstGeom prst="bentConnector5">
                <a:avLst>
                  <a:gd name="adj1" fmla="val -3758"/>
                  <a:gd name="adj2" fmla="val 40742"/>
                  <a:gd name="adj3" fmla="val 103758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1" name="文本框 240">
                <a:extLst>
                  <a:ext uri="{FF2B5EF4-FFF2-40B4-BE49-F238E27FC236}">
                    <a16:creationId xmlns:a16="http://schemas.microsoft.com/office/drawing/2014/main" id="{D71697B0-CAD2-7B51-279F-8F4237C2DBDF}"/>
                  </a:ext>
                </a:extLst>
              </p:cNvPr>
              <p:cNvSpPr txBox="1"/>
              <p:nvPr/>
            </p:nvSpPr>
            <p:spPr>
              <a:xfrm>
                <a:off x="5807400" y="4014782"/>
                <a:ext cx="5488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GAT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42" name="组合 241">
                <a:extLst>
                  <a:ext uri="{FF2B5EF4-FFF2-40B4-BE49-F238E27FC236}">
                    <a16:creationId xmlns:a16="http://schemas.microsoft.com/office/drawing/2014/main" id="{79B1E294-D12B-4C2A-DA52-FBA95274BC6A}"/>
                  </a:ext>
                </a:extLst>
              </p:cNvPr>
              <p:cNvGrpSpPr/>
              <p:nvPr/>
            </p:nvGrpSpPr>
            <p:grpSpPr>
              <a:xfrm>
                <a:off x="3762512" y="5665001"/>
                <a:ext cx="725611" cy="486897"/>
                <a:chOff x="7119732" y="1135856"/>
                <a:chExt cx="1045574" cy="921544"/>
              </a:xfrm>
            </p:grpSpPr>
            <p:sp>
              <p:nvSpPr>
                <p:cNvPr id="243" name="矩形: 圆角 242">
                  <a:extLst>
                    <a:ext uri="{FF2B5EF4-FFF2-40B4-BE49-F238E27FC236}">
                      <a16:creationId xmlns:a16="http://schemas.microsoft.com/office/drawing/2014/main" id="{C5F6C82E-54C6-7719-ED86-8D50BAB20490}"/>
                    </a:ext>
                  </a:extLst>
                </p:cNvPr>
                <p:cNvSpPr/>
                <p:nvPr/>
              </p:nvSpPr>
              <p:spPr>
                <a:xfrm>
                  <a:off x="7119732" y="1135856"/>
                  <a:ext cx="1045574" cy="921544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4" name="矩形 243">
                  <a:extLst>
                    <a:ext uri="{FF2B5EF4-FFF2-40B4-BE49-F238E27FC236}">
                      <a16:creationId xmlns:a16="http://schemas.microsoft.com/office/drawing/2014/main" id="{5EA28959-BA4B-A7F6-B664-EB8B8A06F430}"/>
                    </a:ext>
                  </a:extLst>
                </p:cNvPr>
                <p:cNvSpPr/>
                <p:nvPr/>
              </p:nvSpPr>
              <p:spPr>
                <a:xfrm>
                  <a:off x="7279227" y="1421857"/>
                  <a:ext cx="178593" cy="46166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5" name="矩形 244">
                  <a:extLst>
                    <a:ext uri="{FF2B5EF4-FFF2-40B4-BE49-F238E27FC236}">
                      <a16:creationId xmlns:a16="http://schemas.microsoft.com/office/drawing/2014/main" id="{1C09E945-67CD-E1B5-B1A7-282D27CF80D5}"/>
                    </a:ext>
                  </a:extLst>
                </p:cNvPr>
                <p:cNvSpPr/>
                <p:nvPr/>
              </p:nvSpPr>
              <p:spPr>
                <a:xfrm>
                  <a:off x="7532787" y="1257285"/>
                  <a:ext cx="178593" cy="67299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6" name="矩形 245">
                  <a:extLst>
                    <a:ext uri="{FF2B5EF4-FFF2-40B4-BE49-F238E27FC236}">
                      <a16:creationId xmlns:a16="http://schemas.microsoft.com/office/drawing/2014/main" id="{CA3633F9-0272-3718-89B8-D5EB8E1BF906}"/>
                    </a:ext>
                  </a:extLst>
                </p:cNvPr>
                <p:cNvSpPr/>
                <p:nvPr/>
              </p:nvSpPr>
              <p:spPr>
                <a:xfrm>
                  <a:off x="7836779" y="1421858"/>
                  <a:ext cx="178593" cy="46166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255" name="直接连接符 254">
                <a:extLst>
                  <a:ext uri="{FF2B5EF4-FFF2-40B4-BE49-F238E27FC236}">
                    <a16:creationId xmlns:a16="http://schemas.microsoft.com/office/drawing/2014/main" id="{DDFFAB36-1F73-FEE8-04EC-EBB2884D68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16471" y="2434168"/>
                <a:ext cx="146272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直接箭头连接符 256">
                <a:extLst>
                  <a:ext uri="{FF2B5EF4-FFF2-40B4-BE49-F238E27FC236}">
                    <a16:creationId xmlns:a16="http://schemas.microsoft.com/office/drawing/2014/main" id="{7E9A68AC-4233-EAB0-2658-BA238350CEA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79198" y="1920810"/>
                <a:ext cx="0" cy="54177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直接连接符 260">
                <a:extLst>
                  <a:ext uri="{FF2B5EF4-FFF2-40B4-BE49-F238E27FC236}">
                    <a16:creationId xmlns:a16="http://schemas.microsoft.com/office/drawing/2014/main" id="{0F25CA32-6EC5-578A-E1F7-151BFDC4B5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12338" y="5121498"/>
                <a:ext cx="150823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直接箭头连接符 272">
                <a:extLst>
                  <a:ext uri="{FF2B5EF4-FFF2-40B4-BE49-F238E27FC236}">
                    <a16:creationId xmlns:a16="http://schemas.microsoft.com/office/drawing/2014/main" id="{155FF3FA-515C-2EDD-6901-F66DDCCC75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21721" y="4619439"/>
                <a:ext cx="143" cy="5418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62" name="组合 1261">
                <a:extLst>
                  <a:ext uri="{FF2B5EF4-FFF2-40B4-BE49-F238E27FC236}">
                    <a16:creationId xmlns:a16="http://schemas.microsoft.com/office/drawing/2014/main" id="{58C96884-C843-5474-9377-0B85751D1251}"/>
                  </a:ext>
                </a:extLst>
              </p:cNvPr>
              <p:cNvGrpSpPr/>
              <p:nvPr/>
            </p:nvGrpSpPr>
            <p:grpSpPr>
              <a:xfrm>
                <a:off x="466547" y="361068"/>
                <a:ext cx="2209712" cy="2382469"/>
                <a:chOff x="650101" y="-159393"/>
                <a:chExt cx="2971941" cy="3010198"/>
              </a:xfrm>
            </p:grpSpPr>
            <p:cxnSp>
              <p:nvCxnSpPr>
                <p:cNvPr id="1264" name="直接连接符 1263">
                  <a:extLst>
                    <a:ext uri="{FF2B5EF4-FFF2-40B4-BE49-F238E27FC236}">
                      <a16:creationId xmlns:a16="http://schemas.microsoft.com/office/drawing/2014/main" id="{0247DD9D-5F88-15D4-7995-2E4B5431D0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16310" y="1709801"/>
                  <a:ext cx="0" cy="113833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5" name="直接连接符 1264">
                  <a:extLst>
                    <a:ext uri="{FF2B5EF4-FFF2-40B4-BE49-F238E27FC236}">
                      <a16:creationId xmlns:a16="http://schemas.microsoft.com/office/drawing/2014/main" id="{0B2450A0-4B2C-0736-AFA5-8FB3771211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29465" y="1712475"/>
                  <a:ext cx="0" cy="113833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9" name="直接连接符 1268">
                  <a:extLst>
                    <a:ext uri="{FF2B5EF4-FFF2-40B4-BE49-F238E27FC236}">
                      <a16:creationId xmlns:a16="http://schemas.microsoft.com/office/drawing/2014/main" id="{3A531F0E-AA09-577D-7B65-8FC70405D2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27832" y="154232"/>
                  <a:ext cx="0" cy="824705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0" name="直接连接符 1269">
                  <a:extLst>
                    <a:ext uri="{FF2B5EF4-FFF2-40B4-BE49-F238E27FC236}">
                      <a16:creationId xmlns:a16="http://schemas.microsoft.com/office/drawing/2014/main" id="{CF6F50CB-C933-27F2-094B-D31084E06E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23232" y="-159393"/>
                  <a:ext cx="0" cy="113833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6" name="直接连接符 1275">
                  <a:extLst>
                    <a:ext uri="{FF2B5EF4-FFF2-40B4-BE49-F238E27FC236}">
                      <a16:creationId xmlns:a16="http://schemas.microsoft.com/office/drawing/2014/main" id="{3415E6DB-1102-414F-25A2-948386713D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32229" y="1219116"/>
                  <a:ext cx="1111771" cy="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7" name="直接连接符 1276">
                  <a:extLst>
                    <a:ext uri="{FF2B5EF4-FFF2-40B4-BE49-F238E27FC236}">
                      <a16:creationId xmlns:a16="http://schemas.microsoft.com/office/drawing/2014/main" id="{8D9A0391-5470-A797-0194-2C1C1415EB75}"/>
                    </a:ext>
                  </a:extLst>
                </p:cNvPr>
                <p:cNvCxnSpPr/>
                <p:nvPr/>
              </p:nvCxnSpPr>
              <p:spPr>
                <a:xfrm>
                  <a:off x="2332228" y="1455400"/>
                  <a:ext cx="1289814" cy="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78" name="弧形 1277">
                  <a:extLst>
                    <a:ext uri="{FF2B5EF4-FFF2-40B4-BE49-F238E27FC236}">
                      <a16:creationId xmlns:a16="http://schemas.microsoft.com/office/drawing/2014/main" id="{A03058AB-5BD1-F53F-E354-C3324575A45B}"/>
                    </a:ext>
                  </a:extLst>
                </p:cNvPr>
                <p:cNvSpPr/>
                <p:nvPr/>
              </p:nvSpPr>
              <p:spPr>
                <a:xfrm rot="10800000">
                  <a:off x="2126632" y="782004"/>
                  <a:ext cx="404211" cy="438103"/>
                </a:xfrm>
                <a:prstGeom prst="arc">
                  <a:avLst>
                    <a:gd name="adj1" fmla="val 16111941"/>
                    <a:gd name="adj2" fmla="val 356658"/>
                  </a:avLst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79" name="弧形 1278">
                  <a:extLst>
                    <a:ext uri="{FF2B5EF4-FFF2-40B4-BE49-F238E27FC236}">
                      <a16:creationId xmlns:a16="http://schemas.microsoft.com/office/drawing/2014/main" id="{0941E05A-28E1-3E23-BA7B-41496DF2DE4A}"/>
                    </a:ext>
                  </a:extLst>
                </p:cNvPr>
                <p:cNvSpPr/>
                <p:nvPr/>
              </p:nvSpPr>
              <p:spPr>
                <a:xfrm rot="5400000">
                  <a:off x="1496869" y="795262"/>
                  <a:ext cx="493531" cy="358815"/>
                </a:xfrm>
                <a:prstGeom prst="arc">
                  <a:avLst>
                    <a:gd name="adj1" fmla="val 16200000"/>
                    <a:gd name="adj2" fmla="val 356658"/>
                  </a:avLst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80" name="弧形 1279">
                  <a:extLst>
                    <a:ext uri="{FF2B5EF4-FFF2-40B4-BE49-F238E27FC236}">
                      <a16:creationId xmlns:a16="http://schemas.microsoft.com/office/drawing/2014/main" id="{98A4BE5B-47EE-2652-B135-34975DA80A26}"/>
                    </a:ext>
                  </a:extLst>
                </p:cNvPr>
                <p:cNvSpPr/>
                <p:nvPr/>
              </p:nvSpPr>
              <p:spPr>
                <a:xfrm>
                  <a:off x="1523330" y="1452774"/>
                  <a:ext cx="391265" cy="438103"/>
                </a:xfrm>
                <a:prstGeom prst="arc">
                  <a:avLst>
                    <a:gd name="adj1" fmla="val 16200000"/>
                    <a:gd name="adj2" fmla="val 528039"/>
                  </a:avLst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81" name="弧形 1280">
                  <a:extLst>
                    <a:ext uri="{FF2B5EF4-FFF2-40B4-BE49-F238E27FC236}">
                      <a16:creationId xmlns:a16="http://schemas.microsoft.com/office/drawing/2014/main" id="{BC6C0253-9C23-0BA5-0BFE-F169447D2BEC}"/>
                    </a:ext>
                  </a:extLst>
                </p:cNvPr>
                <p:cNvSpPr/>
                <p:nvPr/>
              </p:nvSpPr>
              <p:spPr>
                <a:xfrm rot="16200000">
                  <a:off x="2059182" y="1519522"/>
                  <a:ext cx="493713" cy="358815"/>
                </a:xfrm>
                <a:prstGeom prst="arc">
                  <a:avLst>
                    <a:gd name="adj1" fmla="val 16200000"/>
                    <a:gd name="adj2" fmla="val 528039"/>
                  </a:avLst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283" name="直接箭头连接符 1282">
                  <a:extLst>
                    <a:ext uri="{FF2B5EF4-FFF2-40B4-BE49-F238E27FC236}">
                      <a16:creationId xmlns:a16="http://schemas.microsoft.com/office/drawing/2014/main" id="{5513EAB9-35E9-02BC-D8C2-DE23B4D66665}"/>
                    </a:ext>
                  </a:extLst>
                </p:cNvPr>
                <p:cNvCxnSpPr/>
                <p:nvPr/>
              </p:nvCxnSpPr>
              <p:spPr>
                <a:xfrm>
                  <a:off x="866697" y="1407588"/>
                  <a:ext cx="303374" cy="0"/>
                </a:xfrm>
                <a:prstGeom prst="straightConnector1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4" name="直接箭头连接符 1283">
                  <a:extLst>
                    <a:ext uri="{FF2B5EF4-FFF2-40B4-BE49-F238E27FC236}">
                      <a16:creationId xmlns:a16="http://schemas.microsoft.com/office/drawing/2014/main" id="{1637422F-76F3-2188-3A45-09D3F95EAF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50101" y="1279628"/>
                  <a:ext cx="217745" cy="0"/>
                </a:xfrm>
                <a:prstGeom prst="straightConnector1">
                  <a:avLst/>
                </a:prstGeom>
                <a:ln w="9525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5" name="直接箭头连接符 1284">
                  <a:extLst>
                    <a:ext uri="{FF2B5EF4-FFF2-40B4-BE49-F238E27FC236}">
                      <a16:creationId xmlns:a16="http://schemas.microsoft.com/office/drawing/2014/main" id="{8274E690-1B40-2E8C-182C-D3AAA0A5C8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880403" y="1279628"/>
                  <a:ext cx="264652" cy="0"/>
                </a:xfrm>
                <a:prstGeom prst="straightConnector1">
                  <a:avLst/>
                </a:prstGeom>
                <a:ln w="9525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7" name="直接箭头连接符 1286">
                  <a:extLst>
                    <a:ext uri="{FF2B5EF4-FFF2-40B4-BE49-F238E27FC236}">
                      <a16:creationId xmlns:a16="http://schemas.microsoft.com/office/drawing/2014/main" id="{9A8758D1-F671-4EF9-126E-E2B3BB8E764A}"/>
                    </a:ext>
                  </a:extLst>
                </p:cNvPr>
                <p:cNvCxnSpPr/>
                <p:nvPr/>
              </p:nvCxnSpPr>
              <p:spPr>
                <a:xfrm flipV="1">
                  <a:off x="1969773" y="2092288"/>
                  <a:ext cx="0" cy="305871"/>
                </a:xfrm>
                <a:prstGeom prst="straightConnector1">
                  <a:avLst/>
                </a:prstGeom>
                <a:ln w="9525">
                  <a:solidFill>
                    <a:schemeClr val="bg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8" name="直接箭头连接符 1287">
                  <a:extLst>
                    <a:ext uri="{FF2B5EF4-FFF2-40B4-BE49-F238E27FC236}">
                      <a16:creationId xmlns:a16="http://schemas.microsoft.com/office/drawing/2014/main" id="{09C71C8F-2F84-31B1-B9D1-E83E48C317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83257" y="2096358"/>
                  <a:ext cx="0" cy="330190"/>
                </a:xfrm>
                <a:prstGeom prst="straightConnector1">
                  <a:avLst/>
                </a:prstGeom>
                <a:ln w="9525">
                  <a:solidFill>
                    <a:schemeClr val="bg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9" name="直接箭头连接符 1288">
                  <a:extLst>
                    <a:ext uri="{FF2B5EF4-FFF2-40B4-BE49-F238E27FC236}">
                      <a16:creationId xmlns:a16="http://schemas.microsoft.com/office/drawing/2014/main" id="{C0BB1972-E46C-C7D3-7B90-681086FE9C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970641" y="279378"/>
                  <a:ext cx="0" cy="333420"/>
                </a:xfrm>
                <a:prstGeom prst="straightConnector1">
                  <a:avLst/>
                </a:prstGeom>
                <a:ln w="9525">
                  <a:solidFill>
                    <a:schemeClr val="bg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0" name="直接箭头连接符 1289">
                  <a:extLst>
                    <a:ext uri="{FF2B5EF4-FFF2-40B4-BE49-F238E27FC236}">
                      <a16:creationId xmlns:a16="http://schemas.microsoft.com/office/drawing/2014/main" id="{A768F818-3729-1669-2EE8-7ED9A60140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87088" y="289294"/>
                  <a:ext cx="0" cy="323505"/>
                </a:xfrm>
                <a:prstGeom prst="straightConnector1">
                  <a:avLst/>
                </a:prstGeom>
                <a:ln w="19050">
                  <a:solidFill>
                    <a:schemeClr val="bg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91" name="弧形 1290">
                  <a:extLst>
                    <a:ext uri="{FF2B5EF4-FFF2-40B4-BE49-F238E27FC236}">
                      <a16:creationId xmlns:a16="http://schemas.microsoft.com/office/drawing/2014/main" id="{086CBD3B-F067-82E1-8DA1-11EF35919410}"/>
                    </a:ext>
                  </a:extLst>
                </p:cNvPr>
                <p:cNvSpPr/>
                <p:nvPr/>
              </p:nvSpPr>
              <p:spPr>
                <a:xfrm rot="5400000">
                  <a:off x="1446307" y="741945"/>
                  <a:ext cx="493531" cy="358815"/>
                </a:xfrm>
                <a:prstGeom prst="arc">
                  <a:avLst>
                    <a:gd name="adj1" fmla="val 15809528"/>
                    <a:gd name="adj2" fmla="val 720446"/>
                  </a:avLst>
                </a:prstGeom>
                <a:ln w="9525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92" name="弧形 1291">
                  <a:extLst>
                    <a:ext uri="{FF2B5EF4-FFF2-40B4-BE49-F238E27FC236}">
                      <a16:creationId xmlns:a16="http://schemas.microsoft.com/office/drawing/2014/main" id="{77B072C4-198A-8576-449F-DE437C0D40B9}"/>
                    </a:ext>
                  </a:extLst>
                </p:cNvPr>
                <p:cNvSpPr/>
                <p:nvPr/>
              </p:nvSpPr>
              <p:spPr>
                <a:xfrm rot="10800000">
                  <a:off x="2179554" y="732353"/>
                  <a:ext cx="404211" cy="438103"/>
                </a:xfrm>
                <a:prstGeom prst="arc">
                  <a:avLst>
                    <a:gd name="adj1" fmla="val 15809528"/>
                    <a:gd name="adj2" fmla="val 720446"/>
                  </a:avLst>
                </a:prstGeom>
                <a:ln w="9525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93" name="弧形 1292">
                  <a:extLst>
                    <a:ext uri="{FF2B5EF4-FFF2-40B4-BE49-F238E27FC236}">
                      <a16:creationId xmlns:a16="http://schemas.microsoft.com/office/drawing/2014/main" id="{FDC86FAA-CD2A-91FA-B18D-D372565CB063}"/>
                    </a:ext>
                  </a:extLst>
                </p:cNvPr>
                <p:cNvSpPr/>
                <p:nvPr/>
              </p:nvSpPr>
              <p:spPr>
                <a:xfrm>
                  <a:off x="1477358" y="1508806"/>
                  <a:ext cx="391265" cy="438103"/>
                </a:xfrm>
                <a:prstGeom prst="arc">
                  <a:avLst>
                    <a:gd name="adj1" fmla="val 16200000"/>
                    <a:gd name="adj2" fmla="val 528039"/>
                  </a:avLst>
                </a:prstGeom>
                <a:ln w="9525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94" name="弧形 1293">
                  <a:extLst>
                    <a:ext uri="{FF2B5EF4-FFF2-40B4-BE49-F238E27FC236}">
                      <a16:creationId xmlns:a16="http://schemas.microsoft.com/office/drawing/2014/main" id="{830664E4-A93A-4A0A-67EB-9790263052A5}"/>
                    </a:ext>
                  </a:extLst>
                </p:cNvPr>
                <p:cNvSpPr/>
                <p:nvPr/>
              </p:nvSpPr>
              <p:spPr>
                <a:xfrm rot="16200000">
                  <a:off x="2114341" y="1586869"/>
                  <a:ext cx="493713" cy="358815"/>
                </a:xfrm>
                <a:prstGeom prst="arc">
                  <a:avLst>
                    <a:gd name="adj1" fmla="val 16200000"/>
                    <a:gd name="adj2" fmla="val 528039"/>
                  </a:avLst>
                </a:prstGeom>
                <a:ln w="9525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57EDDFFD-19DF-F719-3CBA-4524300F2D71}"/>
                </a:ext>
              </a:extLst>
            </p:cNvPr>
            <p:cNvGrpSpPr/>
            <p:nvPr/>
          </p:nvGrpSpPr>
          <p:grpSpPr>
            <a:xfrm>
              <a:off x="402159" y="474881"/>
              <a:ext cx="2429958" cy="2463384"/>
              <a:chOff x="353881" y="-261628"/>
              <a:chExt cx="3268161" cy="3112433"/>
            </a:xfrm>
          </p:grpSpPr>
          <p:sp>
            <p:nvSpPr>
              <p:cNvPr id="5" name="弧形 4">
                <a:extLst>
                  <a:ext uri="{FF2B5EF4-FFF2-40B4-BE49-F238E27FC236}">
                    <a16:creationId xmlns:a16="http://schemas.microsoft.com/office/drawing/2014/main" id="{D8301608-92C0-F991-86C9-E50D293E10E0}"/>
                  </a:ext>
                </a:extLst>
              </p:cNvPr>
              <p:cNvSpPr/>
              <p:nvPr/>
            </p:nvSpPr>
            <p:spPr>
              <a:xfrm rot="11194386">
                <a:off x="1067475" y="-206467"/>
                <a:ext cx="913054" cy="1051198"/>
              </a:xfrm>
              <a:prstGeom prst="arc">
                <a:avLst>
                  <a:gd name="adj1" fmla="val 16200000"/>
                  <a:gd name="adj2" fmla="val 43223"/>
                </a:avLst>
              </a:prstGeom>
              <a:ln w="19050">
                <a:solidFill>
                  <a:schemeClr val="tx1"/>
                </a:solidFill>
                <a:prstDash val="sysDash"/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AD135265-24AE-6D8C-E3B4-C28159765194}"/>
                  </a:ext>
                </a:extLst>
              </p:cNvPr>
              <p:cNvGrpSpPr/>
              <p:nvPr/>
            </p:nvGrpSpPr>
            <p:grpSpPr>
              <a:xfrm>
                <a:off x="353881" y="-261628"/>
                <a:ext cx="3268161" cy="3112433"/>
                <a:chOff x="353881" y="-261628"/>
                <a:chExt cx="3268161" cy="3112433"/>
              </a:xfrm>
            </p:grpSpPr>
            <p:sp>
              <p:nvSpPr>
                <p:cNvPr id="7" name="弧形 6">
                  <a:extLst>
                    <a:ext uri="{FF2B5EF4-FFF2-40B4-BE49-F238E27FC236}">
                      <a16:creationId xmlns:a16="http://schemas.microsoft.com/office/drawing/2014/main" id="{188187BA-3320-2EED-95CE-45C0A71D0209}"/>
                    </a:ext>
                  </a:extLst>
                </p:cNvPr>
                <p:cNvSpPr/>
                <p:nvPr/>
              </p:nvSpPr>
              <p:spPr>
                <a:xfrm rot="5400000">
                  <a:off x="269171" y="-176918"/>
                  <a:ext cx="1114814" cy="945394"/>
                </a:xfrm>
                <a:prstGeom prst="arc">
                  <a:avLst>
                    <a:gd name="adj1" fmla="val 16200000"/>
                    <a:gd name="adj2" fmla="val 294151"/>
                  </a:avLst>
                </a:prstGeom>
                <a:ln w="19050">
                  <a:solidFill>
                    <a:schemeClr val="tx1"/>
                  </a:solidFill>
                  <a:prstDash val="sysDash"/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grpSp>
              <p:nvGrpSpPr>
                <p:cNvPr id="12" name="组合 11">
                  <a:extLst>
                    <a:ext uri="{FF2B5EF4-FFF2-40B4-BE49-F238E27FC236}">
                      <a16:creationId xmlns:a16="http://schemas.microsoft.com/office/drawing/2014/main" id="{41F5DC18-7B4D-DD5E-4398-EC1C01E6EB83}"/>
                    </a:ext>
                  </a:extLst>
                </p:cNvPr>
                <p:cNvGrpSpPr/>
                <p:nvPr/>
              </p:nvGrpSpPr>
              <p:grpSpPr>
                <a:xfrm>
                  <a:off x="433505" y="96712"/>
                  <a:ext cx="3188537" cy="2754093"/>
                  <a:chOff x="433505" y="96712"/>
                  <a:chExt cx="3188537" cy="2754093"/>
                </a:xfrm>
              </p:grpSpPr>
              <p:sp>
                <p:nvSpPr>
                  <p:cNvPr id="14" name="矩形 13">
                    <a:extLst>
                      <a:ext uri="{FF2B5EF4-FFF2-40B4-BE49-F238E27FC236}">
                        <a16:creationId xmlns:a16="http://schemas.microsoft.com/office/drawing/2014/main" id="{A2F73B43-9075-8637-3B94-3098A7C55413}"/>
                      </a:ext>
                    </a:extLst>
                  </p:cNvPr>
                  <p:cNvSpPr/>
                  <p:nvPr/>
                </p:nvSpPr>
                <p:spPr>
                  <a:xfrm>
                    <a:off x="1835054" y="1709801"/>
                    <a:ext cx="411585" cy="980966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15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9" name="直接连接符 18">
                    <a:extLst>
                      <a:ext uri="{FF2B5EF4-FFF2-40B4-BE49-F238E27FC236}">
                        <a16:creationId xmlns:a16="http://schemas.microsoft.com/office/drawing/2014/main" id="{C238042A-7C43-C893-F517-1B2B0FAA05B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916310" y="1709801"/>
                    <a:ext cx="0" cy="1138330"/>
                  </a:xfrm>
                  <a:prstGeom prst="line">
                    <a:avLst/>
                  </a:prstGeom>
                  <a:ln w="12700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直接连接符 19">
                    <a:extLst>
                      <a:ext uri="{FF2B5EF4-FFF2-40B4-BE49-F238E27FC236}">
                        <a16:creationId xmlns:a16="http://schemas.microsoft.com/office/drawing/2014/main" id="{D0ADE39A-1F3B-E777-6FEA-E2386F4E8FA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29465" y="1712475"/>
                    <a:ext cx="0" cy="1138330"/>
                  </a:xfrm>
                  <a:prstGeom prst="line">
                    <a:avLst/>
                  </a:prstGeom>
                  <a:ln w="12700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1" name="缺角矩形 20">
                    <a:extLst>
                      <a:ext uri="{FF2B5EF4-FFF2-40B4-BE49-F238E27FC236}">
                        <a16:creationId xmlns:a16="http://schemas.microsoft.com/office/drawing/2014/main" id="{0D48434B-FD03-FD2A-DAEE-FEA2F882E028}"/>
                      </a:ext>
                    </a:extLst>
                  </p:cNvPr>
                  <p:cNvSpPr/>
                  <p:nvPr/>
                </p:nvSpPr>
                <p:spPr>
                  <a:xfrm>
                    <a:off x="1723894" y="976547"/>
                    <a:ext cx="608909" cy="725044"/>
                  </a:xfrm>
                  <a:prstGeom prst="plaque">
                    <a:avLst/>
                  </a:prstGeom>
                </p:spPr>
                <p:style>
                  <a:lnRef idx="2">
                    <a:schemeClr val="accent3">
                      <a:shade val="15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2" name="矩形 21">
                    <a:extLst>
                      <a:ext uri="{FF2B5EF4-FFF2-40B4-BE49-F238E27FC236}">
                        <a16:creationId xmlns:a16="http://schemas.microsoft.com/office/drawing/2014/main" id="{53605B7F-8B0E-DF8F-5FC6-22684EB70A0E}"/>
                      </a:ext>
                    </a:extLst>
                  </p:cNvPr>
                  <p:cNvSpPr/>
                  <p:nvPr/>
                </p:nvSpPr>
                <p:spPr>
                  <a:xfrm>
                    <a:off x="1822039" y="154232"/>
                    <a:ext cx="411585" cy="824706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15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" name="矩形 22">
                    <a:extLst>
                      <a:ext uri="{FF2B5EF4-FFF2-40B4-BE49-F238E27FC236}">
                        <a16:creationId xmlns:a16="http://schemas.microsoft.com/office/drawing/2014/main" id="{FB374656-5B11-8522-6E76-146AFACD0127}"/>
                      </a:ext>
                    </a:extLst>
                  </p:cNvPr>
                  <p:cNvSpPr/>
                  <p:nvPr/>
                </p:nvSpPr>
                <p:spPr>
                  <a:xfrm>
                    <a:off x="582229" y="1098912"/>
                    <a:ext cx="1141091" cy="482657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15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25" name="直接连接符 24">
                    <a:extLst>
                      <a:ext uri="{FF2B5EF4-FFF2-40B4-BE49-F238E27FC236}">
                        <a16:creationId xmlns:a16="http://schemas.microsoft.com/office/drawing/2014/main" id="{6113525B-4217-5929-751A-FDC4C58493AF}"/>
                      </a:ext>
                    </a:extLst>
                  </p:cNvPr>
                  <p:cNvCxnSpPr>
                    <a:cxnSpLocks/>
                    <a:stCxn id="22" idx="0"/>
                  </p:cNvCxnSpPr>
                  <p:nvPr/>
                </p:nvCxnSpPr>
                <p:spPr>
                  <a:xfrm>
                    <a:off x="2027832" y="154232"/>
                    <a:ext cx="0" cy="824705"/>
                  </a:xfrm>
                  <a:prstGeom prst="line">
                    <a:avLst/>
                  </a:prstGeom>
                  <a:ln w="12700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直接连接符 26">
                    <a:extLst>
                      <a:ext uri="{FF2B5EF4-FFF2-40B4-BE49-F238E27FC236}">
                        <a16:creationId xmlns:a16="http://schemas.microsoft.com/office/drawing/2014/main" id="{224B9944-49FD-FE8B-EC94-B24AEA46FB0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923232" y="154232"/>
                    <a:ext cx="0" cy="824705"/>
                  </a:xfrm>
                  <a:prstGeom prst="line">
                    <a:avLst/>
                  </a:prstGeom>
                  <a:ln w="12700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直接连接符 28">
                    <a:extLst>
                      <a:ext uri="{FF2B5EF4-FFF2-40B4-BE49-F238E27FC236}">
                        <a16:creationId xmlns:a16="http://schemas.microsoft.com/office/drawing/2014/main" id="{555B3E1F-A5B6-F679-27AC-1D7C83A98E1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27779" y="113059"/>
                    <a:ext cx="0" cy="865877"/>
                  </a:xfrm>
                  <a:prstGeom prst="line">
                    <a:avLst/>
                  </a:prstGeom>
                  <a:ln w="12700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直接连接符 30">
                    <a:extLst>
                      <a:ext uri="{FF2B5EF4-FFF2-40B4-BE49-F238E27FC236}">
                        <a16:creationId xmlns:a16="http://schemas.microsoft.com/office/drawing/2014/main" id="{6F394B4D-307B-B549-DA18-734E4F3ED8B1}"/>
                      </a:ext>
                    </a:extLst>
                  </p:cNvPr>
                  <p:cNvCxnSpPr/>
                  <p:nvPr/>
                </p:nvCxnSpPr>
                <p:spPr>
                  <a:xfrm>
                    <a:off x="433505" y="1219116"/>
                    <a:ext cx="1289814" cy="0"/>
                  </a:xfrm>
                  <a:prstGeom prst="line">
                    <a:avLst/>
                  </a:prstGeom>
                  <a:ln w="12700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直接连接符 31">
                    <a:extLst>
                      <a:ext uri="{FF2B5EF4-FFF2-40B4-BE49-F238E27FC236}">
                        <a16:creationId xmlns:a16="http://schemas.microsoft.com/office/drawing/2014/main" id="{38921A21-324D-FC42-D65E-3CF35F782223}"/>
                      </a:ext>
                    </a:extLst>
                  </p:cNvPr>
                  <p:cNvCxnSpPr/>
                  <p:nvPr/>
                </p:nvCxnSpPr>
                <p:spPr>
                  <a:xfrm>
                    <a:off x="433505" y="1452072"/>
                    <a:ext cx="1289814" cy="0"/>
                  </a:xfrm>
                  <a:prstGeom prst="line">
                    <a:avLst/>
                  </a:prstGeom>
                  <a:ln w="12700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4" name="矩形 33">
                    <a:extLst>
                      <a:ext uri="{FF2B5EF4-FFF2-40B4-BE49-F238E27FC236}">
                        <a16:creationId xmlns:a16="http://schemas.microsoft.com/office/drawing/2014/main" id="{5C664AB0-9E90-8737-8AF7-127DC2597B22}"/>
                      </a:ext>
                    </a:extLst>
                  </p:cNvPr>
                  <p:cNvSpPr/>
                  <p:nvPr/>
                </p:nvSpPr>
                <p:spPr>
                  <a:xfrm>
                    <a:off x="2332229" y="1100782"/>
                    <a:ext cx="1127509" cy="482657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15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35" name="直接连接符 34">
                    <a:extLst>
                      <a:ext uri="{FF2B5EF4-FFF2-40B4-BE49-F238E27FC236}">
                        <a16:creationId xmlns:a16="http://schemas.microsoft.com/office/drawing/2014/main" id="{41E7CD2C-BEC6-9366-0B6D-179BE5A8519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32229" y="1219116"/>
                    <a:ext cx="1123252" cy="0"/>
                  </a:xfrm>
                  <a:prstGeom prst="line">
                    <a:avLst/>
                  </a:prstGeom>
                  <a:ln w="12700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直接连接符 35">
                    <a:extLst>
                      <a:ext uri="{FF2B5EF4-FFF2-40B4-BE49-F238E27FC236}">
                        <a16:creationId xmlns:a16="http://schemas.microsoft.com/office/drawing/2014/main" id="{67DB40DA-8DCD-6F92-A668-AA428B6AABED}"/>
                      </a:ext>
                    </a:extLst>
                  </p:cNvPr>
                  <p:cNvCxnSpPr/>
                  <p:nvPr/>
                </p:nvCxnSpPr>
                <p:spPr>
                  <a:xfrm>
                    <a:off x="2332228" y="1455400"/>
                    <a:ext cx="1289814" cy="0"/>
                  </a:xfrm>
                  <a:prstGeom prst="line">
                    <a:avLst/>
                  </a:prstGeom>
                  <a:ln w="12700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7" name="弧形 36">
                    <a:extLst>
                      <a:ext uri="{FF2B5EF4-FFF2-40B4-BE49-F238E27FC236}">
                        <a16:creationId xmlns:a16="http://schemas.microsoft.com/office/drawing/2014/main" id="{33A907D3-C19D-2E79-BF3D-C19812338B8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2126632" y="782004"/>
                    <a:ext cx="404211" cy="438103"/>
                  </a:xfrm>
                  <a:prstGeom prst="arc">
                    <a:avLst>
                      <a:gd name="adj1" fmla="val 16111941"/>
                      <a:gd name="adj2" fmla="val 356658"/>
                    </a:avLst>
                  </a:prstGeom>
                  <a:ln w="12700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8" name="弧形 37">
                    <a:extLst>
                      <a:ext uri="{FF2B5EF4-FFF2-40B4-BE49-F238E27FC236}">
                        <a16:creationId xmlns:a16="http://schemas.microsoft.com/office/drawing/2014/main" id="{361D63E3-C93D-1D59-A269-F0AE414B5A7B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496869" y="795262"/>
                    <a:ext cx="493531" cy="358815"/>
                  </a:xfrm>
                  <a:prstGeom prst="arc">
                    <a:avLst>
                      <a:gd name="adj1" fmla="val 16200000"/>
                      <a:gd name="adj2" fmla="val 356658"/>
                    </a:avLst>
                  </a:prstGeom>
                  <a:ln w="12700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9" name="弧形 38">
                    <a:extLst>
                      <a:ext uri="{FF2B5EF4-FFF2-40B4-BE49-F238E27FC236}">
                        <a16:creationId xmlns:a16="http://schemas.microsoft.com/office/drawing/2014/main" id="{AA38A7D4-1C5E-55D8-04A3-B75201717582}"/>
                      </a:ext>
                    </a:extLst>
                  </p:cNvPr>
                  <p:cNvSpPr/>
                  <p:nvPr/>
                </p:nvSpPr>
                <p:spPr>
                  <a:xfrm>
                    <a:off x="1523330" y="1452774"/>
                    <a:ext cx="391265" cy="438103"/>
                  </a:xfrm>
                  <a:prstGeom prst="arc">
                    <a:avLst>
                      <a:gd name="adj1" fmla="val 16200000"/>
                      <a:gd name="adj2" fmla="val 528039"/>
                    </a:avLst>
                  </a:prstGeom>
                  <a:ln w="12700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0" name="弧形 39">
                    <a:extLst>
                      <a:ext uri="{FF2B5EF4-FFF2-40B4-BE49-F238E27FC236}">
                        <a16:creationId xmlns:a16="http://schemas.microsoft.com/office/drawing/2014/main" id="{703EBA29-B653-F8E2-54F5-A4D78B49C23F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059182" y="1519522"/>
                    <a:ext cx="493713" cy="358815"/>
                  </a:xfrm>
                  <a:prstGeom prst="arc">
                    <a:avLst>
                      <a:gd name="adj1" fmla="val 16200000"/>
                      <a:gd name="adj2" fmla="val 528039"/>
                    </a:avLst>
                  </a:prstGeom>
                  <a:ln w="12700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41" name="直接连接符 40">
                    <a:extLst>
                      <a:ext uri="{FF2B5EF4-FFF2-40B4-BE49-F238E27FC236}">
                        <a16:creationId xmlns:a16="http://schemas.microsoft.com/office/drawing/2014/main" id="{0D83E045-D44D-F398-92BA-98A57CB3635F}"/>
                      </a:ext>
                    </a:extLst>
                  </p:cNvPr>
                  <p:cNvCxnSpPr>
                    <a:cxnSpLocks/>
                    <a:stCxn id="23" idx="1"/>
                    <a:endCxn id="23" idx="3"/>
                  </p:cNvCxnSpPr>
                  <p:nvPr/>
                </p:nvCxnSpPr>
                <p:spPr>
                  <a:xfrm>
                    <a:off x="582229" y="1340240"/>
                    <a:ext cx="1141091" cy="0"/>
                  </a:xfrm>
                  <a:prstGeom prst="line">
                    <a:avLst/>
                  </a:prstGeom>
                  <a:ln w="12700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直接箭头连接符 41">
                    <a:extLst>
                      <a:ext uri="{FF2B5EF4-FFF2-40B4-BE49-F238E27FC236}">
                        <a16:creationId xmlns:a16="http://schemas.microsoft.com/office/drawing/2014/main" id="{E62CB81D-AA69-9955-FE8A-238CE5B40F83}"/>
                      </a:ext>
                    </a:extLst>
                  </p:cNvPr>
                  <p:cNvCxnSpPr/>
                  <p:nvPr/>
                </p:nvCxnSpPr>
                <p:spPr>
                  <a:xfrm>
                    <a:off x="866697" y="1407588"/>
                    <a:ext cx="303374" cy="0"/>
                  </a:xfrm>
                  <a:prstGeom prst="straightConnector1">
                    <a:avLst/>
                  </a:prstGeom>
                  <a:ln w="12700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直接箭头连接符 42">
                    <a:extLst>
                      <a:ext uri="{FF2B5EF4-FFF2-40B4-BE49-F238E27FC236}">
                        <a16:creationId xmlns:a16="http://schemas.microsoft.com/office/drawing/2014/main" id="{004BDCF0-973D-4E6A-27B8-26E506D3EB8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50101" y="1279628"/>
                    <a:ext cx="217745" cy="0"/>
                  </a:xfrm>
                  <a:prstGeom prst="straightConnector1">
                    <a:avLst/>
                  </a:prstGeom>
                  <a:ln w="9525">
                    <a:solidFill>
                      <a:schemeClr val="bg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直接箭头连接符 43">
                    <a:extLst>
                      <a:ext uri="{FF2B5EF4-FFF2-40B4-BE49-F238E27FC236}">
                        <a16:creationId xmlns:a16="http://schemas.microsoft.com/office/drawing/2014/main" id="{14681470-A72B-3D90-0FBF-9C498F2CA45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880403" y="1279628"/>
                    <a:ext cx="264652" cy="0"/>
                  </a:xfrm>
                  <a:prstGeom prst="straightConnector1">
                    <a:avLst/>
                  </a:prstGeom>
                  <a:ln w="9525">
                    <a:solidFill>
                      <a:schemeClr val="bg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直接箭头连接符 44">
                    <a:extLst>
                      <a:ext uri="{FF2B5EF4-FFF2-40B4-BE49-F238E27FC236}">
                        <a16:creationId xmlns:a16="http://schemas.microsoft.com/office/drawing/2014/main" id="{2C84D8B6-3722-5E21-F626-DF1C22CA4C5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80403" y="1415897"/>
                    <a:ext cx="299760" cy="0"/>
                  </a:xfrm>
                  <a:prstGeom prst="straightConnector1">
                    <a:avLst/>
                  </a:prstGeom>
                  <a:ln w="9525">
                    <a:solidFill>
                      <a:schemeClr val="bg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直接箭头连接符 45">
                    <a:extLst>
                      <a:ext uri="{FF2B5EF4-FFF2-40B4-BE49-F238E27FC236}">
                        <a16:creationId xmlns:a16="http://schemas.microsoft.com/office/drawing/2014/main" id="{A314773D-917B-81D6-6920-91BFF8B6227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969773" y="2092288"/>
                    <a:ext cx="0" cy="305871"/>
                  </a:xfrm>
                  <a:prstGeom prst="straightConnector1">
                    <a:avLst/>
                  </a:prstGeom>
                  <a:ln w="9525">
                    <a:solidFill>
                      <a:schemeClr val="bg1"/>
                    </a:solidFill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直接箭头连接符 46">
                    <a:extLst>
                      <a:ext uri="{FF2B5EF4-FFF2-40B4-BE49-F238E27FC236}">
                        <a16:creationId xmlns:a16="http://schemas.microsoft.com/office/drawing/2014/main" id="{6132600C-7DA9-1F8A-EC5D-4435A205AAA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083257" y="2096358"/>
                    <a:ext cx="0" cy="330190"/>
                  </a:xfrm>
                  <a:prstGeom prst="straightConnector1">
                    <a:avLst/>
                  </a:prstGeom>
                  <a:ln w="9525">
                    <a:solidFill>
                      <a:schemeClr val="bg1"/>
                    </a:solidFill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直接箭头连接符 48">
                    <a:extLst>
                      <a:ext uri="{FF2B5EF4-FFF2-40B4-BE49-F238E27FC236}">
                        <a16:creationId xmlns:a16="http://schemas.microsoft.com/office/drawing/2014/main" id="{C51454D7-2300-FEE1-8424-F164851472C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970641" y="279378"/>
                    <a:ext cx="0" cy="333420"/>
                  </a:xfrm>
                  <a:prstGeom prst="straightConnector1">
                    <a:avLst/>
                  </a:prstGeom>
                  <a:ln w="9525">
                    <a:solidFill>
                      <a:schemeClr val="bg1"/>
                    </a:solidFill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直接箭头连接符 49">
                    <a:extLst>
                      <a:ext uri="{FF2B5EF4-FFF2-40B4-BE49-F238E27FC236}">
                        <a16:creationId xmlns:a16="http://schemas.microsoft.com/office/drawing/2014/main" id="{C2A7F1E1-4941-EE10-83DA-B1A6CB7C873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087088" y="289294"/>
                    <a:ext cx="0" cy="323505"/>
                  </a:xfrm>
                  <a:prstGeom prst="straightConnector1">
                    <a:avLst/>
                  </a:prstGeom>
                  <a:ln w="19050">
                    <a:solidFill>
                      <a:schemeClr val="bg1"/>
                    </a:solidFill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1" name="弧形 50">
                    <a:extLst>
                      <a:ext uri="{FF2B5EF4-FFF2-40B4-BE49-F238E27FC236}">
                        <a16:creationId xmlns:a16="http://schemas.microsoft.com/office/drawing/2014/main" id="{486D75B7-5DBA-2784-1912-FD315F6A8E6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446307" y="741945"/>
                    <a:ext cx="493531" cy="358815"/>
                  </a:xfrm>
                  <a:prstGeom prst="arc">
                    <a:avLst>
                      <a:gd name="adj1" fmla="val 15809528"/>
                      <a:gd name="adj2" fmla="val 720446"/>
                    </a:avLst>
                  </a:prstGeom>
                  <a:ln w="9525">
                    <a:solidFill>
                      <a:schemeClr val="bg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" name="弧形 54">
                    <a:extLst>
                      <a:ext uri="{FF2B5EF4-FFF2-40B4-BE49-F238E27FC236}">
                        <a16:creationId xmlns:a16="http://schemas.microsoft.com/office/drawing/2014/main" id="{B0F741B9-6BA8-A67F-3523-B13ACB42B139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2179554" y="732353"/>
                    <a:ext cx="404211" cy="438103"/>
                  </a:xfrm>
                  <a:prstGeom prst="arc">
                    <a:avLst>
                      <a:gd name="adj1" fmla="val 15809528"/>
                      <a:gd name="adj2" fmla="val 720446"/>
                    </a:avLst>
                  </a:prstGeom>
                  <a:ln w="9525">
                    <a:solidFill>
                      <a:schemeClr val="bg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" name="弧形 60">
                    <a:extLst>
                      <a:ext uri="{FF2B5EF4-FFF2-40B4-BE49-F238E27FC236}">
                        <a16:creationId xmlns:a16="http://schemas.microsoft.com/office/drawing/2014/main" id="{6B0F61B4-D0D0-EAF4-8FC1-155CDE060107}"/>
                      </a:ext>
                    </a:extLst>
                  </p:cNvPr>
                  <p:cNvSpPr/>
                  <p:nvPr/>
                </p:nvSpPr>
                <p:spPr>
                  <a:xfrm>
                    <a:off x="1477358" y="1508806"/>
                    <a:ext cx="391265" cy="438103"/>
                  </a:xfrm>
                  <a:prstGeom prst="arc">
                    <a:avLst>
                      <a:gd name="adj1" fmla="val 16200000"/>
                      <a:gd name="adj2" fmla="val 528039"/>
                    </a:avLst>
                  </a:prstGeom>
                  <a:ln w="9525">
                    <a:solidFill>
                      <a:schemeClr val="bg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" name="弧形 62">
                    <a:extLst>
                      <a:ext uri="{FF2B5EF4-FFF2-40B4-BE49-F238E27FC236}">
                        <a16:creationId xmlns:a16="http://schemas.microsoft.com/office/drawing/2014/main" id="{640030C3-10BA-1F8C-4A65-D1D2478FA31E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114341" y="1586869"/>
                    <a:ext cx="493713" cy="358815"/>
                  </a:xfrm>
                  <a:prstGeom prst="arc">
                    <a:avLst>
                      <a:gd name="adj1" fmla="val 16200000"/>
                      <a:gd name="adj2" fmla="val 528039"/>
                    </a:avLst>
                  </a:prstGeom>
                  <a:ln w="9525">
                    <a:solidFill>
                      <a:schemeClr val="bg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65" name="直接连接符 64">
                    <a:extLst>
                      <a:ext uri="{FF2B5EF4-FFF2-40B4-BE49-F238E27FC236}">
                        <a16:creationId xmlns:a16="http://schemas.microsoft.com/office/drawing/2014/main" id="{5AA6E72B-B78C-183E-D80C-4D6ABDB55BA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32228" y="1339069"/>
                    <a:ext cx="1289814" cy="0"/>
                  </a:xfrm>
                  <a:prstGeom prst="line">
                    <a:avLst/>
                  </a:prstGeom>
                  <a:ln w="12700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67" name="组合 66">
                    <a:extLst>
                      <a:ext uri="{FF2B5EF4-FFF2-40B4-BE49-F238E27FC236}">
                        <a16:creationId xmlns:a16="http://schemas.microsoft.com/office/drawing/2014/main" id="{2708D3A0-FBDC-2251-C684-6702942A3D70}"/>
                      </a:ext>
                    </a:extLst>
                  </p:cNvPr>
                  <p:cNvGrpSpPr/>
                  <p:nvPr/>
                </p:nvGrpSpPr>
                <p:grpSpPr>
                  <a:xfrm>
                    <a:off x="674474" y="1362902"/>
                    <a:ext cx="252481" cy="74199"/>
                    <a:chOff x="1680623" y="4593851"/>
                    <a:chExt cx="697592" cy="167903"/>
                  </a:xfrm>
                </p:grpSpPr>
                <p:sp>
                  <p:nvSpPr>
                    <p:cNvPr id="382" name="矩形 381">
                      <a:extLst>
                        <a:ext uri="{FF2B5EF4-FFF2-40B4-BE49-F238E27FC236}">
                          <a16:creationId xmlns:a16="http://schemas.microsoft.com/office/drawing/2014/main" id="{B7DCCAFD-62E3-F69C-2C40-54258ECB9E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80623" y="4593851"/>
                      <a:ext cx="399728" cy="167903"/>
                    </a:xfrm>
                    <a:prstGeom prst="rect">
                      <a:avLst/>
                    </a:prstGeom>
                    <a:ln>
                      <a:solidFill>
                        <a:srgbClr val="4472C4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cxnSp>
                  <p:nvCxnSpPr>
                    <p:cNvPr id="383" name="直接箭头连接符 382">
                      <a:extLst>
                        <a:ext uri="{FF2B5EF4-FFF2-40B4-BE49-F238E27FC236}">
                          <a16:creationId xmlns:a16="http://schemas.microsoft.com/office/drawing/2014/main" id="{98661730-E184-7F57-E222-CCB5F39A4F2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198334" y="4671750"/>
                      <a:ext cx="179881" cy="0"/>
                    </a:xfrm>
                    <a:prstGeom prst="straightConnector1">
                      <a:avLst/>
                    </a:prstGeom>
                    <a:ln w="19050"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69" name="组合 68">
                    <a:extLst>
                      <a:ext uri="{FF2B5EF4-FFF2-40B4-BE49-F238E27FC236}">
                        <a16:creationId xmlns:a16="http://schemas.microsoft.com/office/drawing/2014/main" id="{908D3111-8A86-AF80-0432-E68B74B3D483}"/>
                      </a:ext>
                    </a:extLst>
                  </p:cNvPr>
                  <p:cNvGrpSpPr/>
                  <p:nvPr/>
                </p:nvGrpSpPr>
                <p:grpSpPr>
                  <a:xfrm>
                    <a:off x="1338503" y="1374765"/>
                    <a:ext cx="252482" cy="74199"/>
                    <a:chOff x="1706391" y="4867729"/>
                    <a:chExt cx="697596" cy="167903"/>
                  </a:xfrm>
                </p:grpSpPr>
                <p:sp>
                  <p:nvSpPr>
                    <p:cNvPr id="380" name="矩形 379">
                      <a:extLst>
                        <a:ext uri="{FF2B5EF4-FFF2-40B4-BE49-F238E27FC236}">
                          <a16:creationId xmlns:a16="http://schemas.microsoft.com/office/drawing/2014/main" id="{6ED704C0-9449-37C9-0415-49B8C46E1B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06391" y="4867729"/>
                      <a:ext cx="399728" cy="167903"/>
                    </a:xfrm>
                    <a:prstGeom prst="rect">
                      <a:avLst/>
                    </a:prstGeom>
                    <a:ln>
                      <a:solidFill>
                        <a:srgbClr val="4472C4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381" name="直接箭头连接符 380">
                      <a:extLst>
                        <a:ext uri="{FF2B5EF4-FFF2-40B4-BE49-F238E27FC236}">
                          <a16:creationId xmlns:a16="http://schemas.microsoft.com/office/drawing/2014/main" id="{788BA1D4-6350-1485-95C8-F08BD7B71C4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224105" y="4945628"/>
                      <a:ext cx="179882" cy="0"/>
                    </a:xfrm>
                    <a:prstGeom prst="straightConnector1">
                      <a:avLst/>
                    </a:prstGeom>
                    <a:ln w="19050"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71" name="组合 70">
                    <a:extLst>
                      <a:ext uri="{FF2B5EF4-FFF2-40B4-BE49-F238E27FC236}">
                        <a16:creationId xmlns:a16="http://schemas.microsoft.com/office/drawing/2014/main" id="{681A2A40-CACA-097C-6833-2F2DE45FAA1E}"/>
                      </a:ext>
                    </a:extLst>
                  </p:cNvPr>
                  <p:cNvGrpSpPr/>
                  <p:nvPr/>
                </p:nvGrpSpPr>
                <p:grpSpPr>
                  <a:xfrm>
                    <a:off x="996242" y="1367890"/>
                    <a:ext cx="252482" cy="74199"/>
                    <a:chOff x="1706391" y="4867729"/>
                    <a:chExt cx="697596" cy="167903"/>
                  </a:xfrm>
                </p:grpSpPr>
                <p:sp>
                  <p:nvSpPr>
                    <p:cNvPr id="378" name="矩形 377">
                      <a:extLst>
                        <a:ext uri="{FF2B5EF4-FFF2-40B4-BE49-F238E27FC236}">
                          <a16:creationId xmlns:a16="http://schemas.microsoft.com/office/drawing/2014/main" id="{DA351CB5-2449-CD67-BDA2-42A99A63E7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06391" y="4867729"/>
                      <a:ext cx="399728" cy="167903"/>
                    </a:xfrm>
                    <a:prstGeom prst="rect">
                      <a:avLst/>
                    </a:prstGeom>
                    <a:ln>
                      <a:solidFill>
                        <a:srgbClr val="4472C4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379" name="直接箭头连接符 378">
                      <a:extLst>
                        <a:ext uri="{FF2B5EF4-FFF2-40B4-BE49-F238E27FC236}">
                          <a16:creationId xmlns:a16="http://schemas.microsoft.com/office/drawing/2014/main" id="{409A2470-D186-B9E5-13D8-A302E38EB69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224105" y="4945628"/>
                      <a:ext cx="179882" cy="0"/>
                    </a:xfrm>
                    <a:prstGeom prst="straightConnector1">
                      <a:avLst/>
                    </a:prstGeom>
                    <a:ln w="19050"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73" name="组合 72">
                    <a:extLst>
                      <a:ext uri="{FF2B5EF4-FFF2-40B4-BE49-F238E27FC236}">
                        <a16:creationId xmlns:a16="http://schemas.microsoft.com/office/drawing/2014/main" id="{92D7AFAC-2D49-ADEA-9837-22485C771B0D}"/>
                      </a:ext>
                    </a:extLst>
                  </p:cNvPr>
                  <p:cNvGrpSpPr/>
                  <p:nvPr/>
                </p:nvGrpSpPr>
                <p:grpSpPr>
                  <a:xfrm>
                    <a:off x="828744" y="1489896"/>
                    <a:ext cx="252489" cy="74199"/>
                    <a:chOff x="1556938" y="4867729"/>
                    <a:chExt cx="697623" cy="167903"/>
                  </a:xfrm>
                </p:grpSpPr>
                <p:sp>
                  <p:nvSpPr>
                    <p:cNvPr id="376" name="矩形 375">
                      <a:extLst>
                        <a:ext uri="{FF2B5EF4-FFF2-40B4-BE49-F238E27FC236}">
                          <a16:creationId xmlns:a16="http://schemas.microsoft.com/office/drawing/2014/main" id="{2A279B32-F3CF-CC2E-C6C9-1AF232BF25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6938" y="4867729"/>
                      <a:ext cx="399725" cy="167903"/>
                    </a:xfrm>
                    <a:prstGeom prst="rect">
                      <a:avLst/>
                    </a:prstGeom>
                    <a:solidFill>
                      <a:srgbClr val="339933"/>
                    </a:solidFill>
                    <a:ln>
                      <a:solidFill>
                        <a:srgbClr val="339933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accent4"/>
                        </a:solidFill>
                      </a:endParaRPr>
                    </a:p>
                  </p:txBody>
                </p:sp>
                <p:cxnSp>
                  <p:nvCxnSpPr>
                    <p:cNvPr id="377" name="直接箭头连接符 376">
                      <a:extLst>
                        <a:ext uri="{FF2B5EF4-FFF2-40B4-BE49-F238E27FC236}">
                          <a16:creationId xmlns:a16="http://schemas.microsoft.com/office/drawing/2014/main" id="{47C1CC65-91F9-B5B8-55A5-ABC85521E8A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074678" y="4951681"/>
                      <a:ext cx="179883" cy="0"/>
                    </a:xfrm>
                    <a:prstGeom prst="straightConnector1">
                      <a:avLst/>
                    </a:prstGeom>
                    <a:solidFill>
                      <a:srgbClr val="339933"/>
                    </a:solidFill>
                    <a:ln w="19050">
                      <a:solidFill>
                        <a:srgbClr val="339933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74" name="组合 73">
                    <a:extLst>
                      <a:ext uri="{FF2B5EF4-FFF2-40B4-BE49-F238E27FC236}">
                        <a16:creationId xmlns:a16="http://schemas.microsoft.com/office/drawing/2014/main" id="{14B30DCF-D8D4-BE52-7765-560D865B4EB6}"/>
                      </a:ext>
                    </a:extLst>
                  </p:cNvPr>
                  <p:cNvGrpSpPr/>
                  <p:nvPr/>
                </p:nvGrpSpPr>
                <p:grpSpPr>
                  <a:xfrm>
                    <a:off x="1194259" y="1488890"/>
                    <a:ext cx="252492" cy="74199"/>
                    <a:chOff x="1549059" y="4867729"/>
                    <a:chExt cx="697634" cy="167903"/>
                  </a:xfrm>
                </p:grpSpPr>
                <p:sp>
                  <p:nvSpPr>
                    <p:cNvPr id="374" name="矩形 373">
                      <a:extLst>
                        <a:ext uri="{FF2B5EF4-FFF2-40B4-BE49-F238E27FC236}">
                          <a16:creationId xmlns:a16="http://schemas.microsoft.com/office/drawing/2014/main" id="{AA989728-08D0-AEA6-E6D9-67E73DFC02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49059" y="4867729"/>
                      <a:ext cx="399724" cy="167903"/>
                    </a:xfrm>
                    <a:prstGeom prst="rect">
                      <a:avLst/>
                    </a:prstGeom>
                    <a:solidFill>
                      <a:srgbClr val="339933"/>
                    </a:solidFill>
                    <a:ln>
                      <a:solidFill>
                        <a:srgbClr val="339933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>
                        <a:solidFill>
                          <a:schemeClr val="accent4"/>
                        </a:solidFill>
                      </a:endParaRPr>
                    </a:p>
                  </p:txBody>
                </p:sp>
                <p:cxnSp>
                  <p:nvCxnSpPr>
                    <p:cNvPr id="375" name="直接箭头连接符 374">
                      <a:extLst>
                        <a:ext uri="{FF2B5EF4-FFF2-40B4-BE49-F238E27FC236}">
                          <a16:creationId xmlns:a16="http://schemas.microsoft.com/office/drawing/2014/main" id="{07EFA4B9-61D2-2F80-0A46-573F8A69394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066809" y="4951681"/>
                      <a:ext cx="179884" cy="0"/>
                    </a:xfrm>
                    <a:prstGeom prst="straightConnector1">
                      <a:avLst/>
                    </a:prstGeom>
                    <a:solidFill>
                      <a:srgbClr val="339933"/>
                    </a:solidFill>
                    <a:ln w="19050">
                      <a:solidFill>
                        <a:srgbClr val="339933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75" name="矩形 74">
                    <a:extLst>
                      <a:ext uri="{FF2B5EF4-FFF2-40B4-BE49-F238E27FC236}">
                        <a16:creationId xmlns:a16="http://schemas.microsoft.com/office/drawing/2014/main" id="{C503EFF0-1434-D737-EE0E-14D2D0570885}"/>
                      </a:ext>
                    </a:extLst>
                  </p:cNvPr>
                  <p:cNvSpPr/>
                  <p:nvPr/>
                </p:nvSpPr>
                <p:spPr>
                  <a:xfrm>
                    <a:off x="1510159" y="1485792"/>
                    <a:ext cx="144676" cy="74199"/>
                  </a:xfrm>
                  <a:prstGeom prst="rect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accent4"/>
                      </a:solidFill>
                    </a:endParaRPr>
                  </a:p>
                </p:txBody>
              </p:sp>
              <p:sp>
                <p:nvSpPr>
                  <p:cNvPr id="76" name="弧形 75">
                    <a:extLst>
                      <a:ext uri="{FF2B5EF4-FFF2-40B4-BE49-F238E27FC236}">
                        <a16:creationId xmlns:a16="http://schemas.microsoft.com/office/drawing/2014/main" id="{46FEDCEC-A588-D128-0E57-F6D2DC7B2D27}"/>
                      </a:ext>
                    </a:extLst>
                  </p:cNvPr>
                  <p:cNvSpPr/>
                  <p:nvPr/>
                </p:nvSpPr>
                <p:spPr>
                  <a:xfrm>
                    <a:off x="1461569" y="1516984"/>
                    <a:ext cx="391265" cy="438103"/>
                  </a:xfrm>
                  <a:prstGeom prst="arc">
                    <a:avLst>
                      <a:gd name="adj1" fmla="val 16200000"/>
                      <a:gd name="adj2" fmla="val 18484168"/>
                    </a:avLst>
                  </a:prstGeom>
                  <a:ln w="19050">
                    <a:solidFill>
                      <a:srgbClr val="339933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101" name="组合 100">
                    <a:extLst>
                      <a:ext uri="{FF2B5EF4-FFF2-40B4-BE49-F238E27FC236}">
                        <a16:creationId xmlns:a16="http://schemas.microsoft.com/office/drawing/2014/main" id="{1031ADB5-A902-5CBB-F7B4-289425B916B6}"/>
                      </a:ext>
                    </a:extLst>
                  </p:cNvPr>
                  <p:cNvGrpSpPr/>
                  <p:nvPr/>
                </p:nvGrpSpPr>
                <p:grpSpPr>
                  <a:xfrm rot="19572177">
                    <a:off x="1784457" y="809016"/>
                    <a:ext cx="283181" cy="524155"/>
                    <a:chOff x="4682601" y="1917598"/>
                    <a:chExt cx="1047095" cy="1182814"/>
                  </a:xfrm>
                </p:grpSpPr>
                <p:sp>
                  <p:nvSpPr>
                    <p:cNvPr id="372" name="矩形 371">
                      <a:extLst>
                        <a:ext uri="{FF2B5EF4-FFF2-40B4-BE49-F238E27FC236}">
                          <a16:creationId xmlns:a16="http://schemas.microsoft.com/office/drawing/2014/main" id="{EF794F78-48CB-0A97-62D4-06A95C7FCF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82601" y="2932509"/>
                      <a:ext cx="399728" cy="167903"/>
                    </a:xfrm>
                    <a:prstGeom prst="rect">
                      <a:avLst/>
                    </a:prstGeom>
                    <a:solidFill>
                      <a:srgbClr val="4472C4"/>
                    </a:solidFill>
                    <a:ln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accent4"/>
                        </a:solidFill>
                      </a:endParaRPr>
                    </a:p>
                  </p:txBody>
                </p:sp>
                <p:sp>
                  <p:nvSpPr>
                    <p:cNvPr id="373" name="弧形 372">
                      <a:extLst>
                        <a:ext uri="{FF2B5EF4-FFF2-40B4-BE49-F238E27FC236}">
                          <a16:creationId xmlns:a16="http://schemas.microsoft.com/office/drawing/2014/main" id="{11CD442B-44C5-8209-C5A5-170BDCCC56F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4844331" y="2149041"/>
                      <a:ext cx="1116808" cy="653922"/>
                    </a:xfrm>
                    <a:prstGeom prst="arc">
                      <a:avLst>
                        <a:gd name="adj1" fmla="val 19563312"/>
                        <a:gd name="adj2" fmla="val 720446"/>
                      </a:avLst>
                    </a:prstGeom>
                    <a:ln w="19050">
                      <a:solidFill>
                        <a:schemeClr val="accent1"/>
                      </a:solidFill>
                      <a:prstDash val="sysDash"/>
                      <a:headEnd type="triangl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accent4"/>
                        </a:solidFill>
                      </a:endParaRPr>
                    </a:p>
                  </p:txBody>
                </p:sp>
              </p:grpSp>
              <p:grpSp>
                <p:nvGrpSpPr>
                  <p:cNvPr id="102" name="组合 101">
                    <a:extLst>
                      <a:ext uri="{FF2B5EF4-FFF2-40B4-BE49-F238E27FC236}">
                        <a16:creationId xmlns:a16="http://schemas.microsoft.com/office/drawing/2014/main" id="{6D1B50DF-C552-D6E0-DBF6-3CD4B6961780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3170433" y="1248312"/>
                    <a:ext cx="258173" cy="74199"/>
                    <a:chOff x="1680623" y="4593851"/>
                    <a:chExt cx="713314" cy="167903"/>
                  </a:xfrm>
                </p:grpSpPr>
                <p:sp>
                  <p:nvSpPr>
                    <p:cNvPr id="370" name="矩形 369">
                      <a:extLst>
                        <a:ext uri="{FF2B5EF4-FFF2-40B4-BE49-F238E27FC236}">
                          <a16:creationId xmlns:a16="http://schemas.microsoft.com/office/drawing/2014/main" id="{F6D2821C-2799-9E9F-7B8C-855FB57865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80623" y="4593851"/>
                      <a:ext cx="399728" cy="167903"/>
                    </a:xfrm>
                    <a:prstGeom prst="rect">
                      <a:avLst/>
                    </a:prstGeom>
                    <a:ln>
                      <a:solidFill>
                        <a:srgbClr val="4472C4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cxnSp>
                  <p:nvCxnSpPr>
                    <p:cNvPr id="371" name="直接箭头连接符 370">
                      <a:extLst>
                        <a:ext uri="{FF2B5EF4-FFF2-40B4-BE49-F238E27FC236}">
                          <a16:creationId xmlns:a16="http://schemas.microsoft.com/office/drawing/2014/main" id="{9A1AE6DC-1826-389A-AFF0-6927937F012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214057" y="4683855"/>
                      <a:ext cx="179880" cy="0"/>
                    </a:xfrm>
                    <a:prstGeom prst="straightConnector1">
                      <a:avLst/>
                    </a:prstGeom>
                    <a:ln w="19050"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3" name="组合 102">
                    <a:extLst>
                      <a:ext uri="{FF2B5EF4-FFF2-40B4-BE49-F238E27FC236}">
                        <a16:creationId xmlns:a16="http://schemas.microsoft.com/office/drawing/2014/main" id="{A957FE31-BFCA-B803-EEE7-7F55DE150840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2485298" y="1243804"/>
                    <a:ext cx="255327" cy="74199"/>
                    <a:chOff x="1680623" y="4593851"/>
                    <a:chExt cx="705451" cy="167903"/>
                  </a:xfrm>
                </p:grpSpPr>
                <p:sp>
                  <p:nvSpPr>
                    <p:cNvPr id="368" name="矩形 367">
                      <a:extLst>
                        <a:ext uri="{FF2B5EF4-FFF2-40B4-BE49-F238E27FC236}">
                          <a16:creationId xmlns:a16="http://schemas.microsoft.com/office/drawing/2014/main" id="{2D40D8D6-E2C6-342A-85FB-7F7F77B9DA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80623" y="4593851"/>
                      <a:ext cx="399728" cy="167903"/>
                    </a:xfrm>
                    <a:prstGeom prst="rect">
                      <a:avLst/>
                    </a:prstGeom>
                    <a:ln>
                      <a:solidFill>
                        <a:srgbClr val="4472C4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cxnSp>
                  <p:nvCxnSpPr>
                    <p:cNvPr id="369" name="直接箭头连接符 368">
                      <a:extLst>
                        <a:ext uri="{FF2B5EF4-FFF2-40B4-BE49-F238E27FC236}">
                          <a16:creationId xmlns:a16="http://schemas.microsoft.com/office/drawing/2014/main" id="{0F263793-AEB2-4B57-EA0A-2F7C88DC7A2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206194" y="4677803"/>
                      <a:ext cx="179880" cy="0"/>
                    </a:xfrm>
                    <a:prstGeom prst="straightConnector1">
                      <a:avLst/>
                    </a:prstGeom>
                    <a:ln w="19050"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4" name="组合 103">
                    <a:extLst>
                      <a:ext uri="{FF2B5EF4-FFF2-40B4-BE49-F238E27FC236}">
                        <a16:creationId xmlns:a16="http://schemas.microsoft.com/office/drawing/2014/main" id="{D8366AD0-3128-D8A1-2F1B-7DDE406E8F16}"/>
                      </a:ext>
                    </a:extLst>
                  </p:cNvPr>
                  <p:cNvGrpSpPr/>
                  <p:nvPr/>
                </p:nvGrpSpPr>
                <p:grpSpPr>
                  <a:xfrm rot="3595379">
                    <a:off x="2029212" y="926733"/>
                    <a:ext cx="335089" cy="429293"/>
                    <a:chOff x="4682603" y="1917600"/>
                    <a:chExt cx="1014793" cy="1182812"/>
                  </a:xfrm>
                </p:grpSpPr>
                <p:sp>
                  <p:nvSpPr>
                    <p:cNvPr id="366" name="矩形 365">
                      <a:extLst>
                        <a:ext uri="{FF2B5EF4-FFF2-40B4-BE49-F238E27FC236}">
                          <a16:creationId xmlns:a16="http://schemas.microsoft.com/office/drawing/2014/main" id="{42184B0D-34DB-02BC-7B48-3A861FE16B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82603" y="2932509"/>
                      <a:ext cx="399728" cy="167903"/>
                    </a:xfrm>
                    <a:prstGeom prst="rect">
                      <a:avLst/>
                    </a:prstGeom>
                    <a:solidFill>
                      <a:srgbClr val="4472C4"/>
                    </a:solidFill>
                    <a:ln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accent4"/>
                        </a:solidFill>
                      </a:endParaRPr>
                    </a:p>
                  </p:txBody>
                </p:sp>
                <p:sp>
                  <p:nvSpPr>
                    <p:cNvPr id="367" name="弧形 366">
                      <a:extLst>
                        <a:ext uri="{FF2B5EF4-FFF2-40B4-BE49-F238E27FC236}">
                          <a16:creationId xmlns:a16="http://schemas.microsoft.com/office/drawing/2014/main" id="{7C3CB20A-CF1C-BBD8-8982-ED0961AF908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4643304" y="1980314"/>
                      <a:ext cx="1116806" cy="991378"/>
                    </a:xfrm>
                    <a:prstGeom prst="arc">
                      <a:avLst>
                        <a:gd name="adj1" fmla="val 19563312"/>
                        <a:gd name="adj2" fmla="val 720446"/>
                      </a:avLst>
                    </a:prstGeom>
                    <a:ln w="19050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ysDash"/>
                      <a:headEnd type="triangl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accent4"/>
                        </a:solidFill>
                      </a:endParaRPr>
                    </a:p>
                  </p:txBody>
                </p:sp>
              </p:grpSp>
              <p:grpSp>
                <p:nvGrpSpPr>
                  <p:cNvPr id="105" name="组合 104">
                    <a:extLst>
                      <a:ext uri="{FF2B5EF4-FFF2-40B4-BE49-F238E27FC236}">
                        <a16:creationId xmlns:a16="http://schemas.microsoft.com/office/drawing/2014/main" id="{9E2F9A15-A048-81B7-B5A5-5BA23121D887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1964530" y="1220107"/>
                    <a:ext cx="236382" cy="74199"/>
                    <a:chOff x="1739546" y="4648177"/>
                    <a:chExt cx="653107" cy="167903"/>
                  </a:xfrm>
                </p:grpSpPr>
                <p:sp>
                  <p:nvSpPr>
                    <p:cNvPr id="364" name="矩形 363">
                      <a:extLst>
                        <a:ext uri="{FF2B5EF4-FFF2-40B4-BE49-F238E27FC236}">
                          <a16:creationId xmlns:a16="http://schemas.microsoft.com/office/drawing/2014/main" id="{9ADD2882-10E3-795E-405B-05B02D462B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39546" y="4648177"/>
                      <a:ext cx="399728" cy="167903"/>
                    </a:xfrm>
                    <a:prstGeom prst="rect">
                      <a:avLst/>
                    </a:prstGeom>
                    <a:ln>
                      <a:solidFill>
                        <a:srgbClr val="4472C4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cxnSp>
                  <p:nvCxnSpPr>
                    <p:cNvPr id="365" name="直接箭头连接符 364">
                      <a:extLst>
                        <a:ext uri="{FF2B5EF4-FFF2-40B4-BE49-F238E27FC236}">
                          <a16:creationId xmlns:a16="http://schemas.microsoft.com/office/drawing/2014/main" id="{1DD1654F-84C6-5355-DD80-0477CEA55580}"/>
                        </a:ext>
                      </a:extLst>
                    </p:cNvPr>
                    <p:cNvCxnSpPr>
                      <a:cxnSpLocks/>
                      <a:stCxn id="364" idx="3"/>
                    </p:cNvCxnSpPr>
                    <p:nvPr/>
                  </p:nvCxnSpPr>
                  <p:spPr>
                    <a:xfrm rot="10800000" flipH="1">
                      <a:off x="2139274" y="4732129"/>
                      <a:ext cx="253379" cy="0"/>
                    </a:xfrm>
                    <a:prstGeom prst="straightConnector1">
                      <a:avLst/>
                    </a:prstGeom>
                    <a:ln w="19050"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6" name="组合 105">
                    <a:extLst>
                      <a:ext uri="{FF2B5EF4-FFF2-40B4-BE49-F238E27FC236}">
                        <a16:creationId xmlns:a16="http://schemas.microsoft.com/office/drawing/2014/main" id="{61B31DDD-DB50-126E-7AFE-269B9F619818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2609529" y="1123206"/>
                    <a:ext cx="258173" cy="74199"/>
                    <a:chOff x="1706391" y="4867729"/>
                    <a:chExt cx="713310" cy="167903"/>
                  </a:xfrm>
                </p:grpSpPr>
                <p:sp>
                  <p:nvSpPr>
                    <p:cNvPr id="362" name="矩形 361">
                      <a:extLst>
                        <a:ext uri="{FF2B5EF4-FFF2-40B4-BE49-F238E27FC236}">
                          <a16:creationId xmlns:a16="http://schemas.microsoft.com/office/drawing/2014/main" id="{72405728-6D6D-7285-CBE8-30B50C0456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06391" y="4867729"/>
                      <a:ext cx="399728" cy="167903"/>
                    </a:xfrm>
                    <a:prstGeom prst="rect">
                      <a:avLst/>
                    </a:prstGeom>
                    <a:solidFill>
                      <a:srgbClr val="339933"/>
                    </a:solidFill>
                    <a:ln>
                      <a:solidFill>
                        <a:srgbClr val="339933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>
                        <a:solidFill>
                          <a:schemeClr val="accent4"/>
                        </a:solidFill>
                      </a:endParaRPr>
                    </a:p>
                  </p:txBody>
                </p:sp>
                <p:cxnSp>
                  <p:nvCxnSpPr>
                    <p:cNvPr id="363" name="直接箭头连接符 362">
                      <a:extLst>
                        <a:ext uri="{FF2B5EF4-FFF2-40B4-BE49-F238E27FC236}">
                          <a16:creationId xmlns:a16="http://schemas.microsoft.com/office/drawing/2014/main" id="{97E546AF-4BFD-52F5-53E4-373A5AE7898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239822" y="4951681"/>
                      <a:ext cx="179879" cy="0"/>
                    </a:xfrm>
                    <a:prstGeom prst="straightConnector1">
                      <a:avLst/>
                    </a:prstGeom>
                    <a:solidFill>
                      <a:srgbClr val="339933"/>
                    </a:solidFill>
                    <a:ln w="19050">
                      <a:solidFill>
                        <a:srgbClr val="339933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7" name="组合 106">
                    <a:extLst>
                      <a:ext uri="{FF2B5EF4-FFF2-40B4-BE49-F238E27FC236}">
                        <a16:creationId xmlns:a16="http://schemas.microsoft.com/office/drawing/2014/main" id="{7B959BFD-EE65-DDAB-E5F2-2C2709794DF7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2867713" y="1124882"/>
                    <a:ext cx="255328" cy="74199"/>
                    <a:chOff x="1706391" y="4867729"/>
                    <a:chExt cx="705459" cy="167903"/>
                  </a:xfrm>
                </p:grpSpPr>
                <p:sp>
                  <p:nvSpPr>
                    <p:cNvPr id="360" name="矩形 359">
                      <a:extLst>
                        <a:ext uri="{FF2B5EF4-FFF2-40B4-BE49-F238E27FC236}">
                          <a16:creationId xmlns:a16="http://schemas.microsoft.com/office/drawing/2014/main" id="{1308B8C4-B814-0727-5645-38415E7A2F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06391" y="4867729"/>
                      <a:ext cx="399728" cy="167903"/>
                    </a:xfrm>
                    <a:prstGeom prst="rect">
                      <a:avLst/>
                    </a:prstGeom>
                    <a:solidFill>
                      <a:srgbClr val="339933"/>
                    </a:solidFill>
                    <a:ln>
                      <a:solidFill>
                        <a:srgbClr val="339933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>
                        <a:solidFill>
                          <a:schemeClr val="accent4"/>
                        </a:solidFill>
                      </a:endParaRPr>
                    </a:p>
                  </p:txBody>
                </p:sp>
                <p:cxnSp>
                  <p:nvCxnSpPr>
                    <p:cNvPr id="361" name="直接箭头连接符 360">
                      <a:extLst>
                        <a:ext uri="{FF2B5EF4-FFF2-40B4-BE49-F238E27FC236}">
                          <a16:creationId xmlns:a16="http://schemas.microsoft.com/office/drawing/2014/main" id="{9667AA9C-FDA0-8B8B-26FC-AC4E36E252E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231969" y="4951681"/>
                      <a:ext cx="179881" cy="0"/>
                    </a:xfrm>
                    <a:prstGeom prst="straightConnector1">
                      <a:avLst/>
                    </a:prstGeom>
                    <a:solidFill>
                      <a:srgbClr val="339933"/>
                    </a:solidFill>
                    <a:ln w="19050">
                      <a:solidFill>
                        <a:srgbClr val="339933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8" name="组合 107">
                    <a:extLst>
                      <a:ext uri="{FF2B5EF4-FFF2-40B4-BE49-F238E27FC236}">
                        <a16:creationId xmlns:a16="http://schemas.microsoft.com/office/drawing/2014/main" id="{07F8F46D-20C5-F80C-19B2-1E74B10D69D9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3116089" y="1126329"/>
                    <a:ext cx="255326" cy="74199"/>
                    <a:chOff x="1706391" y="4867729"/>
                    <a:chExt cx="705447" cy="167903"/>
                  </a:xfrm>
                </p:grpSpPr>
                <p:sp>
                  <p:nvSpPr>
                    <p:cNvPr id="358" name="矩形 357">
                      <a:extLst>
                        <a:ext uri="{FF2B5EF4-FFF2-40B4-BE49-F238E27FC236}">
                          <a16:creationId xmlns:a16="http://schemas.microsoft.com/office/drawing/2014/main" id="{5FEFC301-EA8F-9263-C5C2-232CE5AD39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06391" y="4867729"/>
                      <a:ext cx="399728" cy="167903"/>
                    </a:xfrm>
                    <a:prstGeom prst="rect">
                      <a:avLst/>
                    </a:prstGeom>
                    <a:solidFill>
                      <a:srgbClr val="339933"/>
                    </a:solidFill>
                    <a:ln>
                      <a:solidFill>
                        <a:srgbClr val="339933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>
                        <a:solidFill>
                          <a:schemeClr val="accent4"/>
                        </a:solidFill>
                      </a:endParaRPr>
                    </a:p>
                  </p:txBody>
                </p:sp>
                <p:cxnSp>
                  <p:nvCxnSpPr>
                    <p:cNvPr id="359" name="直接箭头连接符 358">
                      <a:extLst>
                        <a:ext uri="{FF2B5EF4-FFF2-40B4-BE49-F238E27FC236}">
                          <a16:creationId xmlns:a16="http://schemas.microsoft.com/office/drawing/2014/main" id="{8E84BFD8-F5EB-1C48-463B-C351CC85858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231958" y="4951681"/>
                      <a:ext cx="179880" cy="0"/>
                    </a:xfrm>
                    <a:prstGeom prst="straightConnector1">
                      <a:avLst/>
                    </a:prstGeom>
                    <a:solidFill>
                      <a:srgbClr val="339933"/>
                    </a:solidFill>
                    <a:ln w="19050">
                      <a:solidFill>
                        <a:srgbClr val="339933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9" name="组合 108">
                    <a:extLst>
                      <a:ext uri="{FF2B5EF4-FFF2-40B4-BE49-F238E27FC236}">
                        <a16:creationId xmlns:a16="http://schemas.microsoft.com/office/drawing/2014/main" id="{3C3F6E19-DD3F-2FAE-7372-B41D86293D35}"/>
                      </a:ext>
                    </a:extLst>
                  </p:cNvPr>
                  <p:cNvGrpSpPr/>
                  <p:nvPr/>
                </p:nvGrpSpPr>
                <p:grpSpPr>
                  <a:xfrm>
                    <a:off x="2361189" y="1365322"/>
                    <a:ext cx="252482" cy="74199"/>
                    <a:chOff x="1706391" y="4867729"/>
                    <a:chExt cx="697597" cy="167903"/>
                  </a:xfrm>
                </p:grpSpPr>
                <p:sp>
                  <p:nvSpPr>
                    <p:cNvPr id="356" name="矩形 355">
                      <a:extLst>
                        <a:ext uri="{FF2B5EF4-FFF2-40B4-BE49-F238E27FC236}">
                          <a16:creationId xmlns:a16="http://schemas.microsoft.com/office/drawing/2014/main" id="{1C4E94E5-C5E9-DC97-030B-B9147D9EC9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06391" y="4867729"/>
                      <a:ext cx="399728" cy="167903"/>
                    </a:xfrm>
                    <a:prstGeom prst="rect">
                      <a:avLst/>
                    </a:prstGeom>
                    <a:ln>
                      <a:solidFill>
                        <a:srgbClr val="4472C4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357" name="直接箭头连接符 356">
                      <a:extLst>
                        <a:ext uri="{FF2B5EF4-FFF2-40B4-BE49-F238E27FC236}">
                          <a16:creationId xmlns:a16="http://schemas.microsoft.com/office/drawing/2014/main" id="{4C640335-E819-67D2-8E8A-33C94531B0A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224107" y="4945628"/>
                      <a:ext cx="179881" cy="0"/>
                    </a:xfrm>
                    <a:prstGeom prst="straightConnector1">
                      <a:avLst/>
                    </a:prstGeom>
                    <a:ln w="19050"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10" name="组合 109">
                    <a:extLst>
                      <a:ext uri="{FF2B5EF4-FFF2-40B4-BE49-F238E27FC236}">
                        <a16:creationId xmlns:a16="http://schemas.microsoft.com/office/drawing/2014/main" id="{3A0CD8A7-ED00-CD65-898A-CD0B53953D8A}"/>
                      </a:ext>
                    </a:extLst>
                  </p:cNvPr>
                  <p:cNvGrpSpPr/>
                  <p:nvPr/>
                </p:nvGrpSpPr>
                <p:grpSpPr>
                  <a:xfrm>
                    <a:off x="3119666" y="1367577"/>
                    <a:ext cx="252483" cy="74199"/>
                    <a:chOff x="1706391" y="4867729"/>
                    <a:chExt cx="697596" cy="167903"/>
                  </a:xfrm>
                </p:grpSpPr>
                <p:sp>
                  <p:nvSpPr>
                    <p:cNvPr id="354" name="矩形 353">
                      <a:extLst>
                        <a:ext uri="{FF2B5EF4-FFF2-40B4-BE49-F238E27FC236}">
                          <a16:creationId xmlns:a16="http://schemas.microsoft.com/office/drawing/2014/main" id="{16FCF0B6-AC7E-4A12-DA8F-3B5283DFA4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06391" y="4867729"/>
                      <a:ext cx="399728" cy="167903"/>
                    </a:xfrm>
                    <a:prstGeom prst="rect">
                      <a:avLst/>
                    </a:prstGeom>
                    <a:ln>
                      <a:solidFill>
                        <a:srgbClr val="4472C4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355" name="直接箭头连接符 354">
                      <a:extLst>
                        <a:ext uri="{FF2B5EF4-FFF2-40B4-BE49-F238E27FC236}">
                          <a16:creationId xmlns:a16="http://schemas.microsoft.com/office/drawing/2014/main" id="{6A3A6E11-A84C-EB84-ADEA-67B7DFB18A2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224106" y="4946946"/>
                      <a:ext cx="179881" cy="0"/>
                    </a:xfrm>
                    <a:prstGeom prst="straightConnector1">
                      <a:avLst/>
                    </a:prstGeom>
                    <a:ln w="19050"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11" name="矩形 110">
                    <a:extLst>
                      <a:ext uri="{FF2B5EF4-FFF2-40B4-BE49-F238E27FC236}">
                        <a16:creationId xmlns:a16="http://schemas.microsoft.com/office/drawing/2014/main" id="{8F2717D4-1C88-419E-248A-B36CC6403135}"/>
                      </a:ext>
                    </a:extLst>
                  </p:cNvPr>
                  <p:cNvSpPr/>
                  <p:nvPr/>
                </p:nvSpPr>
                <p:spPr>
                  <a:xfrm>
                    <a:off x="2338565" y="1124251"/>
                    <a:ext cx="144676" cy="74199"/>
                  </a:xfrm>
                  <a:prstGeom prst="rect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accent4"/>
                      </a:solidFill>
                    </a:endParaRPr>
                  </a:p>
                </p:txBody>
              </p:sp>
              <p:sp>
                <p:nvSpPr>
                  <p:cNvPr id="112" name="弧形 111">
                    <a:extLst>
                      <a:ext uri="{FF2B5EF4-FFF2-40B4-BE49-F238E27FC236}">
                        <a16:creationId xmlns:a16="http://schemas.microsoft.com/office/drawing/2014/main" id="{229D195E-58CE-792B-A73E-F2C1C12058E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2112888" y="725701"/>
                    <a:ext cx="404211" cy="438103"/>
                  </a:xfrm>
                  <a:prstGeom prst="arc">
                    <a:avLst>
                      <a:gd name="adj1" fmla="val 15809528"/>
                      <a:gd name="adj2" fmla="val 18542858"/>
                    </a:avLst>
                  </a:prstGeom>
                  <a:ln w="19050">
                    <a:solidFill>
                      <a:srgbClr val="339933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113" name="组合 112">
                    <a:extLst>
                      <a:ext uri="{FF2B5EF4-FFF2-40B4-BE49-F238E27FC236}">
                        <a16:creationId xmlns:a16="http://schemas.microsoft.com/office/drawing/2014/main" id="{98858884-85AB-F9EF-4A1D-B221D17A9F2B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2063801" y="2483810"/>
                    <a:ext cx="280204" cy="60770"/>
                    <a:chOff x="1706391" y="4899197"/>
                    <a:chExt cx="634072" cy="167903"/>
                  </a:xfrm>
                </p:grpSpPr>
                <p:sp>
                  <p:nvSpPr>
                    <p:cNvPr id="352" name="矩形 351">
                      <a:extLst>
                        <a:ext uri="{FF2B5EF4-FFF2-40B4-BE49-F238E27FC236}">
                          <a16:creationId xmlns:a16="http://schemas.microsoft.com/office/drawing/2014/main" id="{1D9D67F7-A183-4859-B588-8C21E0B978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06391" y="4899197"/>
                      <a:ext cx="399728" cy="167903"/>
                    </a:xfrm>
                    <a:prstGeom prst="rect">
                      <a:avLst/>
                    </a:prstGeom>
                    <a:solidFill>
                      <a:srgbClr val="339933"/>
                    </a:solidFill>
                    <a:ln>
                      <a:solidFill>
                        <a:srgbClr val="339933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>
                        <a:solidFill>
                          <a:schemeClr val="accent4"/>
                        </a:solidFill>
                      </a:endParaRPr>
                    </a:p>
                  </p:txBody>
                </p:sp>
                <p:cxnSp>
                  <p:nvCxnSpPr>
                    <p:cNvPr id="353" name="直接箭头连接符 352">
                      <a:extLst>
                        <a:ext uri="{FF2B5EF4-FFF2-40B4-BE49-F238E27FC236}">
                          <a16:creationId xmlns:a16="http://schemas.microsoft.com/office/drawing/2014/main" id="{FC4FBE17-7C70-9356-1052-0C92C146E86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160582" y="4983149"/>
                      <a:ext cx="179881" cy="0"/>
                    </a:xfrm>
                    <a:prstGeom prst="straightConnector1">
                      <a:avLst/>
                    </a:prstGeom>
                    <a:solidFill>
                      <a:srgbClr val="339933"/>
                    </a:solidFill>
                    <a:ln w="19050">
                      <a:solidFill>
                        <a:srgbClr val="339933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17" name="组合 116">
                    <a:extLst>
                      <a:ext uri="{FF2B5EF4-FFF2-40B4-BE49-F238E27FC236}">
                        <a16:creationId xmlns:a16="http://schemas.microsoft.com/office/drawing/2014/main" id="{F3A232B2-4141-7221-88D5-A35B9FD0A493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2056642" y="2117422"/>
                    <a:ext cx="280209" cy="60770"/>
                    <a:chOff x="1706394" y="4922792"/>
                    <a:chExt cx="634078" cy="167903"/>
                  </a:xfrm>
                </p:grpSpPr>
                <p:sp>
                  <p:nvSpPr>
                    <p:cNvPr id="350" name="矩形 349">
                      <a:extLst>
                        <a:ext uri="{FF2B5EF4-FFF2-40B4-BE49-F238E27FC236}">
                          <a16:creationId xmlns:a16="http://schemas.microsoft.com/office/drawing/2014/main" id="{5AA17C68-08C2-46CE-F252-1D539BBB9C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06394" y="4922792"/>
                      <a:ext cx="399726" cy="167903"/>
                    </a:xfrm>
                    <a:prstGeom prst="rect">
                      <a:avLst/>
                    </a:prstGeom>
                    <a:solidFill>
                      <a:srgbClr val="339933"/>
                    </a:solidFill>
                    <a:ln>
                      <a:solidFill>
                        <a:srgbClr val="339933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>
                        <a:solidFill>
                          <a:schemeClr val="accent4"/>
                        </a:solidFill>
                      </a:endParaRPr>
                    </a:p>
                  </p:txBody>
                </p:sp>
                <p:cxnSp>
                  <p:nvCxnSpPr>
                    <p:cNvPr id="351" name="直接箭头连接符 350">
                      <a:extLst>
                        <a:ext uri="{FF2B5EF4-FFF2-40B4-BE49-F238E27FC236}">
                          <a16:creationId xmlns:a16="http://schemas.microsoft.com/office/drawing/2014/main" id="{BA795783-2303-42FB-6898-9B5E8B151CF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160592" y="5006742"/>
                      <a:ext cx="179880" cy="0"/>
                    </a:xfrm>
                    <a:prstGeom prst="straightConnector1">
                      <a:avLst/>
                    </a:prstGeom>
                    <a:solidFill>
                      <a:srgbClr val="339933"/>
                    </a:solidFill>
                    <a:ln w="19050">
                      <a:solidFill>
                        <a:srgbClr val="339933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18" name="矩形 117">
                    <a:extLst>
                      <a:ext uri="{FF2B5EF4-FFF2-40B4-BE49-F238E27FC236}">
                        <a16:creationId xmlns:a16="http://schemas.microsoft.com/office/drawing/2014/main" id="{DCBD7661-B503-CC8C-7142-8192A1C70688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106160" y="1858338"/>
                    <a:ext cx="176644" cy="60770"/>
                  </a:xfrm>
                  <a:prstGeom prst="rect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chemeClr val="accent4"/>
                      </a:solidFill>
                    </a:endParaRPr>
                  </a:p>
                </p:txBody>
              </p:sp>
              <p:sp>
                <p:nvSpPr>
                  <p:cNvPr id="119" name="弧形 118">
                    <a:extLst>
                      <a:ext uri="{FF2B5EF4-FFF2-40B4-BE49-F238E27FC236}">
                        <a16:creationId xmlns:a16="http://schemas.microsoft.com/office/drawing/2014/main" id="{B9477ABE-AADA-A8F7-D091-C5902332D8CD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144980" y="1636612"/>
                    <a:ext cx="468901" cy="358815"/>
                  </a:xfrm>
                  <a:prstGeom prst="arc">
                    <a:avLst>
                      <a:gd name="adj1" fmla="val 16200000"/>
                      <a:gd name="adj2" fmla="val 18899596"/>
                    </a:avLst>
                  </a:prstGeom>
                  <a:ln w="19050">
                    <a:solidFill>
                      <a:srgbClr val="339933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120" name="组合 119">
                    <a:extLst>
                      <a:ext uri="{FF2B5EF4-FFF2-40B4-BE49-F238E27FC236}">
                        <a16:creationId xmlns:a16="http://schemas.microsoft.com/office/drawing/2014/main" id="{840F2D86-5881-06E8-70DE-CFB957D65C92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1725943" y="441907"/>
                    <a:ext cx="280204" cy="60770"/>
                    <a:chOff x="1706391" y="4867729"/>
                    <a:chExt cx="634072" cy="167903"/>
                  </a:xfrm>
                </p:grpSpPr>
                <p:sp>
                  <p:nvSpPr>
                    <p:cNvPr id="348" name="矩形 347">
                      <a:extLst>
                        <a:ext uri="{FF2B5EF4-FFF2-40B4-BE49-F238E27FC236}">
                          <a16:creationId xmlns:a16="http://schemas.microsoft.com/office/drawing/2014/main" id="{24B843DB-BCAA-C496-0D46-17B4A778BB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06391" y="4867729"/>
                      <a:ext cx="399728" cy="167903"/>
                    </a:xfrm>
                    <a:prstGeom prst="rect">
                      <a:avLst/>
                    </a:prstGeom>
                    <a:solidFill>
                      <a:srgbClr val="339933"/>
                    </a:solidFill>
                    <a:ln>
                      <a:solidFill>
                        <a:srgbClr val="339933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>
                        <a:solidFill>
                          <a:schemeClr val="accent4"/>
                        </a:solidFill>
                      </a:endParaRPr>
                    </a:p>
                  </p:txBody>
                </p:sp>
                <p:cxnSp>
                  <p:nvCxnSpPr>
                    <p:cNvPr id="349" name="直接箭头连接符 348">
                      <a:extLst>
                        <a:ext uri="{FF2B5EF4-FFF2-40B4-BE49-F238E27FC236}">
                          <a16:creationId xmlns:a16="http://schemas.microsoft.com/office/drawing/2014/main" id="{0E7DFF6E-D0C0-E689-2B51-5F11DF28690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160582" y="4951684"/>
                      <a:ext cx="179881" cy="0"/>
                    </a:xfrm>
                    <a:prstGeom prst="straightConnector1">
                      <a:avLst/>
                    </a:prstGeom>
                    <a:solidFill>
                      <a:srgbClr val="339933"/>
                    </a:solidFill>
                    <a:ln w="19050">
                      <a:solidFill>
                        <a:srgbClr val="339933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21" name="矩形 120">
                    <a:extLst>
                      <a:ext uri="{FF2B5EF4-FFF2-40B4-BE49-F238E27FC236}">
                        <a16:creationId xmlns:a16="http://schemas.microsoft.com/office/drawing/2014/main" id="{5C11763A-7489-0FD3-9E03-6C63607DCB4A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789292" y="839942"/>
                    <a:ext cx="176645" cy="60770"/>
                  </a:xfrm>
                  <a:prstGeom prst="rect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chemeClr val="accent4"/>
                      </a:solidFill>
                    </a:endParaRPr>
                  </a:p>
                </p:txBody>
              </p:sp>
              <p:sp>
                <p:nvSpPr>
                  <p:cNvPr id="122" name="弧形 121">
                    <a:extLst>
                      <a:ext uri="{FF2B5EF4-FFF2-40B4-BE49-F238E27FC236}">
                        <a16:creationId xmlns:a16="http://schemas.microsoft.com/office/drawing/2014/main" id="{8150083C-3AF7-50BA-3313-48AF05BF95A6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448789" y="806856"/>
                    <a:ext cx="493531" cy="358815"/>
                  </a:xfrm>
                  <a:prstGeom prst="arc">
                    <a:avLst>
                      <a:gd name="adj1" fmla="val 15809528"/>
                      <a:gd name="adj2" fmla="val 18499394"/>
                    </a:avLst>
                  </a:prstGeom>
                  <a:ln w="19050">
                    <a:solidFill>
                      <a:srgbClr val="339933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123" name="组合 122">
                    <a:extLst>
                      <a:ext uri="{FF2B5EF4-FFF2-40B4-BE49-F238E27FC236}">
                        <a16:creationId xmlns:a16="http://schemas.microsoft.com/office/drawing/2014/main" id="{21D71CDD-30E3-6D7C-8771-67896BD5FB85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1344827" y="1241068"/>
                    <a:ext cx="255328" cy="74199"/>
                    <a:chOff x="1680623" y="4593851"/>
                    <a:chExt cx="705459" cy="167903"/>
                  </a:xfrm>
                </p:grpSpPr>
                <p:sp>
                  <p:nvSpPr>
                    <p:cNvPr id="346" name="矩形 345">
                      <a:extLst>
                        <a:ext uri="{FF2B5EF4-FFF2-40B4-BE49-F238E27FC236}">
                          <a16:creationId xmlns:a16="http://schemas.microsoft.com/office/drawing/2014/main" id="{8A3CC4C8-4533-D342-71B7-ADE0E703FA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80623" y="4593851"/>
                      <a:ext cx="399728" cy="167903"/>
                    </a:xfrm>
                    <a:prstGeom prst="rect">
                      <a:avLst/>
                    </a:prstGeom>
                    <a:ln>
                      <a:solidFill>
                        <a:srgbClr val="4472C4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cxnSp>
                  <p:nvCxnSpPr>
                    <p:cNvPr id="347" name="直接箭头连接符 346">
                      <a:extLst>
                        <a:ext uri="{FF2B5EF4-FFF2-40B4-BE49-F238E27FC236}">
                          <a16:creationId xmlns:a16="http://schemas.microsoft.com/office/drawing/2014/main" id="{DC001250-441D-7CA2-F33A-73B6C7DFA99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206201" y="4677803"/>
                      <a:ext cx="179881" cy="0"/>
                    </a:xfrm>
                    <a:prstGeom prst="straightConnector1">
                      <a:avLst/>
                    </a:prstGeom>
                    <a:ln w="19050"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4" name="组合 123">
                    <a:extLst>
                      <a:ext uri="{FF2B5EF4-FFF2-40B4-BE49-F238E27FC236}">
                        <a16:creationId xmlns:a16="http://schemas.microsoft.com/office/drawing/2014/main" id="{9CFEB4AE-ED82-883F-2384-BAB45822A25F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886314" y="1232944"/>
                    <a:ext cx="255330" cy="74199"/>
                    <a:chOff x="1680623" y="4593851"/>
                    <a:chExt cx="705459" cy="167903"/>
                  </a:xfrm>
                </p:grpSpPr>
                <p:sp>
                  <p:nvSpPr>
                    <p:cNvPr id="344" name="矩形 343">
                      <a:extLst>
                        <a:ext uri="{FF2B5EF4-FFF2-40B4-BE49-F238E27FC236}">
                          <a16:creationId xmlns:a16="http://schemas.microsoft.com/office/drawing/2014/main" id="{81D46135-2B81-B3B3-0151-9F725BA774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80623" y="4593851"/>
                      <a:ext cx="399728" cy="167903"/>
                    </a:xfrm>
                    <a:prstGeom prst="rect">
                      <a:avLst/>
                    </a:prstGeom>
                    <a:ln>
                      <a:solidFill>
                        <a:srgbClr val="4472C4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cxnSp>
                  <p:nvCxnSpPr>
                    <p:cNvPr id="345" name="直接箭头连接符 344">
                      <a:extLst>
                        <a:ext uri="{FF2B5EF4-FFF2-40B4-BE49-F238E27FC236}">
                          <a16:creationId xmlns:a16="http://schemas.microsoft.com/office/drawing/2014/main" id="{5D86F299-C8CA-8AD4-F2F4-23903CB000F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206202" y="4677803"/>
                      <a:ext cx="179880" cy="0"/>
                    </a:xfrm>
                    <a:prstGeom prst="straightConnector1">
                      <a:avLst/>
                    </a:prstGeom>
                    <a:ln w="19050"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5" name="组合 124">
                    <a:extLst>
                      <a:ext uri="{FF2B5EF4-FFF2-40B4-BE49-F238E27FC236}">
                        <a16:creationId xmlns:a16="http://schemas.microsoft.com/office/drawing/2014/main" id="{9EDAAE7C-206D-779B-A122-8E627690D6AE}"/>
                      </a:ext>
                    </a:extLst>
                  </p:cNvPr>
                  <p:cNvGrpSpPr/>
                  <p:nvPr/>
                </p:nvGrpSpPr>
                <p:grpSpPr>
                  <a:xfrm>
                    <a:off x="2396814" y="1480128"/>
                    <a:ext cx="252482" cy="74199"/>
                    <a:chOff x="1706391" y="4867729"/>
                    <a:chExt cx="697596" cy="167903"/>
                  </a:xfrm>
                </p:grpSpPr>
                <p:sp>
                  <p:nvSpPr>
                    <p:cNvPr id="342" name="矩形 341">
                      <a:extLst>
                        <a:ext uri="{FF2B5EF4-FFF2-40B4-BE49-F238E27FC236}">
                          <a16:creationId xmlns:a16="http://schemas.microsoft.com/office/drawing/2014/main" id="{73DCF46E-7EB6-411F-FCCA-3534363D46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06391" y="4867729"/>
                      <a:ext cx="399728" cy="167903"/>
                    </a:xfrm>
                    <a:prstGeom prst="rect">
                      <a:avLst/>
                    </a:prstGeom>
                    <a:solidFill>
                      <a:srgbClr val="339933"/>
                    </a:solidFill>
                    <a:ln>
                      <a:solidFill>
                        <a:srgbClr val="339933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>
                        <a:solidFill>
                          <a:schemeClr val="accent4"/>
                        </a:solidFill>
                      </a:endParaRPr>
                    </a:p>
                  </p:txBody>
                </p:sp>
                <p:cxnSp>
                  <p:nvCxnSpPr>
                    <p:cNvPr id="343" name="直接箭头连接符 342">
                      <a:extLst>
                        <a:ext uri="{FF2B5EF4-FFF2-40B4-BE49-F238E27FC236}">
                          <a16:creationId xmlns:a16="http://schemas.microsoft.com/office/drawing/2014/main" id="{CDB058D3-67D6-F5AB-3621-B440732859A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224105" y="4945628"/>
                      <a:ext cx="179882" cy="0"/>
                    </a:xfrm>
                    <a:prstGeom prst="straightConnector1">
                      <a:avLst/>
                    </a:prstGeom>
                    <a:solidFill>
                      <a:srgbClr val="339933"/>
                    </a:solidFill>
                    <a:ln w="19050">
                      <a:solidFill>
                        <a:srgbClr val="339933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6" name="组合 125">
                    <a:extLst>
                      <a:ext uri="{FF2B5EF4-FFF2-40B4-BE49-F238E27FC236}">
                        <a16:creationId xmlns:a16="http://schemas.microsoft.com/office/drawing/2014/main" id="{5727EA51-CBF1-6995-090F-D3A659F8D532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2038152" y="707637"/>
                    <a:ext cx="277532" cy="60770"/>
                    <a:chOff x="1706391" y="4867729"/>
                    <a:chExt cx="628022" cy="167903"/>
                  </a:xfrm>
                </p:grpSpPr>
                <p:sp>
                  <p:nvSpPr>
                    <p:cNvPr id="335" name="矩形 334">
                      <a:extLst>
                        <a:ext uri="{FF2B5EF4-FFF2-40B4-BE49-F238E27FC236}">
                          <a16:creationId xmlns:a16="http://schemas.microsoft.com/office/drawing/2014/main" id="{EE7AB84A-9B98-D66A-CC8F-A42E9EC484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06391" y="4867729"/>
                      <a:ext cx="399728" cy="167903"/>
                    </a:xfrm>
                    <a:prstGeom prst="rect">
                      <a:avLst/>
                    </a:prstGeom>
                    <a:solidFill>
                      <a:srgbClr val="339933"/>
                    </a:solidFill>
                    <a:ln>
                      <a:solidFill>
                        <a:srgbClr val="339933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>
                        <a:solidFill>
                          <a:schemeClr val="accent4"/>
                        </a:solidFill>
                      </a:endParaRPr>
                    </a:p>
                  </p:txBody>
                </p:sp>
                <p:cxnSp>
                  <p:nvCxnSpPr>
                    <p:cNvPr id="341" name="直接箭头连接符 340">
                      <a:extLst>
                        <a:ext uri="{FF2B5EF4-FFF2-40B4-BE49-F238E27FC236}">
                          <a16:creationId xmlns:a16="http://schemas.microsoft.com/office/drawing/2014/main" id="{5B5E3665-C18B-962D-7E20-568E2FFFAA0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154532" y="4951679"/>
                      <a:ext cx="179881" cy="0"/>
                    </a:xfrm>
                    <a:prstGeom prst="straightConnector1">
                      <a:avLst/>
                    </a:prstGeom>
                    <a:solidFill>
                      <a:srgbClr val="339933"/>
                    </a:solidFill>
                    <a:ln w="19050">
                      <a:solidFill>
                        <a:srgbClr val="339933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93" name="组合 192">
                    <a:extLst>
                      <a:ext uri="{FF2B5EF4-FFF2-40B4-BE49-F238E27FC236}">
                        <a16:creationId xmlns:a16="http://schemas.microsoft.com/office/drawing/2014/main" id="{65FB67CA-AD66-F8E0-A78B-3BF24CE2A6D8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1834008" y="278465"/>
                    <a:ext cx="277530" cy="60770"/>
                    <a:chOff x="1680623" y="4593851"/>
                    <a:chExt cx="628022" cy="167903"/>
                  </a:xfrm>
                </p:grpSpPr>
                <p:sp>
                  <p:nvSpPr>
                    <p:cNvPr id="333" name="矩形 332">
                      <a:extLst>
                        <a:ext uri="{FF2B5EF4-FFF2-40B4-BE49-F238E27FC236}">
                          <a16:creationId xmlns:a16="http://schemas.microsoft.com/office/drawing/2014/main" id="{ACB7F9BD-0437-C680-8B5A-F6A8AC5296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80623" y="4593851"/>
                      <a:ext cx="399728" cy="167903"/>
                    </a:xfrm>
                    <a:prstGeom prst="rect">
                      <a:avLst/>
                    </a:prstGeom>
                    <a:ln>
                      <a:solidFill>
                        <a:srgbClr val="4472C4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cxnSp>
                  <p:nvCxnSpPr>
                    <p:cNvPr id="334" name="直接箭头连接符 333">
                      <a:extLst>
                        <a:ext uri="{FF2B5EF4-FFF2-40B4-BE49-F238E27FC236}">
                          <a16:creationId xmlns:a16="http://schemas.microsoft.com/office/drawing/2014/main" id="{6E577A83-6F3D-1E18-9F7D-544B877ED1E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128764" y="4677806"/>
                      <a:ext cx="179881" cy="0"/>
                    </a:xfrm>
                    <a:prstGeom prst="straightConnector1">
                      <a:avLst/>
                    </a:prstGeom>
                    <a:ln w="19050"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97" name="组合 196">
                    <a:extLst>
                      <a:ext uri="{FF2B5EF4-FFF2-40B4-BE49-F238E27FC236}">
                        <a16:creationId xmlns:a16="http://schemas.microsoft.com/office/drawing/2014/main" id="{7EEC38CA-93FE-7607-1DE3-AA289B59C703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1833106" y="807615"/>
                    <a:ext cx="274856" cy="60770"/>
                    <a:chOff x="1680623" y="4593851"/>
                    <a:chExt cx="621972" cy="167903"/>
                  </a:xfrm>
                </p:grpSpPr>
                <p:sp>
                  <p:nvSpPr>
                    <p:cNvPr id="331" name="矩形 330">
                      <a:extLst>
                        <a:ext uri="{FF2B5EF4-FFF2-40B4-BE49-F238E27FC236}">
                          <a16:creationId xmlns:a16="http://schemas.microsoft.com/office/drawing/2014/main" id="{BCBEE9C6-E6D8-BA98-1F25-AB2202E97D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80623" y="4593851"/>
                      <a:ext cx="399728" cy="167903"/>
                    </a:xfrm>
                    <a:prstGeom prst="rect">
                      <a:avLst/>
                    </a:prstGeom>
                    <a:ln>
                      <a:solidFill>
                        <a:srgbClr val="4472C4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cxnSp>
                  <p:nvCxnSpPr>
                    <p:cNvPr id="332" name="直接箭头连接符 331">
                      <a:extLst>
                        <a:ext uri="{FF2B5EF4-FFF2-40B4-BE49-F238E27FC236}">
                          <a16:creationId xmlns:a16="http://schemas.microsoft.com/office/drawing/2014/main" id="{88F3017F-36F8-F52D-287B-C324CA22F96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122713" y="4677804"/>
                      <a:ext cx="179882" cy="0"/>
                    </a:xfrm>
                    <a:prstGeom prst="straightConnector1">
                      <a:avLst/>
                    </a:prstGeom>
                    <a:ln w="19050"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20" name="组合 219">
                    <a:extLst>
                      <a:ext uri="{FF2B5EF4-FFF2-40B4-BE49-F238E27FC236}">
                        <a16:creationId xmlns:a16="http://schemas.microsoft.com/office/drawing/2014/main" id="{02A6B3B4-503A-7CF9-2F27-95EC8AAE6F37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1833199" y="1874653"/>
                    <a:ext cx="277529" cy="60770"/>
                    <a:chOff x="1680619" y="4562375"/>
                    <a:chExt cx="628016" cy="167903"/>
                  </a:xfrm>
                </p:grpSpPr>
                <p:sp>
                  <p:nvSpPr>
                    <p:cNvPr id="329" name="矩形 328">
                      <a:extLst>
                        <a:ext uri="{FF2B5EF4-FFF2-40B4-BE49-F238E27FC236}">
                          <a16:creationId xmlns:a16="http://schemas.microsoft.com/office/drawing/2014/main" id="{77EB9E50-8C81-7619-AD6B-592DA1ACB7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80619" y="4562375"/>
                      <a:ext cx="399728" cy="167903"/>
                    </a:xfrm>
                    <a:prstGeom prst="rect">
                      <a:avLst/>
                    </a:prstGeom>
                    <a:ln>
                      <a:solidFill>
                        <a:srgbClr val="4472C4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cxnSp>
                  <p:nvCxnSpPr>
                    <p:cNvPr id="330" name="直接箭头连接符 329">
                      <a:extLst>
                        <a:ext uri="{FF2B5EF4-FFF2-40B4-BE49-F238E27FC236}">
                          <a16:creationId xmlns:a16="http://schemas.microsoft.com/office/drawing/2014/main" id="{F0B78595-3A93-27AD-7E8B-9BB0F33D7DB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128754" y="4646340"/>
                      <a:ext cx="179881" cy="0"/>
                    </a:xfrm>
                    <a:prstGeom prst="straightConnector1">
                      <a:avLst/>
                    </a:prstGeom>
                    <a:ln w="19050"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8" name="组合 237">
                    <a:extLst>
                      <a:ext uri="{FF2B5EF4-FFF2-40B4-BE49-F238E27FC236}">
                        <a16:creationId xmlns:a16="http://schemas.microsoft.com/office/drawing/2014/main" id="{48DF2607-DCA6-9E04-4F36-79B19058A797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1944632" y="2172938"/>
                    <a:ext cx="274854" cy="60770"/>
                    <a:chOff x="1704834" y="4593849"/>
                    <a:chExt cx="621961" cy="167903"/>
                  </a:xfrm>
                </p:grpSpPr>
                <p:sp>
                  <p:nvSpPr>
                    <p:cNvPr id="327" name="矩形 326">
                      <a:extLst>
                        <a:ext uri="{FF2B5EF4-FFF2-40B4-BE49-F238E27FC236}">
                          <a16:creationId xmlns:a16="http://schemas.microsoft.com/office/drawing/2014/main" id="{F32B4204-5A46-2498-8DA4-AF48A8DD48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04834" y="4593849"/>
                      <a:ext cx="399725" cy="167903"/>
                    </a:xfrm>
                    <a:prstGeom prst="rect">
                      <a:avLst/>
                    </a:prstGeom>
                    <a:ln>
                      <a:solidFill>
                        <a:srgbClr val="4472C4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cxnSp>
                  <p:nvCxnSpPr>
                    <p:cNvPr id="328" name="直接箭头连接符 327">
                      <a:extLst>
                        <a:ext uri="{FF2B5EF4-FFF2-40B4-BE49-F238E27FC236}">
                          <a16:creationId xmlns:a16="http://schemas.microsoft.com/office/drawing/2014/main" id="{8C0D7893-68AF-EA21-7624-229EA7BE2DF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146915" y="4677802"/>
                      <a:ext cx="179880" cy="0"/>
                    </a:xfrm>
                    <a:prstGeom prst="straightConnector1">
                      <a:avLst/>
                    </a:prstGeom>
                    <a:ln w="19050"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7" name="组合 246">
                    <a:extLst>
                      <a:ext uri="{FF2B5EF4-FFF2-40B4-BE49-F238E27FC236}">
                        <a16:creationId xmlns:a16="http://schemas.microsoft.com/office/drawing/2014/main" id="{1933013A-7408-A678-09F4-242381415372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1739299" y="1525081"/>
                    <a:ext cx="335090" cy="429293"/>
                    <a:chOff x="4682601" y="1917600"/>
                    <a:chExt cx="1014795" cy="1182812"/>
                  </a:xfrm>
                </p:grpSpPr>
                <p:sp>
                  <p:nvSpPr>
                    <p:cNvPr id="325" name="矩形 324">
                      <a:extLst>
                        <a:ext uri="{FF2B5EF4-FFF2-40B4-BE49-F238E27FC236}">
                          <a16:creationId xmlns:a16="http://schemas.microsoft.com/office/drawing/2014/main" id="{A2887730-029F-BCEE-49D2-CD05970813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82601" y="2932509"/>
                      <a:ext cx="399728" cy="167903"/>
                    </a:xfrm>
                    <a:prstGeom prst="rect">
                      <a:avLst/>
                    </a:prstGeom>
                    <a:solidFill>
                      <a:srgbClr val="4472C4"/>
                    </a:solidFill>
                    <a:ln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accent4"/>
                        </a:solidFill>
                      </a:endParaRPr>
                    </a:p>
                  </p:txBody>
                </p:sp>
                <p:sp>
                  <p:nvSpPr>
                    <p:cNvPr id="326" name="弧形 325">
                      <a:extLst>
                        <a:ext uri="{FF2B5EF4-FFF2-40B4-BE49-F238E27FC236}">
                          <a16:creationId xmlns:a16="http://schemas.microsoft.com/office/drawing/2014/main" id="{C110882A-95CF-7ACA-CE6E-6A0F1D0065A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4643304" y="1980314"/>
                      <a:ext cx="1116806" cy="991378"/>
                    </a:xfrm>
                    <a:prstGeom prst="arc">
                      <a:avLst>
                        <a:gd name="adj1" fmla="val 19563312"/>
                        <a:gd name="adj2" fmla="val 720446"/>
                      </a:avLst>
                    </a:prstGeom>
                    <a:ln w="19050">
                      <a:solidFill>
                        <a:schemeClr val="accent1"/>
                      </a:solidFill>
                      <a:prstDash val="sysDash"/>
                      <a:headEnd type="triangl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accent4"/>
                        </a:solidFill>
                      </a:endParaRPr>
                    </a:p>
                  </p:txBody>
                </p:sp>
              </p:grpSp>
              <p:grpSp>
                <p:nvGrpSpPr>
                  <p:cNvPr id="248" name="组合 247">
                    <a:extLst>
                      <a:ext uri="{FF2B5EF4-FFF2-40B4-BE49-F238E27FC236}">
                        <a16:creationId xmlns:a16="http://schemas.microsoft.com/office/drawing/2014/main" id="{2AADC14B-DD68-CE1F-A6AC-4A14AE9797D4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1944622" y="588740"/>
                    <a:ext cx="277534" cy="60770"/>
                    <a:chOff x="1680623" y="4593851"/>
                    <a:chExt cx="628024" cy="167903"/>
                  </a:xfrm>
                </p:grpSpPr>
                <p:sp>
                  <p:nvSpPr>
                    <p:cNvPr id="323" name="矩形 322">
                      <a:extLst>
                        <a:ext uri="{FF2B5EF4-FFF2-40B4-BE49-F238E27FC236}">
                          <a16:creationId xmlns:a16="http://schemas.microsoft.com/office/drawing/2014/main" id="{A06BA00A-E24B-70D3-2535-7FEE32B719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80623" y="4593851"/>
                      <a:ext cx="399728" cy="167903"/>
                    </a:xfrm>
                    <a:prstGeom prst="rect">
                      <a:avLst/>
                    </a:prstGeom>
                    <a:ln>
                      <a:solidFill>
                        <a:srgbClr val="4472C4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cxnSp>
                  <p:nvCxnSpPr>
                    <p:cNvPr id="324" name="直接箭头连接符 323">
                      <a:extLst>
                        <a:ext uri="{FF2B5EF4-FFF2-40B4-BE49-F238E27FC236}">
                          <a16:creationId xmlns:a16="http://schemas.microsoft.com/office/drawing/2014/main" id="{80172BDD-12F3-B4B5-1396-5AA9DC803F0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128767" y="4677801"/>
                      <a:ext cx="179880" cy="0"/>
                    </a:xfrm>
                    <a:prstGeom prst="straightConnector1">
                      <a:avLst/>
                    </a:prstGeom>
                    <a:ln w="19050"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9" name="组合 248">
                    <a:extLst>
                      <a:ext uri="{FF2B5EF4-FFF2-40B4-BE49-F238E27FC236}">
                        <a16:creationId xmlns:a16="http://schemas.microsoft.com/office/drawing/2014/main" id="{2747A2CA-F086-643E-60FE-55EFF4BA3DEE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1941895" y="245364"/>
                    <a:ext cx="280206" cy="60770"/>
                    <a:chOff x="1680623" y="4593851"/>
                    <a:chExt cx="634074" cy="167903"/>
                  </a:xfrm>
                </p:grpSpPr>
                <p:sp>
                  <p:nvSpPr>
                    <p:cNvPr id="294" name="矩形 293">
                      <a:extLst>
                        <a:ext uri="{FF2B5EF4-FFF2-40B4-BE49-F238E27FC236}">
                          <a16:creationId xmlns:a16="http://schemas.microsoft.com/office/drawing/2014/main" id="{C803C869-DE14-1BB0-969C-C1EE8DBFE3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80623" y="4593851"/>
                      <a:ext cx="399728" cy="167903"/>
                    </a:xfrm>
                    <a:prstGeom prst="rect">
                      <a:avLst/>
                    </a:prstGeom>
                    <a:ln>
                      <a:solidFill>
                        <a:srgbClr val="4472C4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cxnSp>
                  <p:nvCxnSpPr>
                    <p:cNvPr id="322" name="直接箭头连接符 321">
                      <a:extLst>
                        <a:ext uri="{FF2B5EF4-FFF2-40B4-BE49-F238E27FC236}">
                          <a16:creationId xmlns:a16="http://schemas.microsoft.com/office/drawing/2014/main" id="{6E577195-618B-EA52-1A4C-DFCE4E9563C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134817" y="4677803"/>
                      <a:ext cx="179880" cy="0"/>
                    </a:xfrm>
                    <a:prstGeom prst="straightConnector1">
                      <a:avLst/>
                    </a:prstGeom>
                    <a:ln w="19050"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50" name="弧形 249">
                    <a:extLst>
                      <a:ext uri="{FF2B5EF4-FFF2-40B4-BE49-F238E27FC236}">
                        <a16:creationId xmlns:a16="http://schemas.microsoft.com/office/drawing/2014/main" id="{9283BF7F-DEC2-79BD-8FC3-F0B1FC558CE6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324508" y="654427"/>
                    <a:ext cx="846494" cy="651176"/>
                  </a:xfrm>
                  <a:prstGeom prst="arc">
                    <a:avLst>
                      <a:gd name="adj1" fmla="val 16200000"/>
                      <a:gd name="adj2" fmla="val 294151"/>
                    </a:avLst>
                  </a:prstGeom>
                  <a:ln w="19050">
                    <a:solidFill>
                      <a:schemeClr val="tx1"/>
                    </a:solidFill>
                    <a:prstDash val="sysDash"/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bg1"/>
                      </a:solidFill>
                    </a:endParaRPr>
                  </a:p>
                </p:txBody>
              </p:sp>
              <p:cxnSp>
                <p:nvCxnSpPr>
                  <p:cNvPr id="251" name="直接箭头连接符 250">
                    <a:extLst>
                      <a:ext uri="{FF2B5EF4-FFF2-40B4-BE49-F238E27FC236}">
                        <a16:creationId xmlns:a16="http://schemas.microsoft.com/office/drawing/2014/main" id="{8EA8600F-46F2-1658-273D-F1F48331B96A}"/>
                      </a:ext>
                    </a:extLst>
                  </p:cNvPr>
                  <p:cNvCxnSpPr>
                    <a:cxnSpLocks/>
                    <a:stCxn id="250" idx="2"/>
                  </p:cNvCxnSpPr>
                  <p:nvPr/>
                </p:nvCxnSpPr>
                <p:spPr>
                  <a:xfrm>
                    <a:off x="1718145" y="1401508"/>
                    <a:ext cx="620421" cy="1754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prstDash val="sysDash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2" name="直接箭头连接符 251">
                    <a:extLst>
                      <a:ext uri="{FF2B5EF4-FFF2-40B4-BE49-F238E27FC236}">
                        <a16:creationId xmlns:a16="http://schemas.microsoft.com/office/drawing/2014/main" id="{378ED48F-4793-9655-9BB1-D158D8296B31}"/>
                      </a:ext>
                    </a:extLst>
                  </p:cNvPr>
                  <p:cNvCxnSpPr/>
                  <p:nvPr/>
                </p:nvCxnSpPr>
                <p:spPr>
                  <a:xfrm>
                    <a:off x="1963287" y="976547"/>
                    <a:ext cx="0" cy="727433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prstDash val="sysDash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53" name="弧形 252">
                    <a:extLst>
                      <a:ext uri="{FF2B5EF4-FFF2-40B4-BE49-F238E27FC236}">
                        <a16:creationId xmlns:a16="http://schemas.microsoft.com/office/drawing/2014/main" id="{34E0DF58-B485-4AFB-2DE4-AEA3C801CA6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1961738" y="620293"/>
                    <a:ext cx="740004" cy="775278"/>
                  </a:xfrm>
                  <a:prstGeom prst="arc">
                    <a:avLst>
                      <a:gd name="adj1" fmla="val 16157582"/>
                      <a:gd name="adj2" fmla="val 294151"/>
                    </a:avLst>
                  </a:prstGeom>
                  <a:ln w="19050">
                    <a:solidFill>
                      <a:schemeClr val="tx1"/>
                    </a:solidFill>
                    <a:prstDash val="sysDash"/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54" name="弧形 253">
                    <a:extLst>
                      <a:ext uri="{FF2B5EF4-FFF2-40B4-BE49-F238E27FC236}">
                        <a16:creationId xmlns:a16="http://schemas.microsoft.com/office/drawing/2014/main" id="{F9C7D08D-6C81-D9A0-562D-ABE1BF5612C2}"/>
                      </a:ext>
                    </a:extLst>
                  </p:cNvPr>
                  <p:cNvSpPr/>
                  <p:nvPr/>
                </p:nvSpPr>
                <p:spPr>
                  <a:xfrm>
                    <a:off x="1390752" y="1301233"/>
                    <a:ext cx="696335" cy="772985"/>
                  </a:xfrm>
                  <a:prstGeom prst="arc">
                    <a:avLst>
                      <a:gd name="adj1" fmla="val 16016228"/>
                      <a:gd name="adj2" fmla="val 274145"/>
                    </a:avLst>
                  </a:prstGeom>
                  <a:ln w="19050">
                    <a:solidFill>
                      <a:schemeClr val="tx1"/>
                    </a:solidFill>
                    <a:prstDash val="sysDash"/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bg1"/>
                      </a:solidFill>
                    </a:endParaRPr>
                  </a:p>
                </p:txBody>
              </p:sp>
              <p:cxnSp>
                <p:nvCxnSpPr>
                  <p:cNvPr id="256" name="直接箭头连接符 255">
                    <a:extLst>
                      <a:ext uri="{FF2B5EF4-FFF2-40B4-BE49-F238E27FC236}">
                        <a16:creationId xmlns:a16="http://schemas.microsoft.com/office/drawing/2014/main" id="{FFAD546B-7392-F55E-DAB3-980F7094A447}"/>
                      </a:ext>
                    </a:extLst>
                  </p:cNvPr>
                  <p:cNvCxnSpPr/>
                  <p:nvPr/>
                </p:nvCxnSpPr>
                <p:spPr>
                  <a:xfrm>
                    <a:off x="1715084" y="1288039"/>
                    <a:ext cx="620421" cy="1754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prstDash val="sysDash"/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58" name="弧形 257">
                    <a:extLst>
                      <a:ext uri="{FF2B5EF4-FFF2-40B4-BE49-F238E27FC236}">
                        <a16:creationId xmlns:a16="http://schemas.microsoft.com/office/drawing/2014/main" id="{E752A004-9223-BEAC-66ED-FC10AE69738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841238" y="1424095"/>
                    <a:ext cx="880565" cy="621756"/>
                  </a:xfrm>
                  <a:prstGeom prst="arc">
                    <a:avLst>
                      <a:gd name="adj1" fmla="val 16566475"/>
                      <a:gd name="adj2" fmla="val 294151"/>
                    </a:avLst>
                  </a:prstGeom>
                  <a:ln w="19050">
                    <a:solidFill>
                      <a:schemeClr val="tx1"/>
                    </a:solidFill>
                    <a:prstDash val="sysDash"/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60" name="椭圆 259">
                    <a:extLst>
                      <a:ext uri="{FF2B5EF4-FFF2-40B4-BE49-F238E27FC236}">
                        <a16:creationId xmlns:a16="http://schemas.microsoft.com/office/drawing/2014/main" id="{90DB9EC0-ADBD-AC93-1E63-903E9245682B}"/>
                      </a:ext>
                    </a:extLst>
                  </p:cNvPr>
                  <p:cNvSpPr/>
                  <p:nvPr/>
                </p:nvSpPr>
                <p:spPr>
                  <a:xfrm>
                    <a:off x="1957924" y="1275309"/>
                    <a:ext cx="16547" cy="2020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62" name="椭圆 261">
                    <a:extLst>
                      <a:ext uri="{FF2B5EF4-FFF2-40B4-BE49-F238E27FC236}">
                        <a16:creationId xmlns:a16="http://schemas.microsoft.com/office/drawing/2014/main" id="{D64C1832-8E09-4B33-6E02-D888374E154D}"/>
                      </a:ext>
                    </a:extLst>
                  </p:cNvPr>
                  <p:cNvSpPr/>
                  <p:nvPr/>
                </p:nvSpPr>
                <p:spPr>
                  <a:xfrm>
                    <a:off x="1898139" y="1340246"/>
                    <a:ext cx="16547" cy="2020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63" name="椭圆 262">
                    <a:extLst>
                      <a:ext uri="{FF2B5EF4-FFF2-40B4-BE49-F238E27FC236}">
                        <a16:creationId xmlns:a16="http://schemas.microsoft.com/office/drawing/2014/main" id="{69706221-3A17-4114-149D-418AB432FA0C}"/>
                      </a:ext>
                    </a:extLst>
                  </p:cNvPr>
                  <p:cNvSpPr/>
                  <p:nvPr/>
                </p:nvSpPr>
                <p:spPr>
                  <a:xfrm>
                    <a:off x="1956607" y="1388571"/>
                    <a:ext cx="16547" cy="2020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64" name="椭圆 263">
                    <a:extLst>
                      <a:ext uri="{FF2B5EF4-FFF2-40B4-BE49-F238E27FC236}">
                        <a16:creationId xmlns:a16="http://schemas.microsoft.com/office/drawing/2014/main" id="{A9A8F92C-3654-EAC4-4791-05983C034DD8}"/>
                      </a:ext>
                    </a:extLst>
                  </p:cNvPr>
                  <p:cNvSpPr/>
                  <p:nvPr/>
                </p:nvSpPr>
                <p:spPr>
                  <a:xfrm>
                    <a:off x="2023061" y="1460738"/>
                    <a:ext cx="16547" cy="2020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65" name="椭圆 264">
                    <a:extLst>
                      <a:ext uri="{FF2B5EF4-FFF2-40B4-BE49-F238E27FC236}">
                        <a16:creationId xmlns:a16="http://schemas.microsoft.com/office/drawing/2014/main" id="{F07E247A-2BC4-CD2A-4557-0B4ED950D6CD}"/>
                      </a:ext>
                    </a:extLst>
                  </p:cNvPr>
                  <p:cNvSpPr/>
                  <p:nvPr/>
                </p:nvSpPr>
                <p:spPr>
                  <a:xfrm>
                    <a:off x="2079128" y="1391188"/>
                    <a:ext cx="16547" cy="2020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66" name="椭圆 265">
                    <a:extLst>
                      <a:ext uri="{FF2B5EF4-FFF2-40B4-BE49-F238E27FC236}">
                        <a16:creationId xmlns:a16="http://schemas.microsoft.com/office/drawing/2014/main" id="{B951590F-0D9C-DD5F-09A4-4B3D113A34E5}"/>
                      </a:ext>
                    </a:extLst>
                  </p:cNvPr>
                  <p:cNvSpPr/>
                  <p:nvPr/>
                </p:nvSpPr>
                <p:spPr>
                  <a:xfrm>
                    <a:off x="2079127" y="1282140"/>
                    <a:ext cx="16547" cy="2020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67" name="椭圆 266">
                    <a:extLst>
                      <a:ext uri="{FF2B5EF4-FFF2-40B4-BE49-F238E27FC236}">
                        <a16:creationId xmlns:a16="http://schemas.microsoft.com/office/drawing/2014/main" id="{74CD00B2-DA9C-4D37-EFB9-BBF90F28E1C4}"/>
                      </a:ext>
                    </a:extLst>
                  </p:cNvPr>
                  <p:cNvSpPr/>
                  <p:nvPr/>
                </p:nvSpPr>
                <p:spPr>
                  <a:xfrm>
                    <a:off x="2012818" y="1205718"/>
                    <a:ext cx="16547" cy="2020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68" name="椭圆 267">
                    <a:extLst>
                      <a:ext uri="{FF2B5EF4-FFF2-40B4-BE49-F238E27FC236}">
                        <a16:creationId xmlns:a16="http://schemas.microsoft.com/office/drawing/2014/main" id="{061468DE-B3A0-52B3-28BB-2F343B37572C}"/>
                      </a:ext>
                    </a:extLst>
                  </p:cNvPr>
                  <p:cNvSpPr/>
                  <p:nvPr/>
                </p:nvSpPr>
                <p:spPr>
                  <a:xfrm>
                    <a:off x="2135778" y="1328084"/>
                    <a:ext cx="16547" cy="2020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69" name="矩形 268">
                    <a:extLst>
                      <a:ext uri="{FF2B5EF4-FFF2-40B4-BE49-F238E27FC236}">
                        <a16:creationId xmlns:a16="http://schemas.microsoft.com/office/drawing/2014/main" id="{551BD5E9-C374-25FB-452D-34B4974073F6}"/>
                      </a:ext>
                    </a:extLst>
                  </p:cNvPr>
                  <p:cNvSpPr/>
                  <p:nvPr/>
                </p:nvSpPr>
                <p:spPr>
                  <a:xfrm>
                    <a:off x="1888551" y="1079936"/>
                    <a:ext cx="325699" cy="320304"/>
                  </a:xfrm>
                  <a:prstGeom prst="rect">
                    <a:avLst/>
                  </a:prstGeom>
                  <a:noFill/>
                  <a:ln w="19050">
                    <a:solidFill>
                      <a:srgbClr val="FF0000"/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70" name="矩形 269">
                    <a:extLst>
                      <a:ext uri="{FF2B5EF4-FFF2-40B4-BE49-F238E27FC236}">
                        <a16:creationId xmlns:a16="http://schemas.microsoft.com/office/drawing/2014/main" id="{BDEC373A-7029-8E91-CAD4-EBEF83DD5A15}"/>
                      </a:ext>
                    </a:extLst>
                  </p:cNvPr>
                  <p:cNvSpPr/>
                  <p:nvPr/>
                </p:nvSpPr>
                <p:spPr>
                  <a:xfrm>
                    <a:off x="795638" y="211868"/>
                    <a:ext cx="832396" cy="821335"/>
                  </a:xfrm>
                  <a:prstGeom prst="rect">
                    <a:avLst/>
                  </a:prstGeom>
                  <a:noFill/>
                  <a:ln w="19050">
                    <a:solidFill>
                      <a:srgbClr val="FF0000"/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271" name="组合 270">
                    <a:extLst>
                      <a:ext uri="{FF2B5EF4-FFF2-40B4-BE49-F238E27FC236}">
                        <a16:creationId xmlns:a16="http://schemas.microsoft.com/office/drawing/2014/main" id="{6D81A750-F059-6D1E-ECBF-4B1CD9BEB345}"/>
                      </a:ext>
                    </a:extLst>
                  </p:cNvPr>
                  <p:cNvGrpSpPr/>
                  <p:nvPr/>
                </p:nvGrpSpPr>
                <p:grpSpPr>
                  <a:xfrm rot="3595379">
                    <a:off x="1025132" y="107909"/>
                    <a:ext cx="677126" cy="654731"/>
                    <a:chOff x="4638578" y="1985824"/>
                    <a:chExt cx="1013716" cy="1182618"/>
                  </a:xfrm>
                </p:grpSpPr>
                <p:sp>
                  <p:nvSpPr>
                    <p:cNvPr id="292" name="矩形 291">
                      <a:extLst>
                        <a:ext uri="{FF2B5EF4-FFF2-40B4-BE49-F238E27FC236}">
                          <a16:creationId xmlns:a16="http://schemas.microsoft.com/office/drawing/2014/main" id="{AA4201BD-1944-A2A7-51C6-57E72BD8AD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38578" y="3000539"/>
                      <a:ext cx="399727" cy="167903"/>
                    </a:xfrm>
                    <a:prstGeom prst="rect">
                      <a:avLst/>
                    </a:prstGeom>
                    <a:solidFill>
                      <a:srgbClr val="4472C4"/>
                    </a:solidFill>
                    <a:ln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>
                        <a:solidFill>
                          <a:schemeClr val="accent4"/>
                        </a:solidFill>
                      </a:endParaRPr>
                    </a:p>
                  </p:txBody>
                </p:sp>
                <p:sp>
                  <p:nvSpPr>
                    <p:cNvPr id="293" name="弧形 292">
                      <a:extLst>
                        <a:ext uri="{FF2B5EF4-FFF2-40B4-BE49-F238E27FC236}">
                          <a16:creationId xmlns:a16="http://schemas.microsoft.com/office/drawing/2014/main" id="{F802DADA-FF2E-5BE5-03E8-DC7593D8C77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4598203" y="2048538"/>
                      <a:ext cx="1116806" cy="991377"/>
                    </a:xfrm>
                    <a:prstGeom prst="arc">
                      <a:avLst>
                        <a:gd name="adj1" fmla="val 19563312"/>
                        <a:gd name="adj2" fmla="val 720446"/>
                      </a:avLst>
                    </a:prstGeom>
                    <a:ln w="19050">
                      <a:solidFill>
                        <a:schemeClr val="accent1"/>
                      </a:solidFill>
                      <a:prstDash val="sysDash"/>
                      <a:headEnd type="triangl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accent4"/>
                        </a:solidFill>
                      </a:endParaRPr>
                    </a:p>
                  </p:txBody>
                </p:sp>
              </p:grpSp>
              <p:grpSp>
                <p:nvGrpSpPr>
                  <p:cNvPr id="272" name="组合 271">
                    <a:extLst>
                      <a:ext uri="{FF2B5EF4-FFF2-40B4-BE49-F238E27FC236}">
                        <a16:creationId xmlns:a16="http://schemas.microsoft.com/office/drawing/2014/main" id="{2AF6EB63-F616-B0E4-0A6B-1E3AE704E128}"/>
                      </a:ext>
                    </a:extLst>
                  </p:cNvPr>
                  <p:cNvGrpSpPr/>
                  <p:nvPr/>
                </p:nvGrpSpPr>
                <p:grpSpPr>
                  <a:xfrm rot="19572177">
                    <a:off x="682150" y="155655"/>
                    <a:ext cx="514666" cy="666340"/>
                    <a:chOff x="4488834" y="1894749"/>
                    <a:chExt cx="1011474" cy="1177927"/>
                  </a:xfrm>
                </p:grpSpPr>
                <p:sp>
                  <p:nvSpPr>
                    <p:cNvPr id="290" name="矩形 289">
                      <a:extLst>
                        <a:ext uri="{FF2B5EF4-FFF2-40B4-BE49-F238E27FC236}">
                          <a16:creationId xmlns:a16="http://schemas.microsoft.com/office/drawing/2014/main" id="{511FA1B0-7BE6-5FE5-0B58-4F871E1172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8834" y="2904773"/>
                      <a:ext cx="399727" cy="167903"/>
                    </a:xfrm>
                    <a:prstGeom prst="rect">
                      <a:avLst/>
                    </a:prstGeom>
                    <a:solidFill>
                      <a:srgbClr val="4472C4"/>
                    </a:solidFill>
                    <a:ln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accent4"/>
                        </a:solidFill>
                      </a:endParaRPr>
                    </a:p>
                  </p:txBody>
                </p:sp>
                <p:sp>
                  <p:nvSpPr>
                    <p:cNvPr id="291" name="弧形 290">
                      <a:extLst>
                        <a:ext uri="{FF2B5EF4-FFF2-40B4-BE49-F238E27FC236}">
                          <a16:creationId xmlns:a16="http://schemas.microsoft.com/office/drawing/2014/main" id="{CE124E8E-AB82-5705-0192-3EC2B13AE43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4446215" y="1957463"/>
                      <a:ext cx="1116807" cy="991379"/>
                    </a:xfrm>
                    <a:prstGeom prst="arc">
                      <a:avLst>
                        <a:gd name="adj1" fmla="val 19563312"/>
                        <a:gd name="adj2" fmla="val 720446"/>
                      </a:avLst>
                    </a:prstGeom>
                    <a:ln w="19050">
                      <a:solidFill>
                        <a:schemeClr val="accent1"/>
                      </a:solidFill>
                      <a:prstDash val="sysDash"/>
                      <a:headEnd type="triangl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accent4"/>
                        </a:solidFill>
                      </a:endParaRPr>
                    </a:p>
                  </p:txBody>
                </p:sp>
              </p:grpSp>
              <p:grpSp>
                <p:nvGrpSpPr>
                  <p:cNvPr id="274" name="组合 273">
                    <a:extLst>
                      <a:ext uri="{FF2B5EF4-FFF2-40B4-BE49-F238E27FC236}">
                        <a16:creationId xmlns:a16="http://schemas.microsoft.com/office/drawing/2014/main" id="{0DB5AC87-B443-B623-3392-179754BE078D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1138879" y="607521"/>
                    <a:ext cx="403464" cy="115118"/>
                    <a:chOff x="1646441" y="4651931"/>
                    <a:chExt cx="653109" cy="167903"/>
                  </a:xfrm>
                </p:grpSpPr>
                <p:sp>
                  <p:nvSpPr>
                    <p:cNvPr id="288" name="矩形 287">
                      <a:extLst>
                        <a:ext uri="{FF2B5EF4-FFF2-40B4-BE49-F238E27FC236}">
                          <a16:creationId xmlns:a16="http://schemas.microsoft.com/office/drawing/2014/main" id="{B29C6A59-FF6D-73D6-3730-19B7839AD0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46441" y="4651931"/>
                      <a:ext cx="399728" cy="167903"/>
                    </a:xfrm>
                    <a:prstGeom prst="rect">
                      <a:avLst/>
                    </a:prstGeom>
                    <a:ln>
                      <a:solidFill>
                        <a:srgbClr val="4472C4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cxnSp>
                  <p:nvCxnSpPr>
                    <p:cNvPr id="289" name="直接箭头连接符 288">
                      <a:extLst>
                        <a:ext uri="{FF2B5EF4-FFF2-40B4-BE49-F238E27FC236}">
                          <a16:creationId xmlns:a16="http://schemas.microsoft.com/office/drawing/2014/main" id="{A288499B-387A-0EAD-CEF4-21D73A29A660}"/>
                        </a:ext>
                      </a:extLst>
                    </p:cNvPr>
                    <p:cNvCxnSpPr>
                      <a:cxnSpLocks/>
                      <a:stCxn id="288" idx="3"/>
                    </p:cNvCxnSpPr>
                    <p:nvPr/>
                  </p:nvCxnSpPr>
                  <p:spPr>
                    <a:xfrm rot="10800000" flipH="1">
                      <a:off x="2046170" y="4735883"/>
                      <a:ext cx="253380" cy="0"/>
                    </a:xfrm>
                    <a:prstGeom prst="straightConnector1">
                      <a:avLst/>
                    </a:prstGeom>
                    <a:ln w="19050"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275" name="直接箭头连接符 274">
                    <a:extLst>
                      <a:ext uri="{FF2B5EF4-FFF2-40B4-BE49-F238E27FC236}">
                        <a16:creationId xmlns:a16="http://schemas.microsoft.com/office/drawing/2014/main" id="{56BE3F42-169E-02B3-89D9-E254B883BC7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627552" y="1032750"/>
                    <a:ext cx="270587" cy="47187"/>
                  </a:xfrm>
                  <a:prstGeom prst="straightConnector1">
                    <a:avLst/>
                  </a:prstGeom>
                  <a:ln w="19050">
                    <a:solidFill>
                      <a:srgbClr val="FF0000"/>
                    </a:solidFill>
                    <a:prstDash val="sysDash"/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6" name="直接箭头连接符 275">
                    <a:extLst>
                      <a:ext uri="{FF2B5EF4-FFF2-40B4-BE49-F238E27FC236}">
                        <a16:creationId xmlns:a16="http://schemas.microsoft.com/office/drawing/2014/main" id="{F31CBC50-7F6B-B28B-2995-447C6E16A4F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92251" y="1037327"/>
                    <a:ext cx="1079207" cy="353317"/>
                  </a:xfrm>
                  <a:prstGeom prst="straightConnector1">
                    <a:avLst/>
                  </a:prstGeom>
                  <a:ln w="19050">
                    <a:solidFill>
                      <a:srgbClr val="FF0000"/>
                    </a:solidFill>
                    <a:prstDash val="sysDash"/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7" name="直接连接符 276">
                    <a:extLst>
                      <a:ext uri="{FF2B5EF4-FFF2-40B4-BE49-F238E27FC236}">
                        <a16:creationId xmlns:a16="http://schemas.microsoft.com/office/drawing/2014/main" id="{CB8FA9B5-FD99-CED9-79B3-62557C79334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026611" y="1704749"/>
                    <a:ext cx="0" cy="1138330"/>
                  </a:xfrm>
                  <a:prstGeom prst="line">
                    <a:avLst/>
                  </a:prstGeom>
                  <a:ln w="12700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78" name="组合 277">
                    <a:extLst>
                      <a:ext uri="{FF2B5EF4-FFF2-40B4-BE49-F238E27FC236}">
                        <a16:creationId xmlns:a16="http://schemas.microsoft.com/office/drawing/2014/main" id="{0ECAA14B-FD2A-ECB0-8AE1-936E8322593B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1833629" y="2528830"/>
                    <a:ext cx="280203" cy="60770"/>
                    <a:chOff x="1680618" y="4633176"/>
                    <a:chExt cx="634068" cy="167903"/>
                  </a:xfrm>
                </p:grpSpPr>
                <p:sp>
                  <p:nvSpPr>
                    <p:cNvPr id="286" name="矩形 285">
                      <a:extLst>
                        <a:ext uri="{FF2B5EF4-FFF2-40B4-BE49-F238E27FC236}">
                          <a16:creationId xmlns:a16="http://schemas.microsoft.com/office/drawing/2014/main" id="{8DE70537-255A-B7E7-1FD4-22D946D7A2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80618" y="4633176"/>
                      <a:ext cx="399728" cy="167903"/>
                    </a:xfrm>
                    <a:prstGeom prst="rect">
                      <a:avLst/>
                    </a:prstGeom>
                    <a:ln>
                      <a:solidFill>
                        <a:srgbClr val="4472C4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cxnSp>
                  <p:nvCxnSpPr>
                    <p:cNvPr id="287" name="直接箭头连接符 286">
                      <a:extLst>
                        <a:ext uri="{FF2B5EF4-FFF2-40B4-BE49-F238E27FC236}">
                          <a16:creationId xmlns:a16="http://schemas.microsoft.com/office/drawing/2014/main" id="{B419746F-7ACF-58B3-C16E-9B47D1C2F55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134804" y="4717128"/>
                      <a:ext cx="179882" cy="0"/>
                    </a:xfrm>
                    <a:prstGeom prst="straightConnector1">
                      <a:avLst/>
                    </a:prstGeom>
                    <a:ln w="19050"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81" name="组合 280">
                    <a:extLst>
                      <a:ext uri="{FF2B5EF4-FFF2-40B4-BE49-F238E27FC236}">
                        <a16:creationId xmlns:a16="http://schemas.microsoft.com/office/drawing/2014/main" id="{FC696E2D-C94A-721A-F5D8-D2E986686CEF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1944309" y="2483807"/>
                    <a:ext cx="280206" cy="60770"/>
                    <a:chOff x="1680623" y="4504249"/>
                    <a:chExt cx="634076" cy="167903"/>
                  </a:xfrm>
                </p:grpSpPr>
                <p:sp>
                  <p:nvSpPr>
                    <p:cNvPr id="284" name="矩形 283">
                      <a:extLst>
                        <a:ext uri="{FF2B5EF4-FFF2-40B4-BE49-F238E27FC236}">
                          <a16:creationId xmlns:a16="http://schemas.microsoft.com/office/drawing/2014/main" id="{C63CD3D4-6F6A-AADF-22FE-8C6FB68828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80623" y="4504249"/>
                      <a:ext cx="399728" cy="167903"/>
                    </a:xfrm>
                    <a:prstGeom prst="rect">
                      <a:avLst/>
                    </a:prstGeom>
                    <a:ln>
                      <a:solidFill>
                        <a:srgbClr val="4472C4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cxnSp>
                  <p:nvCxnSpPr>
                    <p:cNvPr id="285" name="直接箭头连接符 284">
                      <a:extLst>
                        <a:ext uri="{FF2B5EF4-FFF2-40B4-BE49-F238E27FC236}">
                          <a16:creationId xmlns:a16="http://schemas.microsoft.com/office/drawing/2014/main" id="{292308BA-3B21-994F-B96D-C135150E52E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134818" y="4588214"/>
                      <a:ext cx="179881" cy="0"/>
                    </a:xfrm>
                    <a:prstGeom prst="straightConnector1">
                      <a:avLst/>
                    </a:prstGeom>
                    <a:ln w="19050"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283" name="直接连接符 282">
                    <a:extLst>
                      <a:ext uri="{FF2B5EF4-FFF2-40B4-BE49-F238E27FC236}">
                        <a16:creationId xmlns:a16="http://schemas.microsoft.com/office/drawing/2014/main" id="{F292F983-7033-91A3-2639-E1F08D58456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919906" y="669184"/>
                    <a:ext cx="693604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ysDash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cxnSp>
          <p:nvCxnSpPr>
            <p:cNvPr id="384" name="直接箭头连接符 383">
              <a:extLst>
                <a:ext uri="{FF2B5EF4-FFF2-40B4-BE49-F238E27FC236}">
                  <a16:creationId xmlns:a16="http://schemas.microsoft.com/office/drawing/2014/main" id="{DC16343A-27E6-BB53-57A3-9CF969D983D6}"/>
                </a:ext>
              </a:extLst>
            </p:cNvPr>
            <p:cNvCxnSpPr/>
            <p:nvPr/>
          </p:nvCxnSpPr>
          <p:spPr>
            <a:xfrm>
              <a:off x="1690841" y="1454854"/>
              <a:ext cx="0" cy="575738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0780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45333-D190-7218-C313-4CBA1039B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F2DC607-3B79-A602-3924-267BF5015404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1572224" y="948108"/>
            <a:ext cx="856044" cy="35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F0D050C-7396-EE61-0402-8497324C067E}"/>
              </a:ext>
            </a:extLst>
          </p:cNvPr>
          <p:cNvSpPr txBox="1"/>
          <p:nvPr/>
        </p:nvSpPr>
        <p:spPr>
          <a:xfrm>
            <a:off x="1567045" y="710380"/>
            <a:ext cx="9481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Node</a:t>
            </a: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548845A-6A3A-6F02-9EEB-2E95C9E6C4F2}"/>
                  </a:ext>
                </a:extLst>
              </p:cNvPr>
              <p:cNvSpPr txBox="1"/>
              <p:nvPr/>
            </p:nvSpPr>
            <p:spPr>
              <a:xfrm>
                <a:off x="2428268" y="507923"/>
                <a:ext cx="1085470" cy="88036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548845A-6A3A-6F02-9EEB-2E95C9E6C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268" y="507923"/>
                <a:ext cx="1085470" cy="880369"/>
              </a:xfrm>
              <a:prstGeom prst="rect">
                <a:avLst/>
              </a:prstGeom>
              <a:blipFill>
                <a:blip r:embed="rId3"/>
                <a:stretch>
                  <a:fillRect r="-19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5EC232F-B054-E1D6-1809-0E5A0D32C9B5}"/>
              </a:ext>
            </a:extLst>
          </p:cNvPr>
          <p:cNvCxnSpPr>
            <a:cxnSpLocks/>
          </p:cNvCxnSpPr>
          <p:nvPr/>
        </p:nvCxnSpPr>
        <p:spPr>
          <a:xfrm>
            <a:off x="3693275" y="890382"/>
            <a:ext cx="41516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75D5E11-9497-7B54-D259-7BF694E74288}"/>
              </a:ext>
            </a:extLst>
          </p:cNvPr>
          <p:cNvGrpSpPr/>
          <p:nvPr/>
        </p:nvGrpSpPr>
        <p:grpSpPr>
          <a:xfrm>
            <a:off x="4123276" y="333948"/>
            <a:ext cx="624142" cy="1027936"/>
            <a:chOff x="5593710" y="587748"/>
            <a:chExt cx="999971" cy="1871424"/>
          </a:xfrm>
        </p:grpSpPr>
        <p:sp>
          <p:nvSpPr>
            <p:cNvPr id="13" name="立方体 12">
              <a:extLst>
                <a:ext uri="{FF2B5EF4-FFF2-40B4-BE49-F238E27FC236}">
                  <a16:creationId xmlns:a16="http://schemas.microsoft.com/office/drawing/2014/main" id="{343B0D01-9822-21D4-93D3-DDEE25B44BE8}"/>
                </a:ext>
              </a:extLst>
            </p:cNvPr>
            <p:cNvSpPr/>
            <p:nvPr/>
          </p:nvSpPr>
          <p:spPr>
            <a:xfrm>
              <a:off x="5593710" y="587748"/>
              <a:ext cx="491040" cy="1871424"/>
            </a:xfrm>
            <a:prstGeom prst="cube">
              <a:avLst>
                <a:gd name="adj" fmla="val 7883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立方体 14">
              <a:extLst>
                <a:ext uri="{FF2B5EF4-FFF2-40B4-BE49-F238E27FC236}">
                  <a16:creationId xmlns:a16="http://schemas.microsoft.com/office/drawing/2014/main" id="{E2470615-B825-DDAC-9716-AE8FF19DC4C8}"/>
                </a:ext>
              </a:extLst>
            </p:cNvPr>
            <p:cNvSpPr/>
            <p:nvPr/>
          </p:nvSpPr>
          <p:spPr>
            <a:xfrm>
              <a:off x="5774939" y="819738"/>
              <a:ext cx="389465" cy="1430749"/>
            </a:xfrm>
            <a:prstGeom prst="cube">
              <a:avLst>
                <a:gd name="adj" fmla="val 58462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立方体 15">
              <a:extLst>
                <a:ext uri="{FF2B5EF4-FFF2-40B4-BE49-F238E27FC236}">
                  <a16:creationId xmlns:a16="http://schemas.microsoft.com/office/drawing/2014/main" id="{10A37293-0F85-4795-3D63-B876A64B19CA}"/>
                </a:ext>
              </a:extLst>
            </p:cNvPr>
            <p:cNvSpPr/>
            <p:nvPr/>
          </p:nvSpPr>
          <p:spPr>
            <a:xfrm>
              <a:off x="5977417" y="1071563"/>
              <a:ext cx="451958" cy="985837"/>
            </a:xfrm>
            <a:prstGeom prst="cube">
              <a:avLst>
                <a:gd name="adj" fmla="val 47457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立方体 16">
              <a:extLst>
                <a:ext uri="{FF2B5EF4-FFF2-40B4-BE49-F238E27FC236}">
                  <a16:creationId xmlns:a16="http://schemas.microsoft.com/office/drawing/2014/main" id="{2D920C08-0CEE-C1FF-7827-574AD0E0BF16}"/>
                </a:ext>
              </a:extLst>
            </p:cNvPr>
            <p:cNvSpPr/>
            <p:nvPr/>
          </p:nvSpPr>
          <p:spPr>
            <a:xfrm>
              <a:off x="6265979" y="1316035"/>
              <a:ext cx="327702" cy="555500"/>
            </a:xfrm>
            <a:prstGeom prst="cube">
              <a:avLst>
                <a:gd name="adj" fmla="val 47457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FEE4E679-EDEB-4713-2EAE-3C22BE6C7D09}"/>
              </a:ext>
            </a:extLst>
          </p:cNvPr>
          <p:cNvCxnSpPr>
            <a:cxnSpLocks/>
          </p:cNvCxnSpPr>
          <p:nvPr/>
        </p:nvCxnSpPr>
        <p:spPr>
          <a:xfrm>
            <a:off x="6023266" y="1045162"/>
            <a:ext cx="526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3AE86FC4-6431-8335-B815-AEBBA904A2DA}"/>
              </a:ext>
            </a:extLst>
          </p:cNvPr>
          <p:cNvGrpSpPr/>
          <p:nvPr/>
        </p:nvGrpSpPr>
        <p:grpSpPr>
          <a:xfrm>
            <a:off x="6551397" y="876956"/>
            <a:ext cx="324056" cy="324056"/>
            <a:chOff x="8691357" y="1421858"/>
            <a:chExt cx="324056" cy="324056"/>
          </a:xfrm>
        </p:grpSpPr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34CC6C13-2CD4-72E0-0744-1B4A26B6C835}"/>
                </a:ext>
              </a:extLst>
            </p:cNvPr>
            <p:cNvSpPr/>
            <p:nvPr/>
          </p:nvSpPr>
          <p:spPr>
            <a:xfrm>
              <a:off x="8691357" y="1421858"/>
              <a:ext cx="324056" cy="32405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6D6A0ECF-3B57-566A-E782-0D2CD701930C}"/>
                </a:ext>
              </a:extLst>
            </p:cNvPr>
            <p:cNvCxnSpPr>
              <a:stCxn id="26" idx="2"/>
              <a:endCxn id="26" idx="6"/>
            </p:cNvCxnSpPr>
            <p:nvPr/>
          </p:nvCxnSpPr>
          <p:spPr>
            <a:xfrm>
              <a:off x="8691357" y="1583886"/>
              <a:ext cx="324056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EB1D2B4D-D668-1646-6375-6F496C2022E2}"/>
                </a:ext>
              </a:extLst>
            </p:cNvPr>
            <p:cNvCxnSpPr>
              <a:stCxn id="26" idx="0"/>
              <a:endCxn id="26" idx="4"/>
            </p:cNvCxnSpPr>
            <p:nvPr/>
          </p:nvCxnSpPr>
          <p:spPr>
            <a:xfrm>
              <a:off x="8853385" y="1421858"/>
              <a:ext cx="0" cy="32405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24FE7D5F-8BC4-E988-0C40-E729C1DDB564}"/>
                  </a:ext>
                </a:extLst>
              </p:cNvPr>
              <p:cNvSpPr txBox="1"/>
              <p:nvPr/>
            </p:nvSpPr>
            <p:spPr>
              <a:xfrm>
                <a:off x="6538004" y="1172045"/>
                <a:ext cx="46621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24FE7D5F-8BC4-E988-0C40-E729C1DDB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8004" y="1172045"/>
                <a:ext cx="466218" cy="276999"/>
              </a:xfrm>
              <a:prstGeom prst="rect">
                <a:avLst/>
              </a:prstGeom>
              <a:blipFill>
                <a:blip r:embed="rId4"/>
                <a:stretch>
                  <a:fillRect l="-18421" t="-2174" r="-18421" b="-369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文本框 52">
            <a:extLst>
              <a:ext uri="{FF2B5EF4-FFF2-40B4-BE49-F238E27FC236}">
                <a16:creationId xmlns:a16="http://schemas.microsoft.com/office/drawing/2014/main" id="{0A62E022-BFC6-7ADC-0508-DBCCCF54E7C0}"/>
              </a:ext>
            </a:extLst>
          </p:cNvPr>
          <p:cNvSpPr txBox="1"/>
          <p:nvPr/>
        </p:nvSpPr>
        <p:spPr>
          <a:xfrm>
            <a:off x="6595798" y="443402"/>
            <a:ext cx="1057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E9C55DB8-0589-FAEB-466A-B488A88F6E28}"/>
              </a:ext>
            </a:extLst>
          </p:cNvPr>
          <p:cNvCxnSpPr>
            <a:cxnSpLocks/>
          </p:cNvCxnSpPr>
          <p:nvPr/>
        </p:nvCxnSpPr>
        <p:spPr>
          <a:xfrm>
            <a:off x="6861504" y="1038534"/>
            <a:ext cx="526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0CDC4229-B605-799A-8180-BE2E6CBB6202}"/>
                  </a:ext>
                </a:extLst>
              </p:cNvPr>
              <p:cNvSpPr txBox="1"/>
              <p:nvPr/>
            </p:nvSpPr>
            <p:spPr>
              <a:xfrm>
                <a:off x="7334233" y="1182094"/>
                <a:ext cx="49231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0CDC4229-B605-799A-8180-BE2E6CBB6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233" y="1182094"/>
                <a:ext cx="492314" cy="276999"/>
              </a:xfrm>
              <a:prstGeom prst="rect">
                <a:avLst/>
              </a:prstGeom>
              <a:blipFill>
                <a:blip r:embed="rId5"/>
                <a:stretch>
                  <a:fillRect l="-16049" t="-4444" r="-17284" b="-3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4990718B-92F1-1B75-1204-9CCF94AA3ECE}"/>
              </a:ext>
            </a:extLst>
          </p:cNvPr>
          <p:cNvGrpSpPr/>
          <p:nvPr/>
        </p:nvGrpSpPr>
        <p:grpSpPr>
          <a:xfrm>
            <a:off x="7369757" y="336477"/>
            <a:ext cx="1184536" cy="1122984"/>
            <a:chOff x="7817050" y="800486"/>
            <a:chExt cx="1379799" cy="1344413"/>
          </a:xfrm>
        </p:grpSpPr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F490903D-3815-5B52-D337-A35B4AE4F894}"/>
                </a:ext>
              </a:extLst>
            </p:cNvPr>
            <p:cNvGrpSpPr/>
            <p:nvPr/>
          </p:nvGrpSpPr>
          <p:grpSpPr>
            <a:xfrm>
              <a:off x="7976594" y="800486"/>
              <a:ext cx="1220255" cy="1118189"/>
              <a:chOff x="9022185" y="995487"/>
              <a:chExt cx="1220255" cy="1118189"/>
            </a:xfrm>
          </p:grpSpPr>
          <p:sp>
            <p:nvSpPr>
              <p:cNvPr id="80" name="矩形: 圆角 79">
                <a:extLst>
                  <a:ext uri="{FF2B5EF4-FFF2-40B4-BE49-F238E27FC236}">
                    <a16:creationId xmlns:a16="http://schemas.microsoft.com/office/drawing/2014/main" id="{78F6D5D2-2E15-A385-5869-2762274FD8F6}"/>
                  </a:ext>
                </a:extLst>
              </p:cNvPr>
              <p:cNvSpPr/>
              <p:nvPr/>
            </p:nvSpPr>
            <p:spPr>
              <a:xfrm>
                <a:off x="9022185" y="995487"/>
                <a:ext cx="1220255" cy="1118189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1" name="组合 80">
                <a:extLst>
                  <a:ext uri="{FF2B5EF4-FFF2-40B4-BE49-F238E27FC236}">
                    <a16:creationId xmlns:a16="http://schemas.microsoft.com/office/drawing/2014/main" id="{2B411CDC-E7A2-C32B-1FB4-3FFB6CE92F7A}"/>
                  </a:ext>
                </a:extLst>
              </p:cNvPr>
              <p:cNvGrpSpPr/>
              <p:nvPr/>
            </p:nvGrpSpPr>
            <p:grpSpPr>
              <a:xfrm>
                <a:off x="9048779" y="1048452"/>
                <a:ext cx="1170972" cy="929492"/>
                <a:chOff x="6859933" y="2764631"/>
                <a:chExt cx="1229001" cy="1040834"/>
              </a:xfrm>
            </p:grpSpPr>
            <p:sp>
              <p:nvSpPr>
                <p:cNvPr id="82" name="椭圆 81">
                  <a:extLst>
                    <a:ext uri="{FF2B5EF4-FFF2-40B4-BE49-F238E27FC236}">
                      <a16:creationId xmlns:a16="http://schemas.microsoft.com/office/drawing/2014/main" id="{AFBB5A25-FFEF-5C12-68ED-37C56EAD43ED}"/>
                    </a:ext>
                  </a:extLst>
                </p:cNvPr>
                <p:cNvSpPr/>
                <p:nvPr/>
              </p:nvSpPr>
              <p:spPr>
                <a:xfrm>
                  <a:off x="7343775" y="2764631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3" name="椭圆 82">
                  <a:extLst>
                    <a:ext uri="{FF2B5EF4-FFF2-40B4-BE49-F238E27FC236}">
                      <a16:creationId xmlns:a16="http://schemas.microsoft.com/office/drawing/2014/main" id="{D0A55C89-5E93-A840-375C-7E4B79427EB3}"/>
                    </a:ext>
                  </a:extLst>
                </p:cNvPr>
                <p:cNvSpPr/>
                <p:nvPr/>
              </p:nvSpPr>
              <p:spPr>
                <a:xfrm>
                  <a:off x="7343775" y="3228246"/>
                  <a:ext cx="240158" cy="240158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4" name="椭圆 83">
                  <a:extLst>
                    <a:ext uri="{FF2B5EF4-FFF2-40B4-BE49-F238E27FC236}">
                      <a16:creationId xmlns:a16="http://schemas.microsoft.com/office/drawing/2014/main" id="{7D2C6684-0A8A-5D8B-23A5-09453A198543}"/>
                    </a:ext>
                  </a:extLst>
                </p:cNvPr>
                <p:cNvSpPr/>
                <p:nvPr/>
              </p:nvSpPr>
              <p:spPr>
                <a:xfrm>
                  <a:off x="6859933" y="3559240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5" name="椭圆 84">
                  <a:extLst>
                    <a:ext uri="{FF2B5EF4-FFF2-40B4-BE49-F238E27FC236}">
                      <a16:creationId xmlns:a16="http://schemas.microsoft.com/office/drawing/2014/main" id="{13C0EB15-77FC-1528-61A4-11A83CAF6719}"/>
                    </a:ext>
                  </a:extLst>
                </p:cNvPr>
                <p:cNvSpPr/>
                <p:nvPr/>
              </p:nvSpPr>
              <p:spPr>
                <a:xfrm>
                  <a:off x="7848776" y="3565307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86" name="直接箭头连接符 85">
                  <a:extLst>
                    <a:ext uri="{FF2B5EF4-FFF2-40B4-BE49-F238E27FC236}">
                      <a16:creationId xmlns:a16="http://schemas.microsoft.com/office/drawing/2014/main" id="{86D0DE4E-9EC9-0E90-F4DA-31D2BEE4C4AA}"/>
                    </a:ext>
                  </a:extLst>
                </p:cNvPr>
                <p:cNvCxnSpPr>
                  <a:stCxn id="82" idx="4"/>
                  <a:endCxn id="83" idx="0"/>
                </p:cNvCxnSpPr>
                <p:nvPr/>
              </p:nvCxnSpPr>
              <p:spPr>
                <a:xfrm>
                  <a:off x="7463854" y="3004789"/>
                  <a:ext cx="0" cy="223457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接箭头连接符 86">
                  <a:extLst>
                    <a:ext uri="{FF2B5EF4-FFF2-40B4-BE49-F238E27FC236}">
                      <a16:creationId xmlns:a16="http://schemas.microsoft.com/office/drawing/2014/main" id="{24A44C04-71CF-231C-4FD1-343B0DE828A1}"/>
                    </a:ext>
                  </a:extLst>
                </p:cNvPr>
                <p:cNvCxnSpPr>
                  <a:stCxn id="82" idx="3"/>
                  <a:endCxn id="84" idx="0"/>
                </p:cNvCxnSpPr>
                <p:nvPr/>
              </p:nvCxnSpPr>
              <p:spPr>
                <a:xfrm flipH="1">
                  <a:off x="6980012" y="2969619"/>
                  <a:ext cx="398933" cy="589621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直接箭头连接符 87">
                  <a:extLst>
                    <a:ext uri="{FF2B5EF4-FFF2-40B4-BE49-F238E27FC236}">
                      <a16:creationId xmlns:a16="http://schemas.microsoft.com/office/drawing/2014/main" id="{FDA1762D-EF43-01B8-BFBF-D1C231A6F4C6}"/>
                    </a:ext>
                  </a:extLst>
                </p:cNvPr>
                <p:cNvCxnSpPr>
                  <a:cxnSpLocks/>
                  <a:stCxn id="82" idx="5"/>
                  <a:endCxn id="85" idx="0"/>
                </p:cNvCxnSpPr>
                <p:nvPr/>
              </p:nvCxnSpPr>
              <p:spPr>
                <a:xfrm>
                  <a:off x="7548763" y="2969619"/>
                  <a:ext cx="420092" cy="59568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直接箭头连接符 88">
                  <a:extLst>
                    <a:ext uri="{FF2B5EF4-FFF2-40B4-BE49-F238E27FC236}">
                      <a16:creationId xmlns:a16="http://schemas.microsoft.com/office/drawing/2014/main" id="{4650FE97-4957-B277-7FB2-41609E429718}"/>
                    </a:ext>
                  </a:extLst>
                </p:cNvPr>
                <p:cNvCxnSpPr>
                  <a:stCxn id="84" idx="6"/>
                  <a:endCxn id="85" idx="2"/>
                </p:cNvCxnSpPr>
                <p:nvPr/>
              </p:nvCxnSpPr>
              <p:spPr>
                <a:xfrm>
                  <a:off x="7100091" y="3679319"/>
                  <a:ext cx="748685" cy="6067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直接箭头连接符 89">
                  <a:extLst>
                    <a:ext uri="{FF2B5EF4-FFF2-40B4-BE49-F238E27FC236}">
                      <a16:creationId xmlns:a16="http://schemas.microsoft.com/office/drawing/2014/main" id="{9ADB2B2F-DF52-E4DA-409E-B3C3EE1FFA06}"/>
                    </a:ext>
                  </a:extLst>
                </p:cNvPr>
                <p:cNvCxnSpPr>
                  <a:cxnSpLocks/>
                  <a:stCxn id="83" idx="2"/>
                  <a:endCxn id="84" idx="7"/>
                </p:cNvCxnSpPr>
                <p:nvPr/>
              </p:nvCxnSpPr>
              <p:spPr>
                <a:xfrm flipH="1">
                  <a:off x="7064921" y="3348325"/>
                  <a:ext cx="278854" cy="246085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直接箭头连接符 90">
                  <a:extLst>
                    <a:ext uri="{FF2B5EF4-FFF2-40B4-BE49-F238E27FC236}">
                      <a16:creationId xmlns:a16="http://schemas.microsoft.com/office/drawing/2014/main" id="{1FC2E892-8D0D-693A-A520-6804E4E6587C}"/>
                    </a:ext>
                  </a:extLst>
                </p:cNvPr>
                <p:cNvCxnSpPr>
                  <a:cxnSpLocks/>
                  <a:stCxn id="83" idx="6"/>
                  <a:endCxn id="85" idx="1"/>
                </p:cNvCxnSpPr>
                <p:nvPr/>
              </p:nvCxnSpPr>
              <p:spPr>
                <a:xfrm>
                  <a:off x="7583933" y="3348325"/>
                  <a:ext cx="300013" cy="252152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86A632C9-BA7E-7223-5E9E-B0E0D2D2FF44}"/>
                </a:ext>
              </a:extLst>
            </p:cNvPr>
            <p:cNvGrpSpPr/>
            <p:nvPr/>
          </p:nvGrpSpPr>
          <p:grpSpPr>
            <a:xfrm>
              <a:off x="7817050" y="1026710"/>
              <a:ext cx="1220255" cy="1118189"/>
              <a:chOff x="9022185" y="995487"/>
              <a:chExt cx="1220255" cy="1118189"/>
            </a:xfrm>
          </p:grpSpPr>
          <p:sp>
            <p:nvSpPr>
              <p:cNvPr id="56" name="矩形: 圆角 55">
                <a:extLst>
                  <a:ext uri="{FF2B5EF4-FFF2-40B4-BE49-F238E27FC236}">
                    <a16:creationId xmlns:a16="http://schemas.microsoft.com/office/drawing/2014/main" id="{075CCAAB-A3B7-E688-1FC2-1D4AFE15AB04}"/>
                  </a:ext>
                </a:extLst>
              </p:cNvPr>
              <p:cNvSpPr/>
              <p:nvPr/>
            </p:nvSpPr>
            <p:spPr>
              <a:xfrm>
                <a:off x="9022185" y="995487"/>
                <a:ext cx="1220255" cy="1118189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7" name="组合 76">
                <a:extLst>
                  <a:ext uri="{FF2B5EF4-FFF2-40B4-BE49-F238E27FC236}">
                    <a16:creationId xmlns:a16="http://schemas.microsoft.com/office/drawing/2014/main" id="{B52FE3C0-4111-A530-DDD8-A94F0CDED655}"/>
                  </a:ext>
                </a:extLst>
              </p:cNvPr>
              <p:cNvGrpSpPr/>
              <p:nvPr/>
            </p:nvGrpSpPr>
            <p:grpSpPr>
              <a:xfrm>
                <a:off x="9048779" y="1048452"/>
                <a:ext cx="1170972" cy="929492"/>
                <a:chOff x="6859933" y="2764631"/>
                <a:chExt cx="1229001" cy="1040834"/>
              </a:xfrm>
            </p:grpSpPr>
            <p:sp>
              <p:nvSpPr>
                <p:cNvPr id="57" name="椭圆 56">
                  <a:extLst>
                    <a:ext uri="{FF2B5EF4-FFF2-40B4-BE49-F238E27FC236}">
                      <a16:creationId xmlns:a16="http://schemas.microsoft.com/office/drawing/2014/main" id="{E4393A6D-AD89-F069-6A10-EA7AA3AC618F}"/>
                    </a:ext>
                  </a:extLst>
                </p:cNvPr>
                <p:cNvSpPr/>
                <p:nvPr/>
              </p:nvSpPr>
              <p:spPr>
                <a:xfrm>
                  <a:off x="7343775" y="2764631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" name="椭圆 57">
                  <a:extLst>
                    <a:ext uri="{FF2B5EF4-FFF2-40B4-BE49-F238E27FC236}">
                      <a16:creationId xmlns:a16="http://schemas.microsoft.com/office/drawing/2014/main" id="{586CFCE9-4B27-CD85-2A92-56E86C613DF1}"/>
                    </a:ext>
                  </a:extLst>
                </p:cNvPr>
                <p:cNvSpPr/>
                <p:nvPr/>
              </p:nvSpPr>
              <p:spPr>
                <a:xfrm>
                  <a:off x="7343775" y="3228246"/>
                  <a:ext cx="240158" cy="240158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9" name="椭圆 58">
                  <a:extLst>
                    <a:ext uri="{FF2B5EF4-FFF2-40B4-BE49-F238E27FC236}">
                      <a16:creationId xmlns:a16="http://schemas.microsoft.com/office/drawing/2014/main" id="{AAD8BE2D-160E-F1AD-1A35-A88384EEF9AA}"/>
                    </a:ext>
                  </a:extLst>
                </p:cNvPr>
                <p:cNvSpPr/>
                <p:nvPr/>
              </p:nvSpPr>
              <p:spPr>
                <a:xfrm>
                  <a:off x="6859933" y="3559240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0" name="椭圆 59">
                  <a:extLst>
                    <a:ext uri="{FF2B5EF4-FFF2-40B4-BE49-F238E27FC236}">
                      <a16:creationId xmlns:a16="http://schemas.microsoft.com/office/drawing/2014/main" id="{AA104734-2282-AA4F-D8DF-823444169088}"/>
                    </a:ext>
                  </a:extLst>
                </p:cNvPr>
                <p:cNvSpPr/>
                <p:nvPr/>
              </p:nvSpPr>
              <p:spPr>
                <a:xfrm>
                  <a:off x="7848776" y="3565307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62" name="直接箭头连接符 61">
                  <a:extLst>
                    <a:ext uri="{FF2B5EF4-FFF2-40B4-BE49-F238E27FC236}">
                      <a16:creationId xmlns:a16="http://schemas.microsoft.com/office/drawing/2014/main" id="{44BAFA44-B427-8B6E-FD14-2ACB88F5B003}"/>
                    </a:ext>
                  </a:extLst>
                </p:cNvPr>
                <p:cNvCxnSpPr>
                  <a:stCxn id="57" idx="4"/>
                  <a:endCxn id="58" idx="0"/>
                </p:cNvCxnSpPr>
                <p:nvPr/>
              </p:nvCxnSpPr>
              <p:spPr>
                <a:xfrm>
                  <a:off x="7463854" y="3004789"/>
                  <a:ext cx="0" cy="223457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直接箭头连接符 63">
                  <a:extLst>
                    <a:ext uri="{FF2B5EF4-FFF2-40B4-BE49-F238E27FC236}">
                      <a16:creationId xmlns:a16="http://schemas.microsoft.com/office/drawing/2014/main" id="{0DEDE409-0D75-E51B-111E-F3683E59894B}"/>
                    </a:ext>
                  </a:extLst>
                </p:cNvPr>
                <p:cNvCxnSpPr>
                  <a:stCxn id="57" idx="3"/>
                  <a:endCxn id="59" idx="0"/>
                </p:cNvCxnSpPr>
                <p:nvPr/>
              </p:nvCxnSpPr>
              <p:spPr>
                <a:xfrm flipH="1">
                  <a:off x="6980012" y="2969619"/>
                  <a:ext cx="398933" cy="589621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直接箭头连接符 65">
                  <a:extLst>
                    <a:ext uri="{FF2B5EF4-FFF2-40B4-BE49-F238E27FC236}">
                      <a16:creationId xmlns:a16="http://schemas.microsoft.com/office/drawing/2014/main" id="{F6D9EA92-21E5-DE48-6901-D3AAA307C496}"/>
                    </a:ext>
                  </a:extLst>
                </p:cNvPr>
                <p:cNvCxnSpPr>
                  <a:cxnSpLocks/>
                  <a:stCxn id="57" idx="5"/>
                  <a:endCxn id="60" idx="0"/>
                </p:cNvCxnSpPr>
                <p:nvPr/>
              </p:nvCxnSpPr>
              <p:spPr>
                <a:xfrm>
                  <a:off x="7548763" y="2969619"/>
                  <a:ext cx="420092" cy="59568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直接箭头连接符 67">
                  <a:extLst>
                    <a:ext uri="{FF2B5EF4-FFF2-40B4-BE49-F238E27FC236}">
                      <a16:creationId xmlns:a16="http://schemas.microsoft.com/office/drawing/2014/main" id="{7A47702F-876F-D217-EF36-0CAECDDB78C7}"/>
                    </a:ext>
                  </a:extLst>
                </p:cNvPr>
                <p:cNvCxnSpPr>
                  <a:stCxn id="59" idx="6"/>
                  <a:endCxn id="60" idx="2"/>
                </p:cNvCxnSpPr>
                <p:nvPr/>
              </p:nvCxnSpPr>
              <p:spPr>
                <a:xfrm>
                  <a:off x="7100091" y="3679319"/>
                  <a:ext cx="748685" cy="6067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接箭头连接符 69">
                  <a:extLst>
                    <a:ext uri="{FF2B5EF4-FFF2-40B4-BE49-F238E27FC236}">
                      <a16:creationId xmlns:a16="http://schemas.microsoft.com/office/drawing/2014/main" id="{592B47E0-0427-CB48-9974-BB6034337523}"/>
                    </a:ext>
                  </a:extLst>
                </p:cNvPr>
                <p:cNvCxnSpPr>
                  <a:cxnSpLocks/>
                  <a:stCxn id="58" idx="2"/>
                  <a:endCxn id="59" idx="7"/>
                </p:cNvCxnSpPr>
                <p:nvPr/>
              </p:nvCxnSpPr>
              <p:spPr>
                <a:xfrm flipH="1">
                  <a:off x="7064921" y="3348325"/>
                  <a:ext cx="278854" cy="246085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直接箭头连接符 71">
                  <a:extLst>
                    <a:ext uri="{FF2B5EF4-FFF2-40B4-BE49-F238E27FC236}">
                      <a16:creationId xmlns:a16="http://schemas.microsoft.com/office/drawing/2014/main" id="{877172E4-78D8-1F50-0017-53AA739B7C07}"/>
                    </a:ext>
                  </a:extLst>
                </p:cNvPr>
                <p:cNvCxnSpPr>
                  <a:cxnSpLocks/>
                  <a:stCxn id="58" idx="6"/>
                  <a:endCxn id="60" idx="1"/>
                </p:cNvCxnSpPr>
                <p:nvPr/>
              </p:nvCxnSpPr>
              <p:spPr>
                <a:xfrm>
                  <a:off x="7583933" y="3348325"/>
                  <a:ext cx="300013" cy="252152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72E7E44A-966B-7617-E009-B33138ACB16F}"/>
              </a:ext>
            </a:extLst>
          </p:cNvPr>
          <p:cNvCxnSpPr>
            <a:cxnSpLocks/>
          </p:cNvCxnSpPr>
          <p:nvPr/>
        </p:nvCxnSpPr>
        <p:spPr>
          <a:xfrm>
            <a:off x="8561844" y="1019606"/>
            <a:ext cx="526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302EA305-DD0F-BA45-6FC9-9EC874252A2C}"/>
              </a:ext>
            </a:extLst>
          </p:cNvPr>
          <p:cNvGrpSpPr/>
          <p:nvPr/>
        </p:nvGrpSpPr>
        <p:grpSpPr>
          <a:xfrm>
            <a:off x="9093135" y="728127"/>
            <a:ext cx="812781" cy="586579"/>
            <a:chOff x="7119732" y="1135856"/>
            <a:chExt cx="1045574" cy="921544"/>
          </a:xfrm>
        </p:grpSpPr>
        <p:sp>
          <p:nvSpPr>
            <p:cNvPr id="94" name="矩形: 圆角 93">
              <a:extLst>
                <a:ext uri="{FF2B5EF4-FFF2-40B4-BE49-F238E27FC236}">
                  <a16:creationId xmlns:a16="http://schemas.microsoft.com/office/drawing/2014/main" id="{E10B871A-C1DF-ECC1-C335-6D9024607922}"/>
                </a:ext>
              </a:extLst>
            </p:cNvPr>
            <p:cNvSpPr/>
            <p:nvPr/>
          </p:nvSpPr>
          <p:spPr>
            <a:xfrm>
              <a:off x="7119732" y="1135856"/>
              <a:ext cx="1045574" cy="92154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B7883274-711B-2393-BBC2-0F434172AC47}"/>
                </a:ext>
              </a:extLst>
            </p:cNvPr>
            <p:cNvSpPr/>
            <p:nvPr/>
          </p:nvSpPr>
          <p:spPr>
            <a:xfrm>
              <a:off x="7279227" y="1421857"/>
              <a:ext cx="178593" cy="4616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AEFBE27B-6C8B-5DBA-C0AB-8E2D3309F7F5}"/>
                </a:ext>
              </a:extLst>
            </p:cNvPr>
            <p:cNvSpPr/>
            <p:nvPr/>
          </p:nvSpPr>
          <p:spPr>
            <a:xfrm>
              <a:off x="7532787" y="1257285"/>
              <a:ext cx="178593" cy="6729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38404B4F-F46F-DA09-A1E3-DB98444ACDF7}"/>
                </a:ext>
              </a:extLst>
            </p:cNvPr>
            <p:cNvSpPr/>
            <p:nvPr/>
          </p:nvSpPr>
          <p:spPr>
            <a:xfrm>
              <a:off x="7836779" y="1421858"/>
              <a:ext cx="178593" cy="4616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8" name="文本框 97">
            <a:extLst>
              <a:ext uri="{FF2B5EF4-FFF2-40B4-BE49-F238E27FC236}">
                <a16:creationId xmlns:a16="http://schemas.microsoft.com/office/drawing/2014/main" id="{55B2EE68-0730-E04F-928C-898FE0D67468}"/>
              </a:ext>
            </a:extLst>
          </p:cNvPr>
          <p:cNvSpPr txBox="1"/>
          <p:nvPr/>
        </p:nvSpPr>
        <p:spPr>
          <a:xfrm>
            <a:off x="3929920" y="1288020"/>
            <a:ext cx="15806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(ResNet-18)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3FB096C8-AF93-C1B3-D567-27C82A79F57D}"/>
              </a:ext>
            </a:extLst>
          </p:cNvPr>
          <p:cNvSpPr txBox="1"/>
          <p:nvPr/>
        </p:nvSpPr>
        <p:spPr>
          <a:xfrm>
            <a:off x="5605608" y="1343849"/>
            <a:ext cx="4506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6678720D-5C3B-4AF3-C63C-2E5CCE5CE278}"/>
              </a:ext>
            </a:extLst>
          </p:cNvPr>
          <p:cNvSpPr txBox="1"/>
          <p:nvPr/>
        </p:nvSpPr>
        <p:spPr>
          <a:xfrm>
            <a:off x="9152512" y="1292517"/>
            <a:ext cx="8846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Noisy Layers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4F2BC8E4-01D7-02ED-C8AF-B6EB9F7FB75E}"/>
              </a:ext>
            </a:extLst>
          </p:cNvPr>
          <p:cNvCxnSpPr>
            <a:cxnSpLocks/>
          </p:cNvCxnSpPr>
          <p:nvPr/>
        </p:nvCxnSpPr>
        <p:spPr>
          <a:xfrm>
            <a:off x="9894909" y="1037542"/>
            <a:ext cx="526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矩形 115">
            <a:extLst>
              <a:ext uri="{FF2B5EF4-FFF2-40B4-BE49-F238E27FC236}">
                <a16:creationId xmlns:a16="http://schemas.microsoft.com/office/drawing/2014/main" id="{3EB447A1-9FC7-1E95-EAE1-CB8C96F1B55D}"/>
              </a:ext>
            </a:extLst>
          </p:cNvPr>
          <p:cNvSpPr/>
          <p:nvPr/>
        </p:nvSpPr>
        <p:spPr>
          <a:xfrm>
            <a:off x="10411821" y="744342"/>
            <a:ext cx="414338" cy="53676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597A57E5-9899-72BA-0A54-D28B8A58C5EB}"/>
              </a:ext>
            </a:extLst>
          </p:cNvPr>
          <p:cNvCxnSpPr>
            <a:cxnSpLocks/>
          </p:cNvCxnSpPr>
          <p:nvPr/>
        </p:nvCxnSpPr>
        <p:spPr>
          <a:xfrm>
            <a:off x="6011953" y="2615274"/>
            <a:ext cx="526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组合 132">
            <a:extLst>
              <a:ext uri="{FF2B5EF4-FFF2-40B4-BE49-F238E27FC236}">
                <a16:creationId xmlns:a16="http://schemas.microsoft.com/office/drawing/2014/main" id="{809CB0D6-DDFA-79BB-BE9C-0DB1A6E40364}"/>
              </a:ext>
            </a:extLst>
          </p:cNvPr>
          <p:cNvGrpSpPr/>
          <p:nvPr/>
        </p:nvGrpSpPr>
        <p:grpSpPr>
          <a:xfrm>
            <a:off x="6539568" y="2427846"/>
            <a:ext cx="324056" cy="324056"/>
            <a:chOff x="8691357" y="1421858"/>
            <a:chExt cx="324056" cy="324056"/>
          </a:xfrm>
        </p:grpSpPr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71B00587-6D17-263A-9EB3-F0057765AC71}"/>
                </a:ext>
              </a:extLst>
            </p:cNvPr>
            <p:cNvSpPr/>
            <p:nvPr/>
          </p:nvSpPr>
          <p:spPr>
            <a:xfrm>
              <a:off x="8691357" y="1421858"/>
              <a:ext cx="324056" cy="32405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3E5E3AA2-A881-FD6D-6D01-83B935E58204}"/>
                </a:ext>
              </a:extLst>
            </p:cNvPr>
            <p:cNvCxnSpPr>
              <a:stCxn id="134" idx="2"/>
              <a:endCxn id="134" idx="6"/>
            </p:cNvCxnSpPr>
            <p:nvPr/>
          </p:nvCxnSpPr>
          <p:spPr>
            <a:xfrm>
              <a:off x="8691357" y="1583886"/>
              <a:ext cx="324056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0E7320BE-E6F1-DD93-41AB-43305989FC09}"/>
                </a:ext>
              </a:extLst>
            </p:cNvPr>
            <p:cNvCxnSpPr>
              <a:stCxn id="134" idx="0"/>
              <a:endCxn id="134" idx="4"/>
            </p:cNvCxnSpPr>
            <p:nvPr/>
          </p:nvCxnSpPr>
          <p:spPr>
            <a:xfrm>
              <a:off x="8853385" y="1421858"/>
              <a:ext cx="0" cy="32405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EFD641EE-1744-D5B7-87E0-221214953F1E}"/>
                  </a:ext>
                </a:extLst>
              </p:cNvPr>
              <p:cNvSpPr txBox="1"/>
              <p:nvPr/>
            </p:nvSpPr>
            <p:spPr>
              <a:xfrm>
                <a:off x="6468487" y="2714517"/>
                <a:ext cx="46621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EFD641EE-1744-D5B7-87E0-221214953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487" y="2714517"/>
                <a:ext cx="466218" cy="276999"/>
              </a:xfrm>
              <a:prstGeom prst="rect">
                <a:avLst/>
              </a:prstGeom>
              <a:blipFill>
                <a:blip r:embed="rId6"/>
                <a:stretch>
                  <a:fillRect l="-16883" t="-2174" r="-18182" b="-369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文本框 137">
            <a:extLst>
              <a:ext uri="{FF2B5EF4-FFF2-40B4-BE49-F238E27FC236}">
                <a16:creationId xmlns:a16="http://schemas.microsoft.com/office/drawing/2014/main" id="{897132F7-57AA-251D-F75B-D1F7F61775E1}"/>
              </a:ext>
            </a:extLst>
          </p:cNvPr>
          <p:cNvSpPr txBox="1"/>
          <p:nvPr/>
        </p:nvSpPr>
        <p:spPr>
          <a:xfrm>
            <a:off x="6602107" y="2093362"/>
            <a:ext cx="1057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A192F902-68F0-BDA7-8F72-A97C478A121E}"/>
              </a:ext>
            </a:extLst>
          </p:cNvPr>
          <p:cNvCxnSpPr>
            <a:cxnSpLocks/>
          </p:cNvCxnSpPr>
          <p:nvPr/>
        </p:nvCxnSpPr>
        <p:spPr>
          <a:xfrm>
            <a:off x="6861503" y="2628091"/>
            <a:ext cx="526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F1D4058F-92C6-3C40-0781-2C176F5685C3}"/>
                  </a:ext>
                </a:extLst>
              </p:cNvPr>
              <p:cNvSpPr txBox="1"/>
              <p:nvPr/>
            </p:nvSpPr>
            <p:spPr>
              <a:xfrm>
                <a:off x="6823613" y="2244991"/>
                <a:ext cx="49231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F1D4058F-92C6-3C40-0781-2C176F568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613" y="2244991"/>
                <a:ext cx="492314" cy="276999"/>
              </a:xfrm>
              <a:prstGeom prst="rect">
                <a:avLst/>
              </a:prstGeom>
              <a:blipFill>
                <a:blip r:embed="rId7"/>
                <a:stretch>
                  <a:fillRect l="-16049" t="-2174" r="-17284" b="-369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777D97D6-8A9D-ACDA-F7F0-000F053F416D}"/>
              </a:ext>
            </a:extLst>
          </p:cNvPr>
          <p:cNvCxnSpPr>
            <a:cxnSpLocks/>
          </p:cNvCxnSpPr>
          <p:nvPr/>
        </p:nvCxnSpPr>
        <p:spPr>
          <a:xfrm>
            <a:off x="8561844" y="2602870"/>
            <a:ext cx="526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2C25AD56-F8A1-4BFF-D026-5AC69BCE2535}"/>
              </a:ext>
            </a:extLst>
          </p:cNvPr>
          <p:cNvGrpSpPr/>
          <p:nvPr/>
        </p:nvGrpSpPr>
        <p:grpSpPr>
          <a:xfrm>
            <a:off x="9091017" y="2284125"/>
            <a:ext cx="812781" cy="586579"/>
            <a:chOff x="7119732" y="1135856"/>
            <a:chExt cx="1045574" cy="921544"/>
          </a:xfrm>
        </p:grpSpPr>
        <p:sp>
          <p:nvSpPr>
            <p:cNvPr id="170" name="矩形: 圆角 169">
              <a:extLst>
                <a:ext uri="{FF2B5EF4-FFF2-40B4-BE49-F238E27FC236}">
                  <a16:creationId xmlns:a16="http://schemas.microsoft.com/office/drawing/2014/main" id="{3088862E-DE96-EE50-3D41-42D315ECE2F0}"/>
                </a:ext>
              </a:extLst>
            </p:cNvPr>
            <p:cNvSpPr/>
            <p:nvPr/>
          </p:nvSpPr>
          <p:spPr>
            <a:xfrm>
              <a:off x="7119732" y="1135856"/>
              <a:ext cx="1045574" cy="92154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3281032E-BE6C-CAAD-3238-73DC416C7151}"/>
                </a:ext>
              </a:extLst>
            </p:cNvPr>
            <p:cNvSpPr/>
            <p:nvPr/>
          </p:nvSpPr>
          <p:spPr>
            <a:xfrm>
              <a:off x="7279227" y="1421857"/>
              <a:ext cx="178593" cy="4616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4B730CF9-467E-EDBF-5453-0B3525E02C0B}"/>
                </a:ext>
              </a:extLst>
            </p:cNvPr>
            <p:cNvSpPr/>
            <p:nvPr/>
          </p:nvSpPr>
          <p:spPr>
            <a:xfrm>
              <a:off x="7532787" y="1257285"/>
              <a:ext cx="178593" cy="6729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75CFA668-93F7-0B06-CF28-B5374ABBBE27}"/>
                </a:ext>
              </a:extLst>
            </p:cNvPr>
            <p:cNvSpPr/>
            <p:nvPr/>
          </p:nvSpPr>
          <p:spPr>
            <a:xfrm>
              <a:off x="7836779" y="1421858"/>
              <a:ext cx="178593" cy="4616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4" name="文本框 173">
            <a:extLst>
              <a:ext uri="{FF2B5EF4-FFF2-40B4-BE49-F238E27FC236}">
                <a16:creationId xmlns:a16="http://schemas.microsoft.com/office/drawing/2014/main" id="{85099827-E959-BE14-F788-640FE0819008}"/>
              </a:ext>
            </a:extLst>
          </p:cNvPr>
          <p:cNvSpPr txBox="1"/>
          <p:nvPr/>
        </p:nvSpPr>
        <p:spPr>
          <a:xfrm>
            <a:off x="4259000" y="2906538"/>
            <a:ext cx="10914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CNN(ResNet-18)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C4636C96-9F71-B9D2-AA13-750284E77104}"/>
              </a:ext>
            </a:extLst>
          </p:cNvPr>
          <p:cNvSpPr txBox="1"/>
          <p:nvPr/>
        </p:nvSpPr>
        <p:spPr>
          <a:xfrm>
            <a:off x="5514361" y="2916623"/>
            <a:ext cx="5789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24033CA8-BCE2-7EF2-0758-90571E7EDF00}"/>
              </a:ext>
            </a:extLst>
          </p:cNvPr>
          <p:cNvSpPr txBox="1"/>
          <p:nvPr/>
        </p:nvSpPr>
        <p:spPr>
          <a:xfrm>
            <a:off x="9120896" y="2842672"/>
            <a:ext cx="8874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Noisy Layers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7" name="直接箭头连接符 176">
            <a:extLst>
              <a:ext uri="{FF2B5EF4-FFF2-40B4-BE49-F238E27FC236}">
                <a16:creationId xmlns:a16="http://schemas.microsoft.com/office/drawing/2014/main" id="{7B25C1F3-16D5-E70C-0336-10C4C3436E0F}"/>
              </a:ext>
            </a:extLst>
          </p:cNvPr>
          <p:cNvCxnSpPr>
            <a:cxnSpLocks/>
          </p:cNvCxnSpPr>
          <p:nvPr/>
        </p:nvCxnSpPr>
        <p:spPr>
          <a:xfrm>
            <a:off x="9894909" y="2613099"/>
            <a:ext cx="526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矩形 177">
            <a:extLst>
              <a:ext uri="{FF2B5EF4-FFF2-40B4-BE49-F238E27FC236}">
                <a16:creationId xmlns:a16="http://schemas.microsoft.com/office/drawing/2014/main" id="{57610538-0975-EB8D-13A7-6AB7A2BE4B46}"/>
              </a:ext>
            </a:extLst>
          </p:cNvPr>
          <p:cNvSpPr/>
          <p:nvPr/>
        </p:nvSpPr>
        <p:spPr>
          <a:xfrm>
            <a:off x="10414099" y="2321493"/>
            <a:ext cx="414338" cy="5367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9" name="连接符: 肘形 178">
            <a:extLst>
              <a:ext uri="{FF2B5EF4-FFF2-40B4-BE49-F238E27FC236}">
                <a16:creationId xmlns:a16="http://schemas.microsoft.com/office/drawing/2014/main" id="{F2B8AECA-BE5A-E377-3ABD-AA5E160A0080}"/>
              </a:ext>
            </a:extLst>
          </p:cNvPr>
          <p:cNvCxnSpPr>
            <a:cxnSpLocks/>
            <a:stCxn id="428" idx="0"/>
            <a:endCxn id="134" idx="0"/>
          </p:cNvCxnSpPr>
          <p:nvPr/>
        </p:nvCxnSpPr>
        <p:spPr>
          <a:xfrm rot="16200000" flipH="1">
            <a:off x="5623049" y="1349299"/>
            <a:ext cx="214775" cy="1942318"/>
          </a:xfrm>
          <a:prstGeom prst="bentConnector3">
            <a:avLst>
              <a:gd name="adj1" fmla="val -10643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9" name="文本框 188">
            <a:extLst>
              <a:ext uri="{FF2B5EF4-FFF2-40B4-BE49-F238E27FC236}">
                <a16:creationId xmlns:a16="http://schemas.microsoft.com/office/drawing/2014/main" id="{56540D3F-1C21-0D71-82CB-E90123B11937}"/>
              </a:ext>
            </a:extLst>
          </p:cNvPr>
          <p:cNvSpPr txBox="1"/>
          <p:nvPr/>
        </p:nvSpPr>
        <p:spPr>
          <a:xfrm>
            <a:off x="10213940" y="1313451"/>
            <a:ext cx="8191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Policy-A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2B516BC7-5E1B-5B9A-A5ED-6D47C9E76F2E}"/>
              </a:ext>
            </a:extLst>
          </p:cNvPr>
          <p:cNvSpPr txBox="1"/>
          <p:nvPr/>
        </p:nvSpPr>
        <p:spPr>
          <a:xfrm>
            <a:off x="10213940" y="2847592"/>
            <a:ext cx="820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Q-value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0" name="连接符: 肘形 219">
            <a:extLst>
              <a:ext uri="{FF2B5EF4-FFF2-40B4-BE49-F238E27FC236}">
                <a16:creationId xmlns:a16="http://schemas.microsoft.com/office/drawing/2014/main" id="{30B6FA2B-9962-A69F-B6D9-4B3BEB0506D6}"/>
              </a:ext>
            </a:extLst>
          </p:cNvPr>
          <p:cNvCxnSpPr>
            <a:cxnSpLocks/>
          </p:cNvCxnSpPr>
          <p:nvPr/>
        </p:nvCxnSpPr>
        <p:spPr>
          <a:xfrm>
            <a:off x="3876507" y="892762"/>
            <a:ext cx="1737591" cy="448507"/>
          </a:xfrm>
          <a:prstGeom prst="bentConnector4">
            <a:avLst>
              <a:gd name="adj1" fmla="val -432"/>
              <a:gd name="adj2" fmla="val 22816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连接符: 肘形 258">
            <a:extLst>
              <a:ext uri="{FF2B5EF4-FFF2-40B4-BE49-F238E27FC236}">
                <a16:creationId xmlns:a16="http://schemas.microsoft.com/office/drawing/2014/main" id="{EF7B5BBF-86A8-BAB2-424C-C96DDFDE4A44}"/>
              </a:ext>
            </a:extLst>
          </p:cNvPr>
          <p:cNvCxnSpPr>
            <a:cxnSpLocks/>
            <a:endCxn id="425" idx="2"/>
          </p:cNvCxnSpPr>
          <p:nvPr/>
        </p:nvCxnSpPr>
        <p:spPr>
          <a:xfrm rot="16200000" flipH="1">
            <a:off x="3247469" y="1548024"/>
            <a:ext cx="1529226" cy="29074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矩形: 圆角 278">
            <a:extLst>
              <a:ext uri="{FF2B5EF4-FFF2-40B4-BE49-F238E27FC236}">
                <a16:creationId xmlns:a16="http://schemas.microsoft.com/office/drawing/2014/main" id="{A5E6A28A-3606-9FA5-0D75-28AA6A768C5A}"/>
              </a:ext>
            </a:extLst>
          </p:cNvPr>
          <p:cNvSpPr/>
          <p:nvPr/>
        </p:nvSpPr>
        <p:spPr>
          <a:xfrm>
            <a:off x="3999765" y="87001"/>
            <a:ext cx="7221818" cy="1461327"/>
          </a:xfrm>
          <a:prstGeom prst="round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0" name="矩形: 圆角 279">
            <a:extLst>
              <a:ext uri="{FF2B5EF4-FFF2-40B4-BE49-F238E27FC236}">
                <a16:creationId xmlns:a16="http://schemas.microsoft.com/office/drawing/2014/main" id="{16503EAD-2EB9-D287-4C12-A24BC55E56E2}"/>
              </a:ext>
            </a:extLst>
          </p:cNvPr>
          <p:cNvSpPr/>
          <p:nvPr/>
        </p:nvSpPr>
        <p:spPr>
          <a:xfrm>
            <a:off x="3999765" y="1710059"/>
            <a:ext cx="7221818" cy="1469590"/>
          </a:xfrm>
          <a:prstGeom prst="round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AE5FECAE-6BF0-79DF-9D27-1E5DEC001566}"/>
              </a:ext>
            </a:extLst>
          </p:cNvPr>
          <p:cNvSpPr txBox="1"/>
          <p:nvPr/>
        </p:nvSpPr>
        <p:spPr>
          <a:xfrm>
            <a:off x="6672106" y="12015"/>
            <a:ext cx="17998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Actor network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95" name="组合 294">
            <a:extLst>
              <a:ext uri="{FF2B5EF4-FFF2-40B4-BE49-F238E27FC236}">
                <a16:creationId xmlns:a16="http://schemas.microsoft.com/office/drawing/2014/main" id="{F69B383D-6750-6902-6F60-F5C5F341B29E}"/>
              </a:ext>
            </a:extLst>
          </p:cNvPr>
          <p:cNvGrpSpPr/>
          <p:nvPr/>
        </p:nvGrpSpPr>
        <p:grpSpPr>
          <a:xfrm>
            <a:off x="7407205" y="1921441"/>
            <a:ext cx="1184536" cy="1122984"/>
            <a:chOff x="7817050" y="800486"/>
            <a:chExt cx="1379799" cy="1344413"/>
          </a:xfrm>
        </p:grpSpPr>
        <p:grpSp>
          <p:nvGrpSpPr>
            <p:cNvPr id="296" name="组合 295">
              <a:extLst>
                <a:ext uri="{FF2B5EF4-FFF2-40B4-BE49-F238E27FC236}">
                  <a16:creationId xmlns:a16="http://schemas.microsoft.com/office/drawing/2014/main" id="{0CAA656F-54ED-854D-84DF-8C8A2FA5463E}"/>
                </a:ext>
              </a:extLst>
            </p:cNvPr>
            <p:cNvGrpSpPr/>
            <p:nvPr/>
          </p:nvGrpSpPr>
          <p:grpSpPr>
            <a:xfrm>
              <a:off x="7976594" y="800486"/>
              <a:ext cx="1220255" cy="1118189"/>
              <a:chOff x="9022185" y="995487"/>
              <a:chExt cx="1220255" cy="1118189"/>
            </a:xfrm>
          </p:grpSpPr>
          <p:sp>
            <p:nvSpPr>
              <p:cNvPr id="310" name="矩形: 圆角 309">
                <a:extLst>
                  <a:ext uri="{FF2B5EF4-FFF2-40B4-BE49-F238E27FC236}">
                    <a16:creationId xmlns:a16="http://schemas.microsoft.com/office/drawing/2014/main" id="{10A690D3-C90C-CA2D-FAD6-D43C57E8146E}"/>
                  </a:ext>
                </a:extLst>
              </p:cNvPr>
              <p:cNvSpPr/>
              <p:nvPr/>
            </p:nvSpPr>
            <p:spPr>
              <a:xfrm>
                <a:off x="9022185" y="995487"/>
                <a:ext cx="1220255" cy="1118189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11" name="组合 310">
                <a:extLst>
                  <a:ext uri="{FF2B5EF4-FFF2-40B4-BE49-F238E27FC236}">
                    <a16:creationId xmlns:a16="http://schemas.microsoft.com/office/drawing/2014/main" id="{E5115750-1071-15AF-BC72-FBAD51ED032F}"/>
                  </a:ext>
                </a:extLst>
              </p:cNvPr>
              <p:cNvGrpSpPr/>
              <p:nvPr/>
            </p:nvGrpSpPr>
            <p:grpSpPr>
              <a:xfrm>
                <a:off x="9048779" y="1048452"/>
                <a:ext cx="1170972" cy="929492"/>
                <a:chOff x="6859933" y="2764631"/>
                <a:chExt cx="1229001" cy="1040834"/>
              </a:xfrm>
            </p:grpSpPr>
            <p:sp>
              <p:nvSpPr>
                <p:cNvPr id="312" name="椭圆 311">
                  <a:extLst>
                    <a:ext uri="{FF2B5EF4-FFF2-40B4-BE49-F238E27FC236}">
                      <a16:creationId xmlns:a16="http://schemas.microsoft.com/office/drawing/2014/main" id="{E337AD9F-331F-A469-D04B-A6534034ED5D}"/>
                    </a:ext>
                  </a:extLst>
                </p:cNvPr>
                <p:cNvSpPr/>
                <p:nvPr/>
              </p:nvSpPr>
              <p:spPr>
                <a:xfrm>
                  <a:off x="7343775" y="2764631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3" name="椭圆 312">
                  <a:extLst>
                    <a:ext uri="{FF2B5EF4-FFF2-40B4-BE49-F238E27FC236}">
                      <a16:creationId xmlns:a16="http://schemas.microsoft.com/office/drawing/2014/main" id="{FC60F4FA-ABC8-4735-2391-41C95F9E2F41}"/>
                    </a:ext>
                  </a:extLst>
                </p:cNvPr>
                <p:cNvSpPr/>
                <p:nvPr/>
              </p:nvSpPr>
              <p:spPr>
                <a:xfrm>
                  <a:off x="7343775" y="3228246"/>
                  <a:ext cx="240158" cy="240158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4" name="椭圆 313">
                  <a:extLst>
                    <a:ext uri="{FF2B5EF4-FFF2-40B4-BE49-F238E27FC236}">
                      <a16:creationId xmlns:a16="http://schemas.microsoft.com/office/drawing/2014/main" id="{DA701973-9A4E-7476-2496-C11AAF2F6D1C}"/>
                    </a:ext>
                  </a:extLst>
                </p:cNvPr>
                <p:cNvSpPr/>
                <p:nvPr/>
              </p:nvSpPr>
              <p:spPr>
                <a:xfrm>
                  <a:off x="6859933" y="3559240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5" name="椭圆 314">
                  <a:extLst>
                    <a:ext uri="{FF2B5EF4-FFF2-40B4-BE49-F238E27FC236}">
                      <a16:creationId xmlns:a16="http://schemas.microsoft.com/office/drawing/2014/main" id="{75A47E91-0820-0413-3108-BBAEEB44C46B}"/>
                    </a:ext>
                  </a:extLst>
                </p:cNvPr>
                <p:cNvSpPr/>
                <p:nvPr/>
              </p:nvSpPr>
              <p:spPr>
                <a:xfrm>
                  <a:off x="7848776" y="3565307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316" name="直接箭头连接符 315">
                  <a:extLst>
                    <a:ext uri="{FF2B5EF4-FFF2-40B4-BE49-F238E27FC236}">
                      <a16:creationId xmlns:a16="http://schemas.microsoft.com/office/drawing/2014/main" id="{8E984BDA-6CED-617F-5CCA-FFA65C273AEB}"/>
                    </a:ext>
                  </a:extLst>
                </p:cNvPr>
                <p:cNvCxnSpPr>
                  <a:stCxn id="312" idx="4"/>
                  <a:endCxn id="313" idx="0"/>
                </p:cNvCxnSpPr>
                <p:nvPr/>
              </p:nvCxnSpPr>
              <p:spPr>
                <a:xfrm>
                  <a:off x="7463854" y="3004789"/>
                  <a:ext cx="0" cy="223457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17" name="直接箭头连接符 316">
                  <a:extLst>
                    <a:ext uri="{FF2B5EF4-FFF2-40B4-BE49-F238E27FC236}">
                      <a16:creationId xmlns:a16="http://schemas.microsoft.com/office/drawing/2014/main" id="{F1CF916A-A154-F451-ED56-6BFEF633988E}"/>
                    </a:ext>
                  </a:extLst>
                </p:cNvPr>
                <p:cNvCxnSpPr>
                  <a:stCxn id="312" idx="3"/>
                  <a:endCxn id="314" idx="0"/>
                </p:cNvCxnSpPr>
                <p:nvPr/>
              </p:nvCxnSpPr>
              <p:spPr>
                <a:xfrm flipH="1">
                  <a:off x="6980012" y="2969619"/>
                  <a:ext cx="398933" cy="589621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18" name="直接箭头连接符 317">
                  <a:extLst>
                    <a:ext uri="{FF2B5EF4-FFF2-40B4-BE49-F238E27FC236}">
                      <a16:creationId xmlns:a16="http://schemas.microsoft.com/office/drawing/2014/main" id="{6BA6D241-6F93-C183-EC41-2DAA11B0473B}"/>
                    </a:ext>
                  </a:extLst>
                </p:cNvPr>
                <p:cNvCxnSpPr>
                  <a:cxnSpLocks/>
                  <a:stCxn id="312" idx="5"/>
                  <a:endCxn id="315" idx="0"/>
                </p:cNvCxnSpPr>
                <p:nvPr/>
              </p:nvCxnSpPr>
              <p:spPr>
                <a:xfrm>
                  <a:off x="7548763" y="2969619"/>
                  <a:ext cx="420092" cy="59568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19" name="直接箭头连接符 318">
                  <a:extLst>
                    <a:ext uri="{FF2B5EF4-FFF2-40B4-BE49-F238E27FC236}">
                      <a16:creationId xmlns:a16="http://schemas.microsoft.com/office/drawing/2014/main" id="{D04D6354-4D5B-7F7D-B865-312B99801612}"/>
                    </a:ext>
                  </a:extLst>
                </p:cNvPr>
                <p:cNvCxnSpPr>
                  <a:stCxn id="314" idx="6"/>
                  <a:endCxn id="315" idx="2"/>
                </p:cNvCxnSpPr>
                <p:nvPr/>
              </p:nvCxnSpPr>
              <p:spPr>
                <a:xfrm>
                  <a:off x="7100091" y="3679319"/>
                  <a:ext cx="748685" cy="6067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0" name="直接箭头连接符 319">
                  <a:extLst>
                    <a:ext uri="{FF2B5EF4-FFF2-40B4-BE49-F238E27FC236}">
                      <a16:creationId xmlns:a16="http://schemas.microsoft.com/office/drawing/2014/main" id="{76452C74-9518-CCF0-5E14-6EDA576694E0}"/>
                    </a:ext>
                  </a:extLst>
                </p:cNvPr>
                <p:cNvCxnSpPr>
                  <a:cxnSpLocks/>
                  <a:stCxn id="313" idx="2"/>
                  <a:endCxn id="314" idx="7"/>
                </p:cNvCxnSpPr>
                <p:nvPr/>
              </p:nvCxnSpPr>
              <p:spPr>
                <a:xfrm flipH="1">
                  <a:off x="7064921" y="3348325"/>
                  <a:ext cx="278854" cy="246085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1" name="直接箭头连接符 320">
                  <a:extLst>
                    <a:ext uri="{FF2B5EF4-FFF2-40B4-BE49-F238E27FC236}">
                      <a16:creationId xmlns:a16="http://schemas.microsoft.com/office/drawing/2014/main" id="{C65D4971-011A-0BDA-60DC-1CB0DAFD571B}"/>
                    </a:ext>
                  </a:extLst>
                </p:cNvPr>
                <p:cNvCxnSpPr>
                  <a:cxnSpLocks/>
                  <a:stCxn id="313" idx="6"/>
                  <a:endCxn id="315" idx="1"/>
                </p:cNvCxnSpPr>
                <p:nvPr/>
              </p:nvCxnSpPr>
              <p:spPr>
                <a:xfrm>
                  <a:off x="7583933" y="3348325"/>
                  <a:ext cx="300013" cy="252152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97" name="组合 296">
              <a:extLst>
                <a:ext uri="{FF2B5EF4-FFF2-40B4-BE49-F238E27FC236}">
                  <a16:creationId xmlns:a16="http://schemas.microsoft.com/office/drawing/2014/main" id="{31975694-2054-4B43-F3DF-812166419321}"/>
                </a:ext>
              </a:extLst>
            </p:cNvPr>
            <p:cNvGrpSpPr/>
            <p:nvPr/>
          </p:nvGrpSpPr>
          <p:grpSpPr>
            <a:xfrm>
              <a:off x="7817050" y="1026710"/>
              <a:ext cx="1220255" cy="1118189"/>
              <a:chOff x="9022185" y="995487"/>
              <a:chExt cx="1220255" cy="1118189"/>
            </a:xfrm>
          </p:grpSpPr>
          <p:sp>
            <p:nvSpPr>
              <p:cNvPr id="298" name="矩形: 圆角 297">
                <a:extLst>
                  <a:ext uri="{FF2B5EF4-FFF2-40B4-BE49-F238E27FC236}">
                    <a16:creationId xmlns:a16="http://schemas.microsoft.com/office/drawing/2014/main" id="{EF6756B4-725E-E54D-ED69-8BD048CD71ED}"/>
                  </a:ext>
                </a:extLst>
              </p:cNvPr>
              <p:cNvSpPr/>
              <p:nvPr/>
            </p:nvSpPr>
            <p:spPr>
              <a:xfrm>
                <a:off x="9022185" y="995487"/>
                <a:ext cx="1220255" cy="1118189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99" name="组合 298">
                <a:extLst>
                  <a:ext uri="{FF2B5EF4-FFF2-40B4-BE49-F238E27FC236}">
                    <a16:creationId xmlns:a16="http://schemas.microsoft.com/office/drawing/2014/main" id="{9E64E928-3675-6F2C-D62B-8B73904CF8B1}"/>
                  </a:ext>
                </a:extLst>
              </p:cNvPr>
              <p:cNvGrpSpPr/>
              <p:nvPr/>
            </p:nvGrpSpPr>
            <p:grpSpPr>
              <a:xfrm>
                <a:off x="9048779" y="1048452"/>
                <a:ext cx="1170972" cy="929492"/>
                <a:chOff x="6859933" y="2764631"/>
                <a:chExt cx="1229001" cy="1040834"/>
              </a:xfrm>
            </p:grpSpPr>
            <p:sp>
              <p:nvSpPr>
                <p:cNvPr id="300" name="椭圆 299">
                  <a:extLst>
                    <a:ext uri="{FF2B5EF4-FFF2-40B4-BE49-F238E27FC236}">
                      <a16:creationId xmlns:a16="http://schemas.microsoft.com/office/drawing/2014/main" id="{4961F799-58EB-ED08-5447-2FFC7F1AC342}"/>
                    </a:ext>
                  </a:extLst>
                </p:cNvPr>
                <p:cNvSpPr/>
                <p:nvPr/>
              </p:nvSpPr>
              <p:spPr>
                <a:xfrm>
                  <a:off x="7343775" y="2764631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1" name="椭圆 300">
                  <a:extLst>
                    <a:ext uri="{FF2B5EF4-FFF2-40B4-BE49-F238E27FC236}">
                      <a16:creationId xmlns:a16="http://schemas.microsoft.com/office/drawing/2014/main" id="{19D9D286-A6E0-DE5C-CE40-97387A7ADA72}"/>
                    </a:ext>
                  </a:extLst>
                </p:cNvPr>
                <p:cNvSpPr/>
                <p:nvPr/>
              </p:nvSpPr>
              <p:spPr>
                <a:xfrm>
                  <a:off x="7343775" y="3228246"/>
                  <a:ext cx="240158" cy="240158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2" name="椭圆 301">
                  <a:extLst>
                    <a:ext uri="{FF2B5EF4-FFF2-40B4-BE49-F238E27FC236}">
                      <a16:creationId xmlns:a16="http://schemas.microsoft.com/office/drawing/2014/main" id="{C1770980-2C69-D747-E312-CFCA9C9F5AA1}"/>
                    </a:ext>
                  </a:extLst>
                </p:cNvPr>
                <p:cNvSpPr/>
                <p:nvPr/>
              </p:nvSpPr>
              <p:spPr>
                <a:xfrm>
                  <a:off x="6859933" y="3559240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3" name="椭圆 302">
                  <a:extLst>
                    <a:ext uri="{FF2B5EF4-FFF2-40B4-BE49-F238E27FC236}">
                      <a16:creationId xmlns:a16="http://schemas.microsoft.com/office/drawing/2014/main" id="{C98D4779-44F6-D8F1-C67B-9C80B33E77CD}"/>
                    </a:ext>
                  </a:extLst>
                </p:cNvPr>
                <p:cNvSpPr/>
                <p:nvPr/>
              </p:nvSpPr>
              <p:spPr>
                <a:xfrm>
                  <a:off x="7848776" y="3565307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304" name="直接箭头连接符 303">
                  <a:extLst>
                    <a:ext uri="{FF2B5EF4-FFF2-40B4-BE49-F238E27FC236}">
                      <a16:creationId xmlns:a16="http://schemas.microsoft.com/office/drawing/2014/main" id="{9EA704E2-9316-FB48-9023-41A850387A83}"/>
                    </a:ext>
                  </a:extLst>
                </p:cNvPr>
                <p:cNvCxnSpPr>
                  <a:stCxn id="300" idx="4"/>
                  <a:endCxn id="301" idx="0"/>
                </p:cNvCxnSpPr>
                <p:nvPr/>
              </p:nvCxnSpPr>
              <p:spPr>
                <a:xfrm>
                  <a:off x="7463854" y="3004789"/>
                  <a:ext cx="0" cy="223457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直接箭头连接符 304">
                  <a:extLst>
                    <a:ext uri="{FF2B5EF4-FFF2-40B4-BE49-F238E27FC236}">
                      <a16:creationId xmlns:a16="http://schemas.microsoft.com/office/drawing/2014/main" id="{D2E22867-D8CB-5788-AF09-DF3B924B823F}"/>
                    </a:ext>
                  </a:extLst>
                </p:cNvPr>
                <p:cNvCxnSpPr>
                  <a:stCxn id="300" idx="3"/>
                  <a:endCxn id="302" idx="0"/>
                </p:cNvCxnSpPr>
                <p:nvPr/>
              </p:nvCxnSpPr>
              <p:spPr>
                <a:xfrm flipH="1">
                  <a:off x="6980012" y="2969619"/>
                  <a:ext cx="398933" cy="589621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6" name="直接箭头连接符 305">
                  <a:extLst>
                    <a:ext uri="{FF2B5EF4-FFF2-40B4-BE49-F238E27FC236}">
                      <a16:creationId xmlns:a16="http://schemas.microsoft.com/office/drawing/2014/main" id="{33414C02-C750-035F-C857-66D36B35E986}"/>
                    </a:ext>
                  </a:extLst>
                </p:cNvPr>
                <p:cNvCxnSpPr>
                  <a:cxnSpLocks/>
                  <a:stCxn id="300" idx="5"/>
                  <a:endCxn id="303" idx="0"/>
                </p:cNvCxnSpPr>
                <p:nvPr/>
              </p:nvCxnSpPr>
              <p:spPr>
                <a:xfrm>
                  <a:off x="7548763" y="2969619"/>
                  <a:ext cx="420092" cy="59568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直接箭头连接符 306">
                  <a:extLst>
                    <a:ext uri="{FF2B5EF4-FFF2-40B4-BE49-F238E27FC236}">
                      <a16:creationId xmlns:a16="http://schemas.microsoft.com/office/drawing/2014/main" id="{F27A0311-A02E-CFD9-FE2A-B1E39A20C03B}"/>
                    </a:ext>
                  </a:extLst>
                </p:cNvPr>
                <p:cNvCxnSpPr>
                  <a:stCxn id="302" idx="6"/>
                  <a:endCxn id="303" idx="2"/>
                </p:cNvCxnSpPr>
                <p:nvPr/>
              </p:nvCxnSpPr>
              <p:spPr>
                <a:xfrm>
                  <a:off x="7100091" y="3679319"/>
                  <a:ext cx="748685" cy="6067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8" name="直接箭头连接符 307">
                  <a:extLst>
                    <a:ext uri="{FF2B5EF4-FFF2-40B4-BE49-F238E27FC236}">
                      <a16:creationId xmlns:a16="http://schemas.microsoft.com/office/drawing/2014/main" id="{317420E7-28A0-43EB-56E1-0ECC5AFDC841}"/>
                    </a:ext>
                  </a:extLst>
                </p:cNvPr>
                <p:cNvCxnSpPr>
                  <a:cxnSpLocks/>
                  <a:stCxn id="301" idx="2"/>
                  <a:endCxn id="302" idx="7"/>
                </p:cNvCxnSpPr>
                <p:nvPr/>
              </p:nvCxnSpPr>
              <p:spPr>
                <a:xfrm flipH="1">
                  <a:off x="7064921" y="3348325"/>
                  <a:ext cx="278854" cy="246085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直接箭头连接符 308">
                  <a:extLst>
                    <a:ext uri="{FF2B5EF4-FFF2-40B4-BE49-F238E27FC236}">
                      <a16:creationId xmlns:a16="http://schemas.microsoft.com/office/drawing/2014/main" id="{90279A45-E330-62E0-D49C-D659BD5428D8}"/>
                    </a:ext>
                  </a:extLst>
                </p:cNvPr>
                <p:cNvCxnSpPr>
                  <a:cxnSpLocks/>
                  <a:stCxn id="301" idx="6"/>
                  <a:endCxn id="303" idx="1"/>
                </p:cNvCxnSpPr>
                <p:nvPr/>
              </p:nvCxnSpPr>
              <p:spPr>
                <a:xfrm>
                  <a:off x="7583933" y="3348325"/>
                  <a:ext cx="300013" cy="252152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36" name="组合 335">
            <a:extLst>
              <a:ext uri="{FF2B5EF4-FFF2-40B4-BE49-F238E27FC236}">
                <a16:creationId xmlns:a16="http://schemas.microsoft.com/office/drawing/2014/main" id="{BEEDB870-A054-9B99-0AE6-FCF3A7DCA2D5}"/>
              </a:ext>
            </a:extLst>
          </p:cNvPr>
          <p:cNvGrpSpPr/>
          <p:nvPr/>
        </p:nvGrpSpPr>
        <p:grpSpPr>
          <a:xfrm>
            <a:off x="5197188" y="759315"/>
            <a:ext cx="812781" cy="586579"/>
            <a:chOff x="7119732" y="1135856"/>
            <a:chExt cx="1045574" cy="921544"/>
          </a:xfrm>
        </p:grpSpPr>
        <p:sp>
          <p:nvSpPr>
            <p:cNvPr id="337" name="矩形: 圆角 336">
              <a:extLst>
                <a:ext uri="{FF2B5EF4-FFF2-40B4-BE49-F238E27FC236}">
                  <a16:creationId xmlns:a16="http://schemas.microsoft.com/office/drawing/2014/main" id="{CA9350AD-8FDF-36FF-F503-CD735A5ED292}"/>
                </a:ext>
              </a:extLst>
            </p:cNvPr>
            <p:cNvSpPr/>
            <p:nvPr/>
          </p:nvSpPr>
          <p:spPr>
            <a:xfrm>
              <a:off x="7119732" y="1135856"/>
              <a:ext cx="1045574" cy="92154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8" name="矩形 337">
              <a:extLst>
                <a:ext uri="{FF2B5EF4-FFF2-40B4-BE49-F238E27FC236}">
                  <a16:creationId xmlns:a16="http://schemas.microsoft.com/office/drawing/2014/main" id="{9DB6E520-0A7C-6CD1-6D77-9D128758965F}"/>
                </a:ext>
              </a:extLst>
            </p:cNvPr>
            <p:cNvSpPr/>
            <p:nvPr/>
          </p:nvSpPr>
          <p:spPr>
            <a:xfrm>
              <a:off x="7279227" y="1421857"/>
              <a:ext cx="178593" cy="4616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9" name="矩形 338">
              <a:extLst>
                <a:ext uri="{FF2B5EF4-FFF2-40B4-BE49-F238E27FC236}">
                  <a16:creationId xmlns:a16="http://schemas.microsoft.com/office/drawing/2014/main" id="{902E2704-BF86-8A44-622F-305C9A9BA627}"/>
                </a:ext>
              </a:extLst>
            </p:cNvPr>
            <p:cNvSpPr/>
            <p:nvPr/>
          </p:nvSpPr>
          <p:spPr>
            <a:xfrm>
              <a:off x="7532787" y="1257285"/>
              <a:ext cx="178593" cy="6729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0" name="矩形 339">
              <a:extLst>
                <a:ext uri="{FF2B5EF4-FFF2-40B4-BE49-F238E27FC236}">
                  <a16:creationId xmlns:a16="http://schemas.microsoft.com/office/drawing/2014/main" id="{AB62A688-DC79-C9AC-8ACF-837F6C64B35E}"/>
                </a:ext>
              </a:extLst>
            </p:cNvPr>
            <p:cNvSpPr/>
            <p:nvPr/>
          </p:nvSpPr>
          <p:spPr>
            <a:xfrm>
              <a:off x="7836779" y="1421858"/>
              <a:ext cx="178593" cy="4616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86" name="连接符: 肘形 385">
            <a:extLst>
              <a:ext uri="{FF2B5EF4-FFF2-40B4-BE49-F238E27FC236}">
                <a16:creationId xmlns:a16="http://schemas.microsoft.com/office/drawing/2014/main" id="{46CEB3A0-4F86-2F43-7903-7958D50BE2B7}"/>
              </a:ext>
            </a:extLst>
          </p:cNvPr>
          <p:cNvCxnSpPr>
            <a:cxnSpLocks/>
            <a:stCxn id="17" idx="0"/>
            <a:endCxn id="26" idx="0"/>
          </p:cNvCxnSpPr>
          <p:nvPr/>
        </p:nvCxnSpPr>
        <p:spPr>
          <a:xfrm rot="16200000" flipH="1">
            <a:off x="5632067" y="-204402"/>
            <a:ext cx="142974" cy="2019742"/>
          </a:xfrm>
          <a:prstGeom prst="bentConnector3">
            <a:avLst>
              <a:gd name="adj1" fmla="val -15988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24" name="组合 423">
            <a:extLst>
              <a:ext uri="{FF2B5EF4-FFF2-40B4-BE49-F238E27FC236}">
                <a16:creationId xmlns:a16="http://schemas.microsoft.com/office/drawing/2014/main" id="{76ECC2EC-7593-E4C7-74D9-7D98E3162BE1}"/>
              </a:ext>
            </a:extLst>
          </p:cNvPr>
          <p:cNvGrpSpPr/>
          <p:nvPr/>
        </p:nvGrpSpPr>
        <p:grpSpPr>
          <a:xfrm>
            <a:off x="4157452" y="1800587"/>
            <a:ext cx="658521" cy="1059928"/>
            <a:chOff x="5593710" y="587748"/>
            <a:chExt cx="999971" cy="1871424"/>
          </a:xfrm>
        </p:grpSpPr>
        <p:sp>
          <p:nvSpPr>
            <p:cNvPr id="425" name="立方体 424">
              <a:extLst>
                <a:ext uri="{FF2B5EF4-FFF2-40B4-BE49-F238E27FC236}">
                  <a16:creationId xmlns:a16="http://schemas.microsoft.com/office/drawing/2014/main" id="{52E3BDD7-34FF-7FBF-C9D9-788BFBFEAEC4}"/>
                </a:ext>
              </a:extLst>
            </p:cNvPr>
            <p:cNvSpPr/>
            <p:nvPr/>
          </p:nvSpPr>
          <p:spPr>
            <a:xfrm>
              <a:off x="5593710" y="587748"/>
              <a:ext cx="491040" cy="1871424"/>
            </a:xfrm>
            <a:prstGeom prst="cube">
              <a:avLst>
                <a:gd name="adj" fmla="val 7883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6" name="立方体 425">
              <a:extLst>
                <a:ext uri="{FF2B5EF4-FFF2-40B4-BE49-F238E27FC236}">
                  <a16:creationId xmlns:a16="http://schemas.microsoft.com/office/drawing/2014/main" id="{4B489244-E226-9A80-812E-52BB04AE6F72}"/>
                </a:ext>
              </a:extLst>
            </p:cNvPr>
            <p:cNvSpPr/>
            <p:nvPr/>
          </p:nvSpPr>
          <p:spPr>
            <a:xfrm>
              <a:off x="5774939" y="819738"/>
              <a:ext cx="389465" cy="1430749"/>
            </a:xfrm>
            <a:prstGeom prst="cube">
              <a:avLst>
                <a:gd name="adj" fmla="val 58462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7" name="立方体 426">
              <a:extLst>
                <a:ext uri="{FF2B5EF4-FFF2-40B4-BE49-F238E27FC236}">
                  <a16:creationId xmlns:a16="http://schemas.microsoft.com/office/drawing/2014/main" id="{DC462513-E96F-EBFA-3A9F-ED8AE5CB1F01}"/>
                </a:ext>
              </a:extLst>
            </p:cNvPr>
            <p:cNvSpPr/>
            <p:nvPr/>
          </p:nvSpPr>
          <p:spPr>
            <a:xfrm>
              <a:off x="5977417" y="1071563"/>
              <a:ext cx="451958" cy="985837"/>
            </a:xfrm>
            <a:prstGeom prst="cube">
              <a:avLst>
                <a:gd name="adj" fmla="val 47457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8" name="立方体 427">
              <a:extLst>
                <a:ext uri="{FF2B5EF4-FFF2-40B4-BE49-F238E27FC236}">
                  <a16:creationId xmlns:a16="http://schemas.microsoft.com/office/drawing/2014/main" id="{9F331662-16C8-F071-CDFD-40EA3C3EC839}"/>
                </a:ext>
              </a:extLst>
            </p:cNvPr>
            <p:cNvSpPr/>
            <p:nvPr/>
          </p:nvSpPr>
          <p:spPr>
            <a:xfrm>
              <a:off x="6265979" y="1316035"/>
              <a:ext cx="327702" cy="555500"/>
            </a:xfrm>
            <a:prstGeom prst="cube">
              <a:avLst>
                <a:gd name="adj" fmla="val 47457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35" name="组合 434">
            <a:extLst>
              <a:ext uri="{FF2B5EF4-FFF2-40B4-BE49-F238E27FC236}">
                <a16:creationId xmlns:a16="http://schemas.microsoft.com/office/drawing/2014/main" id="{A2D3380C-2009-8D7B-9B01-A92175753E3F}"/>
              </a:ext>
            </a:extLst>
          </p:cNvPr>
          <p:cNvGrpSpPr/>
          <p:nvPr/>
        </p:nvGrpSpPr>
        <p:grpSpPr>
          <a:xfrm>
            <a:off x="5205092" y="2331722"/>
            <a:ext cx="812781" cy="586579"/>
            <a:chOff x="7119732" y="1135856"/>
            <a:chExt cx="1045574" cy="921544"/>
          </a:xfrm>
        </p:grpSpPr>
        <p:sp>
          <p:nvSpPr>
            <p:cNvPr id="436" name="矩形: 圆角 435">
              <a:extLst>
                <a:ext uri="{FF2B5EF4-FFF2-40B4-BE49-F238E27FC236}">
                  <a16:creationId xmlns:a16="http://schemas.microsoft.com/office/drawing/2014/main" id="{37098B3E-FC1A-3ABF-9CE5-834C3F9691C2}"/>
                </a:ext>
              </a:extLst>
            </p:cNvPr>
            <p:cNvSpPr/>
            <p:nvPr/>
          </p:nvSpPr>
          <p:spPr>
            <a:xfrm>
              <a:off x="7119732" y="1135856"/>
              <a:ext cx="1045574" cy="92154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7" name="矩形 436">
              <a:extLst>
                <a:ext uri="{FF2B5EF4-FFF2-40B4-BE49-F238E27FC236}">
                  <a16:creationId xmlns:a16="http://schemas.microsoft.com/office/drawing/2014/main" id="{CF19C52F-6578-17D7-500E-3AD7244F6C4F}"/>
                </a:ext>
              </a:extLst>
            </p:cNvPr>
            <p:cNvSpPr/>
            <p:nvPr/>
          </p:nvSpPr>
          <p:spPr>
            <a:xfrm>
              <a:off x="7279227" y="1421857"/>
              <a:ext cx="178593" cy="4616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8" name="矩形 437">
              <a:extLst>
                <a:ext uri="{FF2B5EF4-FFF2-40B4-BE49-F238E27FC236}">
                  <a16:creationId xmlns:a16="http://schemas.microsoft.com/office/drawing/2014/main" id="{FFE58170-95DA-7D2D-0914-DF63DF08BBDC}"/>
                </a:ext>
              </a:extLst>
            </p:cNvPr>
            <p:cNvSpPr/>
            <p:nvPr/>
          </p:nvSpPr>
          <p:spPr>
            <a:xfrm>
              <a:off x="7532787" y="1257285"/>
              <a:ext cx="178593" cy="6729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9" name="矩形 438">
              <a:extLst>
                <a:ext uri="{FF2B5EF4-FFF2-40B4-BE49-F238E27FC236}">
                  <a16:creationId xmlns:a16="http://schemas.microsoft.com/office/drawing/2014/main" id="{E38EEE2B-65C5-81E0-A770-E305DE3F2248}"/>
                </a:ext>
              </a:extLst>
            </p:cNvPr>
            <p:cNvSpPr/>
            <p:nvPr/>
          </p:nvSpPr>
          <p:spPr>
            <a:xfrm>
              <a:off x="7836779" y="1421858"/>
              <a:ext cx="178593" cy="4616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0" name="文本框 439">
                <a:extLst>
                  <a:ext uri="{FF2B5EF4-FFF2-40B4-BE49-F238E27FC236}">
                    <a16:creationId xmlns:a16="http://schemas.microsoft.com/office/drawing/2014/main" id="{A20FAE70-E99B-B34C-4FB5-02C6847EB1C8}"/>
                  </a:ext>
                </a:extLst>
              </p:cNvPr>
              <p:cNvSpPr txBox="1"/>
              <p:nvPr/>
            </p:nvSpPr>
            <p:spPr>
              <a:xfrm>
                <a:off x="6856852" y="671361"/>
                <a:ext cx="49231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40" name="文本框 439">
                <a:extLst>
                  <a:ext uri="{FF2B5EF4-FFF2-40B4-BE49-F238E27FC236}">
                    <a16:creationId xmlns:a16="http://schemas.microsoft.com/office/drawing/2014/main" id="{A20FAE70-E99B-B34C-4FB5-02C6847EB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6852" y="671361"/>
                <a:ext cx="492314" cy="276999"/>
              </a:xfrm>
              <a:prstGeom prst="rect">
                <a:avLst/>
              </a:prstGeom>
              <a:blipFill>
                <a:blip r:embed="rId8"/>
                <a:stretch>
                  <a:fillRect l="-17284" t="-2174" r="-16049" b="-369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2" name="文本框 461">
            <a:extLst>
              <a:ext uri="{FF2B5EF4-FFF2-40B4-BE49-F238E27FC236}">
                <a16:creationId xmlns:a16="http://schemas.microsoft.com/office/drawing/2014/main" id="{26749A34-3824-71E7-E67A-2F64067791E2}"/>
              </a:ext>
            </a:extLst>
          </p:cNvPr>
          <p:cNvSpPr txBox="1"/>
          <p:nvPr/>
        </p:nvSpPr>
        <p:spPr>
          <a:xfrm>
            <a:off x="8784740" y="1720133"/>
            <a:ext cx="17998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 network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97" name="直接箭头连接符 796">
            <a:extLst>
              <a:ext uri="{FF2B5EF4-FFF2-40B4-BE49-F238E27FC236}">
                <a16:creationId xmlns:a16="http://schemas.microsoft.com/office/drawing/2014/main" id="{6FDD542B-D3F9-9ABE-A850-D5035DA7FF78}"/>
              </a:ext>
            </a:extLst>
          </p:cNvPr>
          <p:cNvCxnSpPr>
            <a:cxnSpLocks/>
            <a:endCxn id="436" idx="0"/>
          </p:cNvCxnSpPr>
          <p:nvPr/>
        </p:nvCxnSpPr>
        <p:spPr>
          <a:xfrm flipH="1">
            <a:off x="5611483" y="1357075"/>
            <a:ext cx="2620" cy="9746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7" name="连接符: 肘形 816">
            <a:extLst>
              <a:ext uri="{FF2B5EF4-FFF2-40B4-BE49-F238E27FC236}">
                <a16:creationId xmlns:a16="http://schemas.microsoft.com/office/drawing/2014/main" id="{CDEBA3C4-A250-1F86-27A9-35FD5F5B0E45}"/>
              </a:ext>
            </a:extLst>
          </p:cNvPr>
          <p:cNvCxnSpPr>
            <a:stCxn id="116" idx="3"/>
            <a:endCxn id="425" idx="2"/>
          </p:cNvCxnSpPr>
          <p:nvPr/>
        </p:nvCxnSpPr>
        <p:spPr>
          <a:xfrm flipH="1">
            <a:off x="4157452" y="1012723"/>
            <a:ext cx="6668707" cy="1445284"/>
          </a:xfrm>
          <a:prstGeom prst="bentConnector5">
            <a:avLst>
              <a:gd name="adj1" fmla="val -3428"/>
              <a:gd name="adj2" fmla="val 36541"/>
              <a:gd name="adj3" fmla="val 10342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2" name="文本框 821">
                <a:extLst>
                  <a:ext uri="{FF2B5EF4-FFF2-40B4-BE49-F238E27FC236}">
                    <a16:creationId xmlns:a16="http://schemas.microsoft.com/office/drawing/2014/main" id="{5EBF7DD5-C385-E5A8-E904-78677DED80EF}"/>
                  </a:ext>
                </a:extLst>
              </p:cNvPr>
              <p:cNvSpPr txBox="1"/>
              <p:nvPr/>
            </p:nvSpPr>
            <p:spPr>
              <a:xfrm>
                <a:off x="310690" y="3896573"/>
                <a:ext cx="1408334" cy="88036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22" name="文本框 821">
                <a:extLst>
                  <a:ext uri="{FF2B5EF4-FFF2-40B4-BE49-F238E27FC236}">
                    <a16:creationId xmlns:a16="http://schemas.microsoft.com/office/drawing/2014/main" id="{5EBF7DD5-C385-E5A8-E904-78677DED8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690" y="3896573"/>
                <a:ext cx="1408334" cy="88036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3" name="直接箭头连接符 822">
            <a:extLst>
              <a:ext uri="{FF2B5EF4-FFF2-40B4-BE49-F238E27FC236}">
                <a16:creationId xmlns:a16="http://schemas.microsoft.com/office/drawing/2014/main" id="{4BB1BC61-1986-04FC-78B3-F2912662A641}"/>
              </a:ext>
            </a:extLst>
          </p:cNvPr>
          <p:cNvCxnSpPr>
            <a:cxnSpLocks/>
          </p:cNvCxnSpPr>
          <p:nvPr/>
        </p:nvCxnSpPr>
        <p:spPr>
          <a:xfrm flipV="1">
            <a:off x="1636445" y="4284378"/>
            <a:ext cx="296620" cy="53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4" name="组合 823">
            <a:extLst>
              <a:ext uri="{FF2B5EF4-FFF2-40B4-BE49-F238E27FC236}">
                <a16:creationId xmlns:a16="http://schemas.microsoft.com/office/drawing/2014/main" id="{CF808B0A-CBFF-CC0D-6872-851D5B682BF5}"/>
              </a:ext>
            </a:extLst>
          </p:cNvPr>
          <p:cNvGrpSpPr/>
          <p:nvPr/>
        </p:nvGrpSpPr>
        <p:grpSpPr>
          <a:xfrm>
            <a:off x="1933066" y="3554796"/>
            <a:ext cx="757558" cy="1247667"/>
            <a:chOff x="5593710" y="587748"/>
            <a:chExt cx="999971" cy="1871424"/>
          </a:xfrm>
        </p:grpSpPr>
        <p:sp>
          <p:nvSpPr>
            <p:cNvPr id="825" name="立方体 824">
              <a:extLst>
                <a:ext uri="{FF2B5EF4-FFF2-40B4-BE49-F238E27FC236}">
                  <a16:creationId xmlns:a16="http://schemas.microsoft.com/office/drawing/2014/main" id="{F447C2CF-3039-4B45-4D5A-246B10B05E2B}"/>
                </a:ext>
              </a:extLst>
            </p:cNvPr>
            <p:cNvSpPr/>
            <p:nvPr/>
          </p:nvSpPr>
          <p:spPr>
            <a:xfrm>
              <a:off x="5593710" y="587748"/>
              <a:ext cx="491040" cy="1871424"/>
            </a:xfrm>
            <a:prstGeom prst="cube">
              <a:avLst>
                <a:gd name="adj" fmla="val 7883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6" name="立方体 825">
              <a:extLst>
                <a:ext uri="{FF2B5EF4-FFF2-40B4-BE49-F238E27FC236}">
                  <a16:creationId xmlns:a16="http://schemas.microsoft.com/office/drawing/2014/main" id="{370BCEE1-3E01-D46F-A5CB-7C21A7C1879A}"/>
                </a:ext>
              </a:extLst>
            </p:cNvPr>
            <p:cNvSpPr/>
            <p:nvPr/>
          </p:nvSpPr>
          <p:spPr>
            <a:xfrm>
              <a:off x="5774939" y="819738"/>
              <a:ext cx="389465" cy="1430749"/>
            </a:xfrm>
            <a:prstGeom prst="cube">
              <a:avLst>
                <a:gd name="adj" fmla="val 58462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7" name="立方体 826">
              <a:extLst>
                <a:ext uri="{FF2B5EF4-FFF2-40B4-BE49-F238E27FC236}">
                  <a16:creationId xmlns:a16="http://schemas.microsoft.com/office/drawing/2014/main" id="{43FA9FBE-AC8F-71A5-6DFB-ACAD85C6AE37}"/>
                </a:ext>
              </a:extLst>
            </p:cNvPr>
            <p:cNvSpPr/>
            <p:nvPr/>
          </p:nvSpPr>
          <p:spPr>
            <a:xfrm>
              <a:off x="5977417" y="1071563"/>
              <a:ext cx="451958" cy="985837"/>
            </a:xfrm>
            <a:prstGeom prst="cube">
              <a:avLst>
                <a:gd name="adj" fmla="val 47457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8" name="立方体 827">
              <a:extLst>
                <a:ext uri="{FF2B5EF4-FFF2-40B4-BE49-F238E27FC236}">
                  <a16:creationId xmlns:a16="http://schemas.microsoft.com/office/drawing/2014/main" id="{37CE9793-0F0E-134C-1610-D2F0908828A4}"/>
                </a:ext>
              </a:extLst>
            </p:cNvPr>
            <p:cNvSpPr/>
            <p:nvPr/>
          </p:nvSpPr>
          <p:spPr>
            <a:xfrm>
              <a:off x="6265979" y="1316035"/>
              <a:ext cx="327702" cy="555500"/>
            </a:xfrm>
            <a:prstGeom prst="cube">
              <a:avLst>
                <a:gd name="adj" fmla="val 47457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cxnSp>
        <p:nvCxnSpPr>
          <p:cNvPr id="829" name="直接箭头连接符 828">
            <a:extLst>
              <a:ext uri="{FF2B5EF4-FFF2-40B4-BE49-F238E27FC236}">
                <a16:creationId xmlns:a16="http://schemas.microsoft.com/office/drawing/2014/main" id="{AF87BEA3-9B46-6314-D9D5-B5DBFE15FD0E}"/>
              </a:ext>
            </a:extLst>
          </p:cNvPr>
          <p:cNvCxnSpPr>
            <a:cxnSpLocks/>
          </p:cNvCxnSpPr>
          <p:nvPr/>
        </p:nvCxnSpPr>
        <p:spPr>
          <a:xfrm>
            <a:off x="3847894" y="4439158"/>
            <a:ext cx="526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0" name="组合 829">
            <a:extLst>
              <a:ext uri="{FF2B5EF4-FFF2-40B4-BE49-F238E27FC236}">
                <a16:creationId xmlns:a16="http://schemas.microsoft.com/office/drawing/2014/main" id="{B4C0047D-9226-25C6-1F87-474B53A766E9}"/>
              </a:ext>
            </a:extLst>
          </p:cNvPr>
          <p:cNvGrpSpPr/>
          <p:nvPr/>
        </p:nvGrpSpPr>
        <p:grpSpPr>
          <a:xfrm>
            <a:off x="4376025" y="4270952"/>
            <a:ext cx="324056" cy="324056"/>
            <a:chOff x="8691357" y="1421858"/>
            <a:chExt cx="324056" cy="324056"/>
          </a:xfrm>
        </p:grpSpPr>
        <p:sp>
          <p:nvSpPr>
            <p:cNvPr id="831" name="椭圆 830">
              <a:extLst>
                <a:ext uri="{FF2B5EF4-FFF2-40B4-BE49-F238E27FC236}">
                  <a16:creationId xmlns:a16="http://schemas.microsoft.com/office/drawing/2014/main" id="{508CEF74-C589-A410-852D-09166932F6D1}"/>
                </a:ext>
              </a:extLst>
            </p:cNvPr>
            <p:cNvSpPr/>
            <p:nvPr/>
          </p:nvSpPr>
          <p:spPr>
            <a:xfrm>
              <a:off x="8691357" y="1421858"/>
              <a:ext cx="324056" cy="32405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32" name="直接连接符 831">
              <a:extLst>
                <a:ext uri="{FF2B5EF4-FFF2-40B4-BE49-F238E27FC236}">
                  <a16:creationId xmlns:a16="http://schemas.microsoft.com/office/drawing/2014/main" id="{CD05D609-389B-740B-2857-BEC6AFE47639}"/>
                </a:ext>
              </a:extLst>
            </p:cNvPr>
            <p:cNvCxnSpPr>
              <a:stCxn id="831" idx="2"/>
              <a:endCxn id="831" idx="6"/>
            </p:cNvCxnSpPr>
            <p:nvPr/>
          </p:nvCxnSpPr>
          <p:spPr>
            <a:xfrm>
              <a:off x="8691357" y="1583886"/>
              <a:ext cx="324056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3" name="直接连接符 832">
              <a:extLst>
                <a:ext uri="{FF2B5EF4-FFF2-40B4-BE49-F238E27FC236}">
                  <a16:creationId xmlns:a16="http://schemas.microsoft.com/office/drawing/2014/main" id="{E81361DD-7F53-C70E-1AA8-2F2A012ED936}"/>
                </a:ext>
              </a:extLst>
            </p:cNvPr>
            <p:cNvCxnSpPr>
              <a:stCxn id="831" idx="0"/>
              <a:endCxn id="831" idx="4"/>
            </p:cNvCxnSpPr>
            <p:nvPr/>
          </p:nvCxnSpPr>
          <p:spPr>
            <a:xfrm>
              <a:off x="8853385" y="1421858"/>
              <a:ext cx="0" cy="32405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34" name="文本框 833">
                <a:extLst>
                  <a:ext uri="{FF2B5EF4-FFF2-40B4-BE49-F238E27FC236}">
                    <a16:creationId xmlns:a16="http://schemas.microsoft.com/office/drawing/2014/main" id="{27BF616B-C9BE-6BF8-C0A3-C589F9EE4E14}"/>
                  </a:ext>
                </a:extLst>
              </p:cNvPr>
              <p:cNvSpPr txBox="1"/>
              <p:nvPr/>
            </p:nvSpPr>
            <p:spPr>
              <a:xfrm>
                <a:off x="4362632" y="4566041"/>
                <a:ext cx="46621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34" name="文本框 833">
                <a:extLst>
                  <a:ext uri="{FF2B5EF4-FFF2-40B4-BE49-F238E27FC236}">
                    <a16:creationId xmlns:a16="http://schemas.microsoft.com/office/drawing/2014/main" id="{27BF616B-C9BE-6BF8-C0A3-C589F9EE4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632" y="4566041"/>
                <a:ext cx="466218" cy="276999"/>
              </a:xfrm>
              <a:prstGeom prst="rect">
                <a:avLst/>
              </a:prstGeom>
              <a:blipFill>
                <a:blip r:embed="rId10"/>
                <a:stretch>
                  <a:fillRect l="-18421" t="-2222" r="-18421" b="-4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5" name="文本框 834">
            <a:extLst>
              <a:ext uri="{FF2B5EF4-FFF2-40B4-BE49-F238E27FC236}">
                <a16:creationId xmlns:a16="http://schemas.microsoft.com/office/drawing/2014/main" id="{A632828E-69F0-2ACD-4C46-0307062F375D}"/>
              </a:ext>
            </a:extLst>
          </p:cNvPr>
          <p:cNvSpPr txBox="1"/>
          <p:nvPr/>
        </p:nvSpPr>
        <p:spPr>
          <a:xfrm>
            <a:off x="4420426" y="3837398"/>
            <a:ext cx="1057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36" name="直接箭头连接符 835">
            <a:extLst>
              <a:ext uri="{FF2B5EF4-FFF2-40B4-BE49-F238E27FC236}">
                <a16:creationId xmlns:a16="http://schemas.microsoft.com/office/drawing/2014/main" id="{CDF9C5F0-32AC-0D01-FADC-F622FE8621E3}"/>
              </a:ext>
            </a:extLst>
          </p:cNvPr>
          <p:cNvCxnSpPr>
            <a:cxnSpLocks/>
          </p:cNvCxnSpPr>
          <p:nvPr/>
        </p:nvCxnSpPr>
        <p:spPr>
          <a:xfrm>
            <a:off x="4686132" y="4432530"/>
            <a:ext cx="526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7" name="文本框 836">
                <a:extLst>
                  <a:ext uri="{FF2B5EF4-FFF2-40B4-BE49-F238E27FC236}">
                    <a16:creationId xmlns:a16="http://schemas.microsoft.com/office/drawing/2014/main" id="{A7896958-FF21-7C3F-4CA2-739FC32ECE81}"/>
                  </a:ext>
                </a:extLst>
              </p:cNvPr>
              <p:cNvSpPr txBox="1"/>
              <p:nvPr/>
            </p:nvSpPr>
            <p:spPr>
              <a:xfrm>
                <a:off x="5158861" y="4576090"/>
                <a:ext cx="49231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37" name="文本框 836">
                <a:extLst>
                  <a:ext uri="{FF2B5EF4-FFF2-40B4-BE49-F238E27FC236}">
                    <a16:creationId xmlns:a16="http://schemas.microsoft.com/office/drawing/2014/main" id="{A7896958-FF21-7C3F-4CA2-739FC32EC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861" y="4576090"/>
                <a:ext cx="492314" cy="276999"/>
              </a:xfrm>
              <a:prstGeom prst="rect">
                <a:avLst/>
              </a:prstGeom>
              <a:blipFill>
                <a:blip r:embed="rId11"/>
                <a:stretch>
                  <a:fillRect l="-16049" t="-4444" r="-17284" b="-3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8" name="组合 837">
            <a:extLst>
              <a:ext uri="{FF2B5EF4-FFF2-40B4-BE49-F238E27FC236}">
                <a16:creationId xmlns:a16="http://schemas.microsoft.com/office/drawing/2014/main" id="{95712C3D-4B7B-F315-90A7-1BAEF3269F7B}"/>
              </a:ext>
            </a:extLst>
          </p:cNvPr>
          <p:cNvGrpSpPr/>
          <p:nvPr/>
        </p:nvGrpSpPr>
        <p:grpSpPr>
          <a:xfrm>
            <a:off x="5194385" y="3730473"/>
            <a:ext cx="1184536" cy="1122984"/>
            <a:chOff x="7817050" y="800486"/>
            <a:chExt cx="1379799" cy="1344413"/>
          </a:xfrm>
        </p:grpSpPr>
        <p:grpSp>
          <p:nvGrpSpPr>
            <p:cNvPr id="839" name="组合 838">
              <a:extLst>
                <a:ext uri="{FF2B5EF4-FFF2-40B4-BE49-F238E27FC236}">
                  <a16:creationId xmlns:a16="http://schemas.microsoft.com/office/drawing/2014/main" id="{7CCBAC38-2D7A-F0C4-7B51-40B04C1870EC}"/>
                </a:ext>
              </a:extLst>
            </p:cNvPr>
            <p:cNvGrpSpPr/>
            <p:nvPr/>
          </p:nvGrpSpPr>
          <p:grpSpPr>
            <a:xfrm>
              <a:off x="7976594" y="800486"/>
              <a:ext cx="1220255" cy="1118189"/>
              <a:chOff x="9022185" y="995487"/>
              <a:chExt cx="1220255" cy="1118189"/>
            </a:xfrm>
          </p:grpSpPr>
          <p:sp>
            <p:nvSpPr>
              <p:cNvPr id="853" name="矩形: 圆角 852">
                <a:extLst>
                  <a:ext uri="{FF2B5EF4-FFF2-40B4-BE49-F238E27FC236}">
                    <a16:creationId xmlns:a16="http://schemas.microsoft.com/office/drawing/2014/main" id="{A573786D-1EDF-2784-D6E4-E97AFE7B58B1}"/>
                  </a:ext>
                </a:extLst>
              </p:cNvPr>
              <p:cNvSpPr/>
              <p:nvPr/>
            </p:nvSpPr>
            <p:spPr>
              <a:xfrm>
                <a:off x="9022185" y="995487"/>
                <a:ext cx="1220255" cy="1118189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54" name="组合 853">
                <a:extLst>
                  <a:ext uri="{FF2B5EF4-FFF2-40B4-BE49-F238E27FC236}">
                    <a16:creationId xmlns:a16="http://schemas.microsoft.com/office/drawing/2014/main" id="{1D88E13D-A523-0704-272E-87CFE7281D85}"/>
                  </a:ext>
                </a:extLst>
              </p:cNvPr>
              <p:cNvGrpSpPr/>
              <p:nvPr/>
            </p:nvGrpSpPr>
            <p:grpSpPr>
              <a:xfrm>
                <a:off x="9048779" y="1048452"/>
                <a:ext cx="1170972" cy="929492"/>
                <a:chOff x="6859933" y="2764631"/>
                <a:chExt cx="1229001" cy="1040834"/>
              </a:xfrm>
            </p:grpSpPr>
            <p:sp>
              <p:nvSpPr>
                <p:cNvPr id="855" name="椭圆 854">
                  <a:extLst>
                    <a:ext uri="{FF2B5EF4-FFF2-40B4-BE49-F238E27FC236}">
                      <a16:creationId xmlns:a16="http://schemas.microsoft.com/office/drawing/2014/main" id="{022FA571-F09F-C882-8FB9-DD2DF9B48B54}"/>
                    </a:ext>
                  </a:extLst>
                </p:cNvPr>
                <p:cNvSpPr/>
                <p:nvPr/>
              </p:nvSpPr>
              <p:spPr>
                <a:xfrm>
                  <a:off x="7343775" y="2764631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56" name="椭圆 855">
                  <a:extLst>
                    <a:ext uri="{FF2B5EF4-FFF2-40B4-BE49-F238E27FC236}">
                      <a16:creationId xmlns:a16="http://schemas.microsoft.com/office/drawing/2014/main" id="{017ABF87-2FBA-63D5-52D6-02D3C3F52875}"/>
                    </a:ext>
                  </a:extLst>
                </p:cNvPr>
                <p:cNvSpPr/>
                <p:nvPr/>
              </p:nvSpPr>
              <p:spPr>
                <a:xfrm>
                  <a:off x="7343775" y="3228246"/>
                  <a:ext cx="240158" cy="240158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57" name="椭圆 856">
                  <a:extLst>
                    <a:ext uri="{FF2B5EF4-FFF2-40B4-BE49-F238E27FC236}">
                      <a16:creationId xmlns:a16="http://schemas.microsoft.com/office/drawing/2014/main" id="{AE06A2F1-1795-3D16-0113-8E5EBA7332A5}"/>
                    </a:ext>
                  </a:extLst>
                </p:cNvPr>
                <p:cNvSpPr/>
                <p:nvPr/>
              </p:nvSpPr>
              <p:spPr>
                <a:xfrm>
                  <a:off x="6859933" y="3559240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58" name="椭圆 857">
                  <a:extLst>
                    <a:ext uri="{FF2B5EF4-FFF2-40B4-BE49-F238E27FC236}">
                      <a16:creationId xmlns:a16="http://schemas.microsoft.com/office/drawing/2014/main" id="{6DD9BC2D-44C0-F019-A363-7593FC66E7AF}"/>
                    </a:ext>
                  </a:extLst>
                </p:cNvPr>
                <p:cNvSpPr/>
                <p:nvPr/>
              </p:nvSpPr>
              <p:spPr>
                <a:xfrm>
                  <a:off x="7848776" y="3565307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859" name="直接箭头连接符 858">
                  <a:extLst>
                    <a:ext uri="{FF2B5EF4-FFF2-40B4-BE49-F238E27FC236}">
                      <a16:creationId xmlns:a16="http://schemas.microsoft.com/office/drawing/2014/main" id="{3BDE2199-CE4A-0951-D04A-5B9414F3B888}"/>
                    </a:ext>
                  </a:extLst>
                </p:cNvPr>
                <p:cNvCxnSpPr>
                  <a:stCxn id="855" idx="4"/>
                  <a:endCxn id="856" idx="0"/>
                </p:cNvCxnSpPr>
                <p:nvPr/>
              </p:nvCxnSpPr>
              <p:spPr>
                <a:xfrm>
                  <a:off x="7463854" y="3004789"/>
                  <a:ext cx="0" cy="223457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60" name="直接箭头连接符 859">
                  <a:extLst>
                    <a:ext uri="{FF2B5EF4-FFF2-40B4-BE49-F238E27FC236}">
                      <a16:creationId xmlns:a16="http://schemas.microsoft.com/office/drawing/2014/main" id="{AB35D0F5-35CA-CEA3-4C22-F2A931C2AF2C}"/>
                    </a:ext>
                  </a:extLst>
                </p:cNvPr>
                <p:cNvCxnSpPr>
                  <a:stCxn id="855" idx="3"/>
                  <a:endCxn id="857" idx="0"/>
                </p:cNvCxnSpPr>
                <p:nvPr/>
              </p:nvCxnSpPr>
              <p:spPr>
                <a:xfrm flipH="1">
                  <a:off x="6980012" y="2969619"/>
                  <a:ext cx="398933" cy="589621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61" name="直接箭头连接符 860">
                  <a:extLst>
                    <a:ext uri="{FF2B5EF4-FFF2-40B4-BE49-F238E27FC236}">
                      <a16:creationId xmlns:a16="http://schemas.microsoft.com/office/drawing/2014/main" id="{29A3749D-2F87-F04E-4632-33505C1F40E5}"/>
                    </a:ext>
                  </a:extLst>
                </p:cNvPr>
                <p:cNvCxnSpPr>
                  <a:cxnSpLocks/>
                  <a:stCxn id="855" idx="5"/>
                  <a:endCxn id="858" idx="0"/>
                </p:cNvCxnSpPr>
                <p:nvPr/>
              </p:nvCxnSpPr>
              <p:spPr>
                <a:xfrm>
                  <a:off x="7548763" y="2969619"/>
                  <a:ext cx="420092" cy="59568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62" name="直接箭头连接符 861">
                  <a:extLst>
                    <a:ext uri="{FF2B5EF4-FFF2-40B4-BE49-F238E27FC236}">
                      <a16:creationId xmlns:a16="http://schemas.microsoft.com/office/drawing/2014/main" id="{EEFE268A-5E6A-C541-C506-92765C844456}"/>
                    </a:ext>
                  </a:extLst>
                </p:cNvPr>
                <p:cNvCxnSpPr>
                  <a:stCxn id="857" idx="6"/>
                  <a:endCxn id="858" idx="2"/>
                </p:cNvCxnSpPr>
                <p:nvPr/>
              </p:nvCxnSpPr>
              <p:spPr>
                <a:xfrm>
                  <a:off x="7100091" y="3679319"/>
                  <a:ext cx="748685" cy="6067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63" name="直接箭头连接符 862">
                  <a:extLst>
                    <a:ext uri="{FF2B5EF4-FFF2-40B4-BE49-F238E27FC236}">
                      <a16:creationId xmlns:a16="http://schemas.microsoft.com/office/drawing/2014/main" id="{DF8C67AE-EF71-7354-224C-9CFB7235AF68}"/>
                    </a:ext>
                  </a:extLst>
                </p:cNvPr>
                <p:cNvCxnSpPr>
                  <a:cxnSpLocks/>
                  <a:stCxn id="856" idx="2"/>
                  <a:endCxn id="857" idx="7"/>
                </p:cNvCxnSpPr>
                <p:nvPr/>
              </p:nvCxnSpPr>
              <p:spPr>
                <a:xfrm flipH="1">
                  <a:off x="7064921" y="3348325"/>
                  <a:ext cx="278854" cy="246085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64" name="直接箭头连接符 863">
                  <a:extLst>
                    <a:ext uri="{FF2B5EF4-FFF2-40B4-BE49-F238E27FC236}">
                      <a16:creationId xmlns:a16="http://schemas.microsoft.com/office/drawing/2014/main" id="{59FBA54A-6BC9-EBEF-4366-346DDAC0A339}"/>
                    </a:ext>
                  </a:extLst>
                </p:cNvPr>
                <p:cNvCxnSpPr>
                  <a:cxnSpLocks/>
                  <a:stCxn id="856" idx="6"/>
                  <a:endCxn id="858" idx="1"/>
                </p:cNvCxnSpPr>
                <p:nvPr/>
              </p:nvCxnSpPr>
              <p:spPr>
                <a:xfrm>
                  <a:off x="7583933" y="3348325"/>
                  <a:ext cx="300013" cy="252152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40" name="组合 839">
              <a:extLst>
                <a:ext uri="{FF2B5EF4-FFF2-40B4-BE49-F238E27FC236}">
                  <a16:creationId xmlns:a16="http://schemas.microsoft.com/office/drawing/2014/main" id="{9A66CE23-C1F0-A91B-1085-E5B629965672}"/>
                </a:ext>
              </a:extLst>
            </p:cNvPr>
            <p:cNvGrpSpPr/>
            <p:nvPr/>
          </p:nvGrpSpPr>
          <p:grpSpPr>
            <a:xfrm>
              <a:off x="7817050" y="1026710"/>
              <a:ext cx="1220255" cy="1118189"/>
              <a:chOff x="9022185" y="995487"/>
              <a:chExt cx="1220255" cy="1118189"/>
            </a:xfrm>
          </p:grpSpPr>
          <p:sp>
            <p:nvSpPr>
              <p:cNvPr id="841" name="矩形: 圆角 840">
                <a:extLst>
                  <a:ext uri="{FF2B5EF4-FFF2-40B4-BE49-F238E27FC236}">
                    <a16:creationId xmlns:a16="http://schemas.microsoft.com/office/drawing/2014/main" id="{3F7BD331-32F8-7FEB-B840-86D897DA7990}"/>
                  </a:ext>
                </a:extLst>
              </p:cNvPr>
              <p:cNvSpPr/>
              <p:nvPr/>
            </p:nvSpPr>
            <p:spPr>
              <a:xfrm>
                <a:off x="9022185" y="995487"/>
                <a:ext cx="1220255" cy="1118189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42" name="组合 841">
                <a:extLst>
                  <a:ext uri="{FF2B5EF4-FFF2-40B4-BE49-F238E27FC236}">
                    <a16:creationId xmlns:a16="http://schemas.microsoft.com/office/drawing/2014/main" id="{B481F765-7D71-F93A-774F-1D32D319687D}"/>
                  </a:ext>
                </a:extLst>
              </p:cNvPr>
              <p:cNvGrpSpPr/>
              <p:nvPr/>
            </p:nvGrpSpPr>
            <p:grpSpPr>
              <a:xfrm>
                <a:off x="9048779" y="1048452"/>
                <a:ext cx="1170972" cy="929492"/>
                <a:chOff x="6859933" y="2764631"/>
                <a:chExt cx="1229001" cy="1040834"/>
              </a:xfrm>
            </p:grpSpPr>
            <p:sp>
              <p:nvSpPr>
                <p:cNvPr id="843" name="椭圆 842">
                  <a:extLst>
                    <a:ext uri="{FF2B5EF4-FFF2-40B4-BE49-F238E27FC236}">
                      <a16:creationId xmlns:a16="http://schemas.microsoft.com/office/drawing/2014/main" id="{13172007-D9E2-B6BC-54FA-C02026AA2154}"/>
                    </a:ext>
                  </a:extLst>
                </p:cNvPr>
                <p:cNvSpPr/>
                <p:nvPr/>
              </p:nvSpPr>
              <p:spPr>
                <a:xfrm>
                  <a:off x="7343775" y="2764631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44" name="椭圆 843">
                  <a:extLst>
                    <a:ext uri="{FF2B5EF4-FFF2-40B4-BE49-F238E27FC236}">
                      <a16:creationId xmlns:a16="http://schemas.microsoft.com/office/drawing/2014/main" id="{FBBD768F-FA3B-7549-E15E-71853744B540}"/>
                    </a:ext>
                  </a:extLst>
                </p:cNvPr>
                <p:cNvSpPr/>
                <p:nvPr/>
              </p:nvSpPr>
              <p:spPr>
                <a:xfrm>
                  <a:off x="7343775" y="3228246"/>
                  <a:ext cx="240158" cy="240158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45" name="椭圆 844">
                  <a:extLst>
                    <a:ext uri="{FF2B5EF4-FFF2-40B4-BE49-F238E27FC236}">
                      <a16:creationId xmlns:a16="http://schemas.microsoft.com/office/drawing/2014/main" id="{601A1EDD-F671-CC2C-0D74-E5D589F1E054}"/>
                    </a:ext>
                  </a:extLst>
                </p:cNvPr>
                <p:cNvSpPr/>
                <p:nvPr/>
              </p:nvSpPr>
              <p:spPr>
                <a:xfrm>
                  <a:off x="6859933" y="3559240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46" name="椭圆 845">
                  <a:extLst>
                    <a:ext uri="{FF2B5EF4-FFF2-40B4-BE49-F238E27FC236}">
                      <a16:creationId xmlns:a16="http://schemas.microsoft.com/office/drawing/2014/main" id="{1B893777-CD48-F94A-5A87-4B82483F5AF6}"/>
                    </a:ext>
                  </a:extLst>
                </p:cNvPr>
                <p:cNvSpPr/>
                <p:nvPr/>
              </p:nvSpPr>
              <p:spPr>
                <a:xfrm>
                  <a:off x="7848776" y="3565307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847" name="直接箭头连接符 846">
                  <a:extLst>
                    <a:ext uri="{FF2B5EF4-FFF2-40B4-BE49-F238E27FC236}">
                      <a16:creationId xmlns:a16="http://schemas.microsoft.com/office/drawing/2014/main" id="{5627A3FE-7D33-1C21-65F5-2CC3E9E13FC7}"/>
                    </a:ext>
                  </a:extLst>
                </p:cNvPr>
                <p:cNvCxnSpPr>
                  <a:stCxn id="843" idx="4"/>
                  <a:endCxn id="844" idx="0"/>
                </p:cNvCxnSpPr>
                <p:nvPr/>
              </p:nvCxnSpPr>
              <p:spPr>
                <a:xfrm>
                  <a:off x="7463854" y="3004789"/>
                  <a:ext cx="0" cy="223457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48" name="直接箭头连接符 847">
                  <a:extLst>
                    <a:ext uri="{FF2B5EF4-FFF2-40B4-BE49-F238E27FC236}">
                      <a16:creationId xmlns:a16="http://schemas.microsoft.com/office/drawing/2014/main" id="{38405261-9341-5B12-1701-E4CE8ED6D6DA}"/>
                    </a:ext>
                  </a:extLst>
                </p:cNvPr>
                <p:cNvCxnSpPr>
                  <a:stCxn id="843" idx="3"/>
                  <a:endCxn id="845" idx="0"/>
                </p:cNvCxnSpPr>
                <p:nvPr/>
              </p:nvCxnSpPr>
              <p:spPr>
                <a:xfrm flipH="1">
                  <a:off x="6980012" y="2969619"/>
                  <a:ext cx="398933" cy="589621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49" name="直接箭头连接符 848">
                  <a:extLst>
                    <a:ext uri="{FF2B5EF4-FFF2-40B4-BE49-F238E27FC236}">
                      <a16:creationId xmlns:a16="http://schemas.microsoft.com/office/drawing/2014/main" id="{3F35A7DC-A29E-299E-6491-69DBAA34115E}"/>
                    </a:ext>
                  </a:extLst>
                </p:cNvPr>
                <p:cNvCxnSpPr>
                  <a:cxnSpLocks/>
                  <a:stCxn id="843" idx="5"/>
                  <a:endCxn id="846" idx="0"/>
                </p:cNvCxnSpPr>
                <p:nvPr/>
              </p:nvCxnSpPr>
              <p:spPr>
                <a:xfrm>
                  <a:off x="7548763" y="2969619"/>
                  <a:ext cx="420092" cy="59568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50" name="直接箭头连接符 849">
                  <a:extLst>
                    <a:ext uri="{FF2B5EF4-FFF2-40B4-BE49-F238E27FC236}">
                      <a16:creationId xmlns:a16="http://schemas.microsoft.com/office/drawing/2014/main" id="{6060B869-8AE1-490B-A26C-D7A39C70EA21}"/>
                    </a:ext>
                  </a:extLst>
                </p:cNvPr>
                <p:cNvCxnSpPr>
                  <a:stCxn id="845" idx="6"/>
                  <a:endCxn id="846" idx="2"/>
                </p:cNvCxnSpPr>
                <p:nvPr/>
              </p:nvCxnSpPr>
              <p:spPr>
                <a:xfrm>
                  <a:off x="7100091" y="3679319"/>
                  <a:ext cx="748685" cy="6067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51" name="直接箭头连接符 850">
                  <a:extLst>
                    <a:ext uri="{FF2B5EF4-FFF2-40B4-BE49-F238E27FC236}">
                      <a16:creationId xmlns:a16="http://schemas.microsoft.com/office/drawing/2014/main" id="{F3C432FB-A950-446F-71F6-78A9A9E92D4B}"/>
                    </a:ext>
                  </a:extLst>
                </p:cNvPr>
                <p:cNvCxnSpPr>
                  <a:cxnSpLocks/>
                  <a:stCxn id="844" idx="2"/>
                  <a:endCxn id="845" idx="7"/>
                </p:cNvCxnSpPr>
                <p:nvPr/>
              </p:nvCxnSpPr>
              <p:spPr>
                <a:xfrm flipH="1">
                  <a:off x="7064921" y="3348325"/>
                  <a:ext cx="278854" cy="246085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52" name="直接箭头连接符 851">
                  <a:extLst>
                    <a:ext uri="{FF2B5EF4-FFF2-40B4-BE49-F238E27FC236}">
                      <a16:creationId xmlns:a16="http://schemas.microsoft.com/office/drawing/2014/main" id="{39154404-31DF-200D-7C2A-9EB0E5A5C50E}"/>
                    </a:ext>
                  </a:extLst>
                </p:cNvPr>
                <p:cNvCxnSpPr>
                  <a:cxnSpLocks/>
                  <a:stCxn id="844" idx="6"/>
                  <a:endCxn id="846" idx="1"/>
                </p:cNvCxnSpPr>
                <p:nvPr/>
              </p:nvCxnSpPr>
              <p:spPr>
                <a:xfrm>
                  <a:off x="7583933" y="3348325"/>
                  <a:ext cx="300013" cy="252152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865" name="直接箭头连接符 864">
            <a:extLst>
              <a:ext uri="{FF2B5EF4-FFF2-40B4-BE49-F238E27FC236}">
                <a16:creationId xmlns:a16="http://schemas.microsoft.com/office/drawing/2014/main" id="{880D1A2F-1F34-3984-FE83-F24BE49506D3}"/>
              </a:ext>
            </a:extLst>
          </p:cNvPr>
          <p:cNvCxnSpPr>
            <a:cxnSpLocks/>
          </p:cNvCxnSpPr>
          <p:nvPr/>
        </p:nvCxnSpPr>
        <p:spPr>
          <a:xfrm>
            <a:off x="6386472" y="4413602"/>
            <a:ext cx="526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6" name="组合 865">
            <a:extLst>
              <a:ext uri="{FF2B5EF4-FFF2-40B4-BE49-F238E27FC236}">
                <a16:creationId xmlns:a16="http://schemas.microsoft.com/office/drawing/2014/main" id="{4EB404CE-F068-EF92-0F84-5897C8524532}"/>
              </a:ext>
            </a:extLst>
          </p:cNvPr>
          <p:cNvGrpSpPr/>
          <p:nvPr/>
        </p:nvGrpSpPr>
        <p:grpSpPr>
          <a:xfrm>
            <a:off x="6917763" y="4122123"/>
            <a:ext cx="812781" cy="586579"/>
            <a:chOff x="7119732" y="1135856"/>
            <a:chExt cx="1045574" cy="921544"/>
          </a:xfrm>
        </p:grpSpPr>
        <p:sp>
          <p:nvSpPr>
            <p:cNvPr id="867" name="矩形: 圆角 866">
              <a:extLst>
                <a:ext uri="{FF2B5EF4-FFF2-40B4-BE49-F238E27FC236}">
                  <a16:creationId xmlns:a16="http://schemas.microsoft.com/office/drawing/2014/main" id="{1E49203F-3A3B-27AA-DF6D-112EAE1D0062}"/>
                </a:ext>
              </a:extLst>
            </p:cNvPr>
            <p:cNvSpPr/>
            <p:nvPr/>
          </p:nvSpPr>
          <p:spPr>
            <a:xfrm>
              <a:off x="7119732" y="1135856"/>
              <a:ext cx="1045574" cy="92154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8" name="矩形 867">
              <a:extLst>
                <a:ext uri="{FF2B5EF4-FFF2-40B4-BE49-F238E27FC236}">
                  <a16:creationId xmlns:a16="http://schemas.microsoft.com/office/drawing/2014/main" id="{EA7CCA76-4328-C3ED-D55B-3BEAFF2D9046}"/>
                </a:ext>
              </a:extLst>
            </p:cNvPr>
            <p:cNvSpPr/>
            <p:nvPr/>
          </p:nvSpPr>
          <p:spPr>
            <a:xfrm>
              <a:off x="7279227" y="1421857"/>
              <a:ext cx="178593" cy="4616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9" name="矩形 868">
              <a:extLst>
                <a:ext uri="{FF2B5EF4-FFF2-40B4-BE49-F238E27FC236}">
                  <a16:creationId xmlns:a16="http://schemas.microsoft.com/office/drawing/2014/main" id="{AC73094B-CEA7-5365-7A22-8CCFF256C86B}"/>
                </a:ext>
              </a:extLst>
            </p:cNvPr>
            <p:cNvSpPr/>
            <p:nvPr/>
          </p:nvSpPr>
          <p:spPr>
            <a:xfrm>
              <a:off x="7532787" y="1257285"/>
              <a:ext cx="178593" cy="6729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0" name="矩形 869">
              <a:extLst>
                <a:ext uri="{FF2B5EF4-FFF2-40B4-BE49-F238E27FC236}">
                  <a16:creationId xmlns:a16="http://schemas.microsoft.com/office/drawing/2014/main" id="{CFC11015-C7CA-A8EA-4EB2-4D5DBC28325B}"/>
                </a:ext>
              </a:extLst>
            </p:cNvPr>
            <p:cNvSpPr/>
            <p:nvPr/>
          </p:nvSpPr>
          <p:spPr>
            <a:xfrm>
              <a:off x="7836779" y="1421858"/>
              <a:ext cx="178593" cy="4616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71" name="文本框 870">
            <a:extLst>
              <a:ext uri="{FF2B5EF4-FFF2-40B4-BE49-F238E27FC236}">
                <a16:creationId xmlns:a16="http://schemas.microsoft.com/office/drawing/2014/main" id="{A2E7491F-E508-6F0D-C564-36F62D935B0E}"/>
              </a:ext>
            </a:extLst>
          </p:cNvPr>
          <p:cNvSpPr txBox="1"/>
          <p:nvPr/>
        </p:nvSpPr>
        <p:spPr>
          <a:xfrm>
            <a:off x="1754548" y="4682016"/>
            <a:ext cx="15806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(ResNet-18)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2" name="文本框 871">
            <a:extLst>
              <a:ext uri="{FF2B5EF4-FFF2-40B4-BE49-F238E27FC236}">
                <a16:creationId xmlns:a16="http://schemas.microsoft.com/office/drawing/2014/main" id="{F48942B3-C8FC-026C-B6BB-330DF40F2278}"/>
              </a:ext>
            </a:extLst>
          </p:cNvPr>
          <p:cNvSpPr txBox="1"/>
          <p:nvPr/>
        </p:nvSpPr>
        <p:spPr>
          <a:xfrm>
            <a:off x="3430236" y="4737845"/>
            <a:ext cx="4506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3" name="文本框 872">
            <a:extLst>
              <a:ext uri="{FF2B5EF4-FFF2-40B4-BE49-F238E27FC236}">
                <a16:creationId xmlns:a16="http://schemas.microsoft.com/office/drawing/2014/main" id="{8D4130CF-9329-DCE0-25C5-9EDBA6A41EA6}"/>
              </a:ext>
            </a:extLst>
          </p:cNvPr>
          <p:cNvSpPr txBox="1"/>
          <p:nvPr/>
        </p:nvSpPr>
        <p:spPr>
          <a:xfrm>
            <a:off x="6977140" y="4686513"/>
            <a:ext cx="8846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Noisy Layers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74" name="直接箭头连接符 873">
            <a:extLst>
              <a:ext uri="{FF2B5EF4-FFF2-40B4-BE49-F238E27FC236}">
                <a16:creationId xmlns:a16="http://schemas.microsoft.com/office/drawing/2014/main" id="{CB3F0B2D-71CF-232E-0DEE-E62244169F7F}"/>
              </a:ext>
            </a:extLst>
          </p:cNvPr>
          <p:cNvCxnSpPr>
            <a:cxnSpLocks/>
          </p:cNvCxnSpPr>
          <p:nvPr/>
        </p:nvCxnSpPr>
        <p:spPr>
          <a:xfrm>
            <a:off x="7719537" y="4431538"/>
            <a:ext cx="526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5" name="矩形 874">
            <a:extLst>
              <a:ext uri="{FF2B5EF4-FFF2-40B4-BE49-F238E27FC236}">
                <a16:creationId xmlns:a16="http://schemas.microsoft.com/office/drawing/2014/main" id="{91E31097-B485-EB47-9B2D-690194107C11}"/>
              </a:ext>
            </a:extLst>
          </p:cNvPr>
          <p:cNvSpPr/>
          <p:nvPr/>
        </p:nvSpPr>
        <p:spPr>
          <a:xfrm>
            <a:off x="8236449" y="4138338"/>
            <a:ext cx="414338" cy="53676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76" name="直接箭头连接符 875">
            <a:extLst>
              <a:ext uri="{FF2B5EF4-FFF2-40B4-BE49-F238E27FC236}">
                <a16:creationId xmlns:a16="http://schemas.microsoft.com/office/drawing/2014/main" id="{46ED9C2F-EB6D-D3C3-1917-821912B064E2}"/>
              </a:ext>
            </a:extLst>
          </p:cNvPr>
          <p:cNvCxnSpPr>
            <a:cxnSpLocks/>
          </p:cNvCxnSpPr>
          <p:nvPr/>
        </p:nvCxnSpPr>
        <p:spPr>
          <a:xfrm>
            <a:off x="3836581" y="6009270"/>
            <a:ext cx="526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7" name="组合 876">
            <a:extLst>
              <a:ext uri="{FF2B5EF4-FFF2-40B4-BE49-F238E27FC236}">
                <a16:creationId xmlns:a16="http://schemas.microsoft.com/office/drawing/2014/main" id="{95AE7F3D-ECD4-CBDF-EF46-5A3B120DC9E1}"/>
              </a:ext>
            </a:extLst>
          </p:cNvPr>
          <p:cNvGrpSpPr/>
          <p:nvPr/>
        </p:nvGrpSpPr>
        <p:grpSpPr>
          <a:xfrm>
            <a:off x="4364196" y="5821842"/>
            <a:ext cx="324056" cy="324056"/>
            <a:chOff x="8691357" y="1421858"/>
            <a:chExt cx="324056" cy="324056"/>
          </a:xfrm>
        </p:grpSpPr>
        <p:sp>
          <p:nvSpPr>
            <p:cNvPr id="878" name="椭圆 877">
              <a:extLst>
                <a:ext uri="{FF2B5EF4-FFF2-40B4-BE49-F238E27FC236}">
                  <a16:creationId xmlns:a16="http://schemas.microsoft.com/office/drawing/2014/main" id="{55B98E4F-E09C-CAF7-8D7B-50FB4DED0AE4}"/>
                </a:ext>
              </a:extLst>
            </p:cNvPr>
            <p:cNvSpPr/>
            <p:nvPr/>
          </p:nvSpPr>
          <p:spPr>
            <a:xfrm>
              <a:off x="8691357" y="1421858"/>
              <a:ext cx="324056" cy="32405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79" name="直接连接符 878">
              <a:extLst>
                <a:ext uri="{FF2B5EF4-FFF2-40B4-BE49-F238E27FC236}">
                  <a16:creationId xmlns:a16="http://schemas.microsoft.com/office/drawing/2014/main" id="{4C3664BB-E6A3-F40B-FA30-3DDC633087D5}"/>
                </a:ext>
              </a:extLst>
            </p:cNvPr>
            <p:cNvCxnSpPr>
              <a:stCxn id="878" idx="2"/>
              <a:endCxn id="878" idx="6"/>
            </p:cNvCxnSpPr>
            <p:nvPr/>
          </p:nvCxnSpPr>
          <p:spPr>
            <a:xfrm>
              <a:off x="8691357" y="1583886"/>
              <a:ext cx="324056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0" name="直接连接符 879">
              <a:extLst>
                <a:ext uri="{FF2B5EF4-FFF2-40B4-BE49-F238E27FC236}">
                  <a16:creationId xmlns:a16="http://schemas.microsoft.com/office/drawing/2014/main" id="{DE18CED9-293C-4097-70ED-85383F322042}"/>
                </a:ext>
              </a:extLst>
            </p:cNvPr>
            <p:cNvCxnSpPr>
              <a:stCxn id="878" idx="0"/>
              <a:endCxn id="878" idx="4"/>
            </p:cNvCxnSpPr>
            <p:nvPr/>
          </p:nvCxnSpPr>
          <p:spPr>
            <a:xfrm>
              <a:off x="8853385" y="1421858"/>
              <a:ext cx="0" cy="32405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81" name="文本框 880">
                <a:extLst>
                  <a:ext uri="{FF2B5EF4-FFF2-40B4-BE49-F238E27FC236}">
                    <a16:creationId xmlns:a16="http://schemas.microsoft.com/office/drawing/2014/main" id="{88B0AB0C-60F9-03EE-E3BD-A599F56A9459}"/>
                  </a:ext>
                </a:extLst>
              </p:cNvPr>
              <p:cNvSpPr txBox="1"/>
              <p:nvPr/>
            </p:nvSpPr>
            <p:spPr>
              <a:xfrm>
                <a:off x="4293115" y="6108513"/>
                <a:ext cx="46621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81" name="文本框 880">
                <a:extLst>
                  <a:ext uri="{FF2B5EF4-FFF2-40B4-BE49-F238E27FC236}">
                    <a16:creationId xmlns:a16="http://schemas.microsoft.com/office/drawing/2014/main" id="{88B0AB0C-60F9-03EE-E3BD-A599F56A9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3115" y="6108513"/>
                <a:ext cx="466218" cy="276999"/>
              </a:xfrm>
              <a:prstGeom prst="rect">
                <a:avLst/>
              </a:prstGeom>
              <a:blipFill>
                <a:blip r:embed="rId12"/>
                <a:stretch>
                  <a:fillRect l="-16883" t="-2222" r="-18182" b="-4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2" name="文本框 881">
            <a:extLst>
              <a:ext uri="{FF2B5EF4-FFF2-40B4-BE49-F238E27FC236}">
                <a16:creationId xmlns:a16="http://schemas.microsoft.com/office/drawing/2014/main" id="{B6ED4DF8-7166-1596-4152-32915CC8F468}"/>
              </a:ext>
            </a:extLst>
          </p:cNvPr>
          <p:cNvSpPr txBox="1"/>
          <p:nvPr/>
        </p:nvSpPr>
        <p:spPr>
          <a:xfrm>
            <a:off x="4426735" y="5487358"/>
            <a:ext cx="1057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83" name="直接箭头连接符 882">
            <a:extLst>
              <a:ext uri="{FF2B5EF4-FFF2-40B4-BE49-F238E27FC236}">
                <a16:creationId xmlns:a16="http://schemas.microsoft.com/office/drawing/2014/main" id="{29C0A25A-A1DF-D3D6-500B-1F0E37F32460}"/>
              </a:ext>
            </a:extLst>
          </p:cNvPr>
          <p:cNvCxnSpPr>
            <a:cxnSpLocks/>
          </p:cNvCxnSpPr>
          <p:nvPr/>
        </p:nvCxnSpPr>
        <p:spPr>
          <a:xfrm>
            <a:off x="4686131" y="6022087"/>
            <a:ext cx="526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4" name="文本框 883">
                <a:extLst>
                  <a:ext uri="{FF2B5EF4-FFF2-40B4-BE49-F238E27FC236}">
                    <a16:creationId xmlns:a16="http://schemas.microsoft.com/office/drawing/2014/main" id="{581CAC3B-4312-5E8A-B6E1-7C99EDB3C7A5}"/>
                  </a:ext>
                </a:extLst>
              </p:cNvPr>
              <p:cNvSpPr txBox="1"/>
              <p:nvPr/>
            </p:nvSpPr>
            <p:spPr>
              <a:xfrm>
                <a:off x="4648241" y="5638987"/>
                <a:ext cx="49231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84" name="文本框 883">
                <a:extLst>
                  <a:ext uri="{FF2B5EF4-FFF2-40B4-BE49-F238E27FC236}">
                    <a16:creationId xmlns:a16="http://schemas.microsoft.com/office/drawing/2014/main" id="{581CAC3B-4312-5E8A-B6E1-7C99EDB3C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41" y="5638987"/>
                <a:ext cx="492314" cy="276999"/>
              </a:xfrm>
              <a:prstGeom prst="rect">
                <a:avLst/>
              </a:prstGeom>
              <a:blipFill>
                <a:blip r:embed="rId13"/>
                <a:stretch>
                  <a:fillRect l="-17500" t="-2222" r="-17500" b="-4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5" name="直接箭头连接符 884">
            <a:extLst>
              <a:ext uri="{FF2B5EF4-FFF2-40B4-BE49-F238E27FC236}">
                <a16:creationId xmlns:a16="http://schemas.microsoft.com/office/drawing/2014/main" id="{8C02A311-3D6E-812E-728E-778BFF364B5F}"/>
              </a:ext>
            </a:extLst>
          </p:cNvPr>
          <p:cNvCxnSpPr>
            <a:cxnSpLocks/>
          </p:cNvCxnSpPr>
          <p:nvPr/>
        </p:nvCxnSpPr>
        <p:spPr>
          <a:xfrm>
            <a:off x="6386472" y="5996866"/>
            <a:ext cx="526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6" name="组合 885">
            <a:extLst>
              <a:ext uri="{FF2B5EF4-FFF2-40B4-BE49-F238E27FC236}">
                <a16:creationId xmlns:a16="http://schemas.microsoft.com/office/drawing/2014/main" id="{D028CC63-20B6-80AE-738D-A6B2A546D9C1}"/>
              </a:ext>
            </a:extLst>
          </p:cNvPr>
          <p:cNvGrpSpPr/>
          <p:nvPr/>
        </p:nvGrpSpPr>
        <p:grpSpPr>
          <a:xfrm>
            <a:off x="6915645" y="5678121"/>
            <a:ext cx="812781" cy="586579"/>
            <a:chOff x="7119732" y="1135856"/>
            <a:chExt cx="1045574" cy="921544"/>
          </a:xfrm>
        </p:grpSpPr>
        <p:sp>
          <p:nvSpPr>
            <p:cNvPr id="887" name="矩形: 圆角 886">
              <a:extLst>
                <a:ext uri="{FF2B5EF4-FFF2-40B4-BE49-F238E27FC236}">
                  <a16:creationId xmlns:a16="http://schemas.microsoft.com/office/drawing/2014/main" id="{806967AF-F85C-C6D5-12E7-FC421B7CBA04}"/>
                </a:ext>
              </a:extLst>
            </p:cNvPr>
            <p:cNvSpPr/>
            <p:nvPr/>
          </p:nvSpPr>
          <p:spPr>
            <a:xfrm>
              <a:off x="7119732" y="1135856"/>
              <a:ext cx="1045574" cy="92154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8" name="矩形 887">
              <a:extLst>
                <a:ext uri="{FF2B5EF4-FFF2-40B4-BE49-F238E27FC236}">
                  <a16:creationId xmlns:a16="http://schemas.microsoft.com/office/drawing/2014/main" id="{3BE93A25-63AC-954A-C8D3-ED4C3449C90C}"/>
                </a:ext>
              </a:extLst>
            </p:cNvPr>
            <p:cNvSpPr/>
            <p:nvPr/>
          </p:nvSpPr>
          <p:spPr>
            <a:xfrm>
              <a:off x="7279227" y="1421857"/>
              <a:ext cx="178593" cy="4616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9" name="矩形 888">
              <a:extLst>
                <a:ext uri="{FF2B5EF4-FFF2-40B4-BE49-F238E27FC236}">
                  <a16:creationId xmlns:a16="http://schemas.microsoft.com/office/drawing/2014/main" id="{11895DF4-5808-8859-7A35-F34C2DA8C42F}"/>
                </a:ext>
              </a:extLst>
            </p:cNvPr>
            <p:cNvSpPr/>
            <p:nvPr/>
          </p:nvSpPr>
          <p:spPr>
            <a:xfrm>
              <a:off x="7532787" y="1257285"/>
              <a:ext cx="178593" cy="6729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0" name="矩形 889">
              <a:extLst>
                <a:ext uri="{FF2B5EF4-FFF2-40B4-BE49-F238E27FC236}">
                  <a16:creationId xmlns:a16="http://schemas.microsoft.com/office/drawing/2014/main" id="{28AB1145-A694-6ED0-4E6D-491188A18F74}"/>
                </a:ext>
              </a:extLst>
            </p:cNvPr>
            <p:cNvSpPr/>
            <p:nvPr/>
          </p:nvSpPr>
          <p:spPr>
            <a:xfrm>
              <a:off x="7836779" y="1421858"/>
              <a:ext cx="178593" cy="4616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91" name="文本框 890">
            <a:extLst>
              <a:ext uri="{FF2B5EF4-FFF2-40B4-BE49-F238E27FC236}">
                <a16:creationId xmlns:a16="http://schemas.microsoft.com/office/drawing/2014/main" id="{C8AA9247-7604-26CC-D073-75AD42AD810B}"/>
              </a:ext>
            </a:extLst>
          </p:cNvPr>
          <p:cNvSpPr txBox="1"/>
          <p:nvPr/>
        </p:nvSpPr>
        <p:spPr>
          <a:xfrm>
            <a:off x="2083628" y="6300534"/>
            <a:ext cx="10914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CNN(ResNet-18)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2" name="文本框 891">
            <a:extLst>
              <a:ext uri="{FF2B5EF4-FFF2-40B4-BE49-F238E27FC236}">
                <a16:creationId xmlns:a16="http://schemas.microsoft.com/office/drawing/2014/main" id="{C145CE1C-1084-0968-5CEA-D5184CE0CCC3}"/>
              </a:ext>
            </a:extLst>
          </p:cNvPr>
          <p:cNvSpPr txBox="1"/>
          <p:nvPr/>
        </p:nvSpPr>
        <p:spPr>
          <a:xfrm>
            <a:off x="3338989" y="6310619"/>
            <a:ext cx="5789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3" name="文本框 892">
            <a:extLst>
              <a:ext uri="{FF2B5EF4-FFF2-40B4-BE49-F238E27FC236}">
                <a16:creationId xmlns:a16="http://schemas.microsoft.com/office/drawing/2014/main" id="{609EE769-46CA-9AF7-F40D-AD4B56B21F47}"/>
              </a:ext>
            </a:extLst>
          </p:cNvPr>
          <p:cNvSpPr txBox="1"/>
          <p:nvPr/>
        </p:nvSpPr>
        <p:spPr>
          <a:xfrm>
            <a:off x="6945524" y="6236668"/>
            <a:ext cx="8874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Noisy Layers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94" name="直接箭头连接符 893">
            <a:extLst>
              <a:ext uri="{FF2B5EF4-FFF2-40B4-BE49-F238E27FC236}">
                <a16:creationId xmlns:a16="http://schemas.microsoft.com/office/drawing/2014/main" id="{FA73C4D5-94A1-D335-BBEE-588363AA9B22}"/>
              </a:ext>
            </a:extLst>
          </p:cNvPr>
          <p:cNvCxnSpPr>
            <a:cxnSpLocks/>
          </p:cNvCxnSpPr>
          <p:nvPr/>
        </p:nvCxnSpPr>
        <p:spPr>
          <a:xfrm>
            <a:off x="7719537" y="6007095"/>
            <a:ext cx="526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5" name="矩形 894">
            <a:extLst>
              <a:ext uri="{FF2B5EF4-FFF2-40B4-BE49-F238E27FC236}">
                <a16:creationId xmlns:a16="http://schemas.microsoft.com/office/drawing/2014/main" id="{9F64EC27-2980-BE18-BE87-61D46758BB18}"/>
              </a:ext>
            </a:extLst>
          </p:cNvPr>
          <p:cNvSpPr/>
          <p:nvPr/>
        </p:nvSpPr>
        <p:spPr>
          <a:xfrm>
            <a:off x="8238727" y="5715489"/>
            <a:ext cx="414338" cy="5367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96" name="连接符: 肘形 895">
            <a:extLst>
              <a:ext uri="{FF2B5EF4-FFF2-40B4-BE49-F238E27FC236}">
                <a16:creationId xmlns:a16="http://schemas.microsoft.com/office/drawing/2014/main" id="{A8AC54F0-CD2C-E424-0747-BB65ECED7EE0}"/>
              </a:ext>
            </a:extLst>
          </p:cNvPr>
          <p:cNvCxnSpPr>
            <a:cxnSpLocks/>
            <a:stCxn id="941" idx="0"/>
            <a:endCxn id="878" idx="0"/>
          </p:cNvCxnSpPr>
          <p:nvPr/>
        </p:nvCxnSpPr>
        <p:spPr>
          <a:xfrm rot="16200000" flipH="1">
            <a:off x="3546633" y="4842252"/>
            <a:ext cx="134292" cy="1824889"/>
          </a:xfrm>
          <a:prstGeom prst="bentConnector3">
            <a:avLst>
              <a:gd name="adj1" fmla="val -17022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7" name="文本框 896">
                <a:extLst>
                  <a:ext uri="{FF2B5EF4-FFF2-40B4-BE49-F238E27FC236}">
                    <a16:creationId xmlns:a16="http://schemas.microsoft.com/office/drawing/2014/main" id="{98AEA2FD-E656-F668-48B3-2E62BD35426D}"/>
                  </a:ext>
                </a:extLst>
              </p:cNvPr>
              <p:cNvSpPr txBox="1"/>
              <p:nvPr/>
            </p:nvSpPr>
            <p:spPr>
              <a:xfrm>
                <a:off x="7816317" y="4662997"/>
                <a:ext cx="1113013" cy="2519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target Policy-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zh-CN" altLang="en-US" sz="1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’</m:t>
                        </m:r>
                      </m:sup>
                    </m:sSup>
                  </m:oMath>
                </a14:m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97" name="文本框 896">
                <a:extLst>
                  <a:ext uri="{FF2B5EF4-FFF2-40B4-BE49-F238E27FC236}">
                    <a16:creationId xmlns:a16="http://schemas.microsoft.com/office/drawing/2014/main" id="{98AEA2FD-E656-F668-48B3-2E62BD354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6317" y="4662997"/>
                <a:ext cx="1113013" cy="251928"/>
              </a:xfrm>
              <a:prstGeom prst="rect">
                <a:avLst/>
              </a:prstGeom>
              <a:blipFill>
                <a:blip r:embed="rId14"/>
                <a:stretch>
                  <a:fillRect b="-12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8" name="文本框 897">
            <a:extLst>
              <a:ext uri="{FF2B5EF4-FFF2-40B4-BE49-F238E27FC236}">
                <a16:creationId xmlns:a16="http://schemas.microsoft.com/office/drawing/2014/main" id="{C8736AB3-E98C-C3EA-5511-113362C1D3C0}"/>
              </a:ext>
            </a:extLst>
          </p:cNvPr>
          <p:cNvSpPr txBox="1"/>
          <p:nvPr/>
        </p:nvSpPr>
        <p:spPr>
          <a:xfrm>
            <a:off x="7924267" y="6222538"/>
            <a:ext cx="10076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Q-value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99" name="连接符: 肘形 898">
            <a:extLst>
              <a:ext uri="{FF2B5EF4-FFF2-40B4-BE49-F238E27FC236}">
                <a16:creationId xmlns:a16="http://schemas.microsoft.com/office/drawing/2014/main" id="{3DD5E616-9859-2BD5-2F17-AB1AAA881697}"/>
              </a:ext>
            </a:extLst>
          </p:cNvPr>
          <p:cNvCxnSpPr>
            <a:cxnSpLocks/>
          </p:cNvCxnSpPr>
          <p:nvPr/>
        </p:nvCxnSpPr>
        <p:spPr>
          <a:xfrm>
            <a:off x="1701135" y="4286758"/>
            <a:ext cx="1737591" cy="448507"/>
          </a:xfrm>
          <a:prstGeom prst="bentConnector4">
            <a:avLst>
              <a:gd name="adj1" fmla="val -432"/>
              <a:gd name="adj2" fmla="val 22816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0" name="连接符: 肘形 899">
            <a:extLst>
              <a:ext uri="{FF2B5EF4-FFF2-40B4-BE49-F238E27FC236}">
                <a16:creationId xmlns:a16="http://schemas.microsoft.com/office/drawing/2014/main" id="{DB78606A-AF76-58FE-76FD-41E040688D49}"/>
              </a:ext>
            </a:extLst>
          </p:cNvPr>
          <p:cNvCxnSpPr>
            <a:cxnSpLocks/>
            <a:endCxn id="938" idx="2"/>
          </p:cNvCxnSpPr>
          <p:nvPr/>
        </p:nvCxnSpPr>
        <p:spPr>
          <a:xfrm rot="16200000" flipH="1">
            <a:off x="1007959" y="5006158"/>
            <a:ext cx="1657502" cy="29074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1" name="矩形: 圆角 900">
            <a:extLst>
              <a:ext uri="{FF2B5EF4-FFF2-40B4-BE49-F238E27FC236}">
                <a16:creationId xmlns:a16="http://schemas.microsoft.com/office/drawing/2014/main" id="{6B22DA8B-5070-3455-51F2-764B4DFFD39F}"/>
              </a:ext>
            </a:extLst>
          </p:cNvPr>
          <p:cNvSpPr/>
          <p:nvPr/>
        </p:nvSpPr>
        <p:spPr>
          <a:xfrm>
            <a:off x="1824393" y="3480997"/>
            <a:ext cx="7221818" cy="1461327"/>
          </a:xfrm>
          <a:prstGeom prst="round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2" name="矩形: 圆角 901">
            <a:extLst>
              <a:ext uri="{FF2B5EF4-FFF2-40B4-BE49-F238E27FC236}">
                <a16:creationId xmlns:a16="http://schemas.microsoft.com/office/drawing/2014/main" id="{E1B7DBB3-DDEA-87EB-BE08-9ED5E34BECE9}"/>
              </a:ext>
            </a:extLst>
          </p:cNvPr>
          <p:cNvSpPr/>
          <p:nvPr/>
        </p:nvSpPr>
        <p:spPr>
          <a:xfrm>
            <a:off x="1824393" y="5104055"/>
            <a:ext cx="7221818" cy="1469590"/>
          </a:xfrm>
          <a:prstGeom prst="round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3" name="文本框 902">
            <a:extLst>
              <a:ext uri="{FF2B5EF4-FFF2-40B4-BE49-F238E27FC236}">
                <a16:creationId xmlns:a16="http://schemas.microsoft.com/office/drawing/2014/main" id="{9809D8D0-99EF-4FD9-209A-4E5CF7CADBEB}"/>
              </a:ext>
            </a:extLst>
          </p:cNvPr>
          <p:cNvSpPr txBox="1"/>
          <p:nvPr/>
        </p:nvSpPr>
        <p:spPr>
          <a:xfrm>
            <a:off x="4496734" y="3406011"/>
            <a:ext cx="2480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Actor network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04" name="组合 903">
            <a:extLst>
              <a:ext uri="{FF2B5EF4-FFF2-40B4-BE49-F238E27FC236}">
                <a16:creationId xmlns:a16="http://schemas.microsoft.com/office/drawing/2014/main" id="{5D87B664-7064-3ADC-AC70-0E7C0A7198FF}"/>
              </a:ext>
            </a:extLst>
          </p:cNvPr>
          <p:cNvGrpSpPr/>
          <p:nvPr/>
        </p:nvGrpSpPr>
        <p:grpSpPr>
          <a:xfrm>
            <a:off x="5231833" y="5315437"/>
            <a:ext cx="1184536" cy="1122984"/>
            <a:chOff x="7817050" y="800486"/>
            <a:chExt cx="1379799" cy="1344413"/>
          </a:xfrm>
        </p:grpSpPr>
        <p:grpSp>
          <p:nvGrpSpPr>
            <p:cNvPr id="905" name="组合 904">
              <a:extLst>
                <a:ext uri="{FF2B5EF4-FFF2-40B4-BE49-F238E27FC236}">
                  <a16:creationId xmlns:a16="http://schemas.microsoft.com/office/drawing/2014/main" id="{307B9195-AE84-9733-93C3-251460A5848B}"/>
                </a:ext>
              </a:extLst>
            </p:cNvPr>
            <p:cNvGrpSpPr/>
            <p:nvPr/>
          </p:nvGrpSpPr>
          <p:grpSpPr>
            <a:xfrm>
              <a:off x="7976594" y="800486"/>
              <a:ext cx="1220255" cy="1118189"/>
              <a:chOff x="9022185" y="995487"/>
              <a:chExt cx="1220255" cy="1118189"/>
            </a:xfrm>
          </p:grpSpPr>
          <p:sp>
            <p:nvSpPr>
              <p:cNvPr id="919" name="矩形: 圆角 918">
                <a:extLst>
                  <a:ext uri="{FF2B5EF4-FFF2-40B4-BE49-F238E27FC236}">
                    <a16:creationId xmlns:a16="http://schemas.microsoft.com/office/drawing/2014/main" id="{46B4BF0D-7C50-7B2B-49CB-9653D0AB0823}"/>
                  </a:ext>
                </a:extLst>
              </p:cNvPr>
              <p:cNvSpPr/>
              <p:nvPr/>
            </p:nvSpPr>
            <p:spPr>
              <a:xfrm>
                <a:off x="9022185" y="995487"/>
                <a:ext cx="1220255" cy="1118189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920" name="组合 919">
                <a:extLst>
                  <a:ext uri="{FF2B5EF4-FFF2-40B4-BE49-F238E27FC236}">
                    <a16:creationId xmlns:a16="http://schemas.microsoft.com/office/drawing/2014/main" id="{1928AC6D-FB7E-0AE8-43C9-B7983639E83B}"/>
                  </a:ext>
                </a:extLst>
              </p:cNvPr>
              <p:cNvGrpSpPr/>
              <p:nvPr/>
            </p:nvGrpSpPr>
            <p:grpSpPr>
              <a:xfrm>
                <a:off x="9048779" y="1048452"/>
                <a:ext cx="1170972" cy="929492"/>
                <a:chOff x="6859933" y="2764631"/>
                <a:chExt cx="1229001" cy="1040834"/>
              </a:xfrm>
            </p:grpSpPr>
            <p:sp>
              <p:nvSpPr>
                <p:cNvPr id="921" name="椭圆 920">
                  <a:extLst>
                    <a:ext uri="{FF2B5EF4-FFF2-40B4-BE49-F238E27FC236}">
                      <a16:creationId xmlns:a16="http://schemas.microsoft.com/office/drawing/2014/main" id="{41B1A3E3-23A1-D45A-657E-78E24499713B}"/>
                    </a:ext>
                  </a:extLst>
                </p:cNvPr>
                <p:cNvSpPr/>
                <p:nvPr/>
              </p:nvSpPr>
              <p:spPr>
                <a:xfrm>
                  <a:off x="7343775" y="2764631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22" name="椭圆 921">
                  <a:extLst>
                    <a:ext uri="{FF2B5EF4-FFF2-40B4-BE49-F238E27FC236}">
                      <a16:creationId xmlns:a16="http://schemas.microsoft.com/office/drawing/2014/main" id="{0B440249-B930-3F4D-017F-2BE5F4A3BC91}"/>
                    </a:ext>
                  </a:extLst>
                </p:cNvPr>
                <p:cNvSpPr/>
                <p:nvPr/>
              </p:nvSpPr>
              <p:spPr>
                <a:xfrm>
                  <a:off x="7343775" y="3228246"/>
                  <a:ext cx="240158" cy="240158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23" name="椭圆 922">
                  <a:extLst>
                    <a:ext uri="{FF2B5EF4-FFF2-40B4-BE49-F238E27FC236}">
                      <a16:creationId xmlns:a16="http://schemas.microsoft.com/office/drawing/2014/main" id="{6D39E7F9-4AFF-A368-2780-D76338A139C0}"/>
                    </a:ext>
                  </a:extLst>
                </p:cNvPr>
                <p:cNvSpPr/>
                <p:nvPr/>
              </p:nvSpPr>
              <p:spPr>
                <a:xfrm>
                  <a:off x="6859933" y="3559240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24" name="椭圆 923">
                  <a:extLst>
                    <a:ext uri="{FF2B5EF4-FFF2-40B4-BE49-F238E27FC236}">
                      <a16:creationId xmlns:a16="http://schemas.microsoft.com/office/drawing/2014/main" id="{52A6A143-0701-B1B7-BF81-F07754F1594D}"/>
                    </a:ext>
                  </a:extLst>
                </p:cNvPr>
                <p:cNvSpPr/>
                <p:nvPr/>
              </p:nvSpPr>
              <p:spPr>
                <a:xfrm>
                  <a:off x="7848776" y="3565307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925" name="直接箭头连接符 924">
                  <a:extLst>
                    <a:ext uri="{FF2B5EF4-FFF2-40B4-BE49-F238E27FC236}">
                      <a16:creationId xmlns:a16="http://schemas.microsoft.com/office/drawing/2014/main" id="{1C09D428-F551-FAA5-681F-C6FDE42352EA}"/>
                    </a:ext>
                  </a:extLst>
                </p:cNvPr>
                <p:cNvCxnSpPr>
                  <a:stCxn id="921" idx="4"/>
                  <a:endCxn id="922" idx="0"/>
                </p:cNvCxnSpPr>
                <p:nvPr/>
              </p:nvCxnSpPr>
              <p:spPr>
                <a:xfrm>
                  <a:off x="7463854" y="3004789"/>
                  <a:ext cx="0" cy="223457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26" name="直接箭头连接符 925">
                  <a:extLst>
                    <a:ext uri="{FF2B5EF4-FFF2-40B4-BE49-F238E27FC236}">
                      <a16:creationId xmlns:a16="http://schemas.microsoft.com/office/drawing/2014/main" id="{6629500F-7C80-5F4A-9A2E-19DBFBBD31BB}"/>
                    </a:ext>
                  </a:extLst>
                </p:cNvPr>
                <p:cNvCxnSpPr>
                  <a:stCxn id="921" idx="3"/>
                  <a:endCxn id="923" idx="0"/>
                </p:cNvCxnSpPr>
                <p:nvPr/>
              </p:nvCxnSpPr>
              <p:spPr>
                <a:xfrm flipH="1">
                  <a:off x="6980012" y="2969619"/>
                  <a:ext cx="398933" cy="589621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27" name="直接箭头连接符 926">
                  <a:extLst>
                    <a:ext uri="{FF2B5EF4-FFF2-40B4-BE49-F238E27FC236}">
                      <a16:creationId xmlns:a16="http://schemas.microsoft.com/office/drawing/2014/main" id="{A69AAB71-53CF-07F3-10DB-B73A9B56A386}"/>
                    </a:ext>
                  </a:extLst>
                </p:cNvPr>
                <p:cNvCxnSpPr>
                  <a:cxnSpLocks/>
                  <a:stCxn id="921" idx="5"/>
                  <a:endCxn id="924" idx="0"/>
                </p:cNvCxnSpPr>
                <p:nvPr/>
              </p:nvCxnSpPr>
              <p:spPr>
                <a:xfrm>
                  <a:off x="7548763" y="2969619"/>
                  <a:ext cx="420092" cy="59568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28" name="直接箭头连接符 927">
                  <a:extLst>
                    <a:ext uri="{FF2B5EF4-FFF2-40B4-BE49-F238E27FC236}">
                      <a16:creationId xmlns:a16="http://schemas.microsoft.com/office/drawing/2014/main" id="{7230816D-20A8-B86C-D1C8-7AFFF0DAB526}"/>
                    </a:ext>
                  </a:extLst>
                </p:cNvPr>
                <p:cNvCxnSpPr>
                  <a:stCxn id="923" idx="6"/>
                  <a:endCxn id="924" idx="2"/>
                </p:cNvCxnSpPr>
                <p:nvPr/>
              </p:nvCxnSpPr>
              <p:spPr>
                <a:xfrm>
                  <a:off x="7100091" y="3679319"/>
                  <a:ext cx="748685" cy="6067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29" name="直接箭头连接符 928">
                  <a:extLst>
                    <a:ext uri="{FF2B5EF4-FFF2-40B4-BE49-F238E27FC236}">
                      <a16:creationId xmlns:a16="http://schemas.microsoft.com/office/drawing/2014/main" id="{4772B652-4B76-27AE-73E0-AA3B1A5336DA}"/>
                    </a:ext>
                  </a:extLst>
                </p:cNvPr>
                <p:cNvCxnSpPr>
                  <a:cxnSpLocks/>
                  <a:stCxn id="922" idx="2"/>
                  <a:endCxn id="923" idx="7"/>
                </p:cNvCxnSpPr>
                <p:nvPr/>
              </p:nvCxnSpPr>
              <p:spPr>
                <a:xfrm flipH="1">
                  <a:off x="7064921" y="3348325"/>
                  <a:ext cx="278854" cy="246085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30" name="直接箭头连接符 929">
                  <a:extLst>
                    <a:ext uri="{FF2B5EF4-FFF2-40B4-BE49-F238E27FC236}">
                      <a16:creationId xmlns:a16="http://schemas.microsoft.com/office/drawing/2014/main" id="{BED56FF2-6D0C-7C92-445A-170A03FBA215}"/>
                    </a:ext>
                  </a:extLst>
                </p:cNvPr>
                <p:cNvCxnSpPr>
                  <a:cxnSpLocks/>
                  <a:stCxn id="922" idx="6"/>
                  <a:endCxn id="924" idx="1"/>
                </p:cNvCxnSpPr>
                <p:nvPr/>
              </p:nvCxnSpPr>
              <p:spPr>
                <a:xfrm>
                  <a:off x="7583933" y="3348325"/>
                  <a:ext cx="300013" cy="252152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906" name="组合 905">
              <a:extLst>
                <a:ext uri="{FF2B5EF4-FFF2-40B4-BE49-F238E27FC236}">
                  <a16:creationId xmlns:a16="http://schemas.microsoft.com/office/drawing/2014/main" id="{550EDA33-8CA8-DD49-8620-E4A27F255E21}"/>
                </a:ext>
              </a:extLst>
            </p:cNvPr>
            <p:cNvGrpSpPr/>
            <p:nvPr/>
          </p:nvGrpSpPr>
          <p:grpSpPr>
            <a:xfrm>
              <a:off x="7817050" y="1026710"/>
              <a:ext cx="1220255" cy="1118189"/>
              <a:chOff x="9022185" y="995487"/>
              <a:chExt cx="1220255" cy="1118189"/>
            </a:xfrm>
          </p:grpSpPr>
          <p:sp>
            <p:nvSpPr>
              <p:cNvPr id="907" name="矩形: 圆角 906">
                <a:extLst>
                  <a:ext uri="{FF2B5EF4-FFF2-40B4-BE49-F238E27FC236}">
                    <a16:creationId xmlns:a16="http://schemas.microsoft.com/office/drawing/2014/main" id="{01D06019-0077-B639-446A-1BB95A837BC1}"/>
                  </a:ext>
                </a:extLst>
              </p:cNvPr>
              <p:cNvSpPr/>
              <p:nvPr/>
            </p:nvSpPr>
            <p:spPr>
              <a:xfrm>
                <a:off x="9022185" y="995487"/>
                <a:ext cx="1220255" cy="1118189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908" name="组合 907">
                <a:extLst>
                  <a:ext uri="{FF2B5EF4-FFF2-40B4-BE49-F238E27FC236}">
                    <a16:creationId xmlns:a16="http://schemas.microsoft.com/office/drawing/2014/main" id="{11B7C839-DA4C-7EE7-1ABF-65A2BD8D46B6}"/>
                  </a:ext>
                </a:extLst>
              </p:cNvPr>
              <p:cNvGrpSpPr/>
              <p:nvPr/>
            </p:nvGrpSpPr>
            <p:grpSpPr>
              <a:xfrm>
                <a:off x="9048779" y="1048452"/>
                <a:ext cx="1170972" cy="929492"/>
                <a:chOff x="6859933" y="2764631"/>
                <a:chExt cx="1229001" cy="1040834"/>
              </a:xfrm>
            </p:grpSpPr>
            <p:sp>
              <p:nvSpPr>
                <p:cNvPr id="909" name="椭圆 908">
                  <a:extLst>
                    <a:ext uri="{FF2B5EF4-FFF2-40B4-BE49-F238E27FC236}">
                      <a16:creationId xmlns:a16="http://schemas.microsoft.com/office/drawing/2014/main" id="{E48F96B9-2A12-BDC5-303D-8BC235E1A214}"/>
                    </a:ext>
                  </a:extLst>
                </p:cNvPr>
                <p:cNvSpPr/>
                <p:nvPr/>
              </p:nvSpPr>
              <p:spPr>
                <a:xfrm>
                  <a:off x="7343775" y="2764631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10" name="椭圆 909">
                  <a:extLst>
                    <a:ext uri="{FF2B5EF4-FFF2-40B4-BE49-F238E27FC236}">
                      <a16:creationId xmlns:a16="http://schemas.microsoft.com/office/drawing/2014/main" id="{6A85B572-03FB-539A-A8A8-DC17ECC94799}"/>
                    </a:ext>
                  </a:extLst>
                </p:cNvPr>
                <p:cNvSpPr/>
                <p:nvPr/>
              </p:nvSpPr>
              <p:spPr>
                <a:xfrm>
                  <a:off x="7343775" y="3228246"/>
                  <a:ext cx="240158" cy="240158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11" name="椭圆 910">
                  <a:extLst>
                    <a:ext uri="{FF2B5EF4-FFF2-40B4-BE49-F238E27FC236}">
                      <a16:creationId xmlns:a16="http://schemas.microsoft.com/office/drawing/2014/main" id="{9614EED3-9BFA-C10F-1E0D-57D330C08F72}"/>
                    </a:ext>
                  </a:extLst>
                </p:cNvPr>
                <p:cNvSpPr/>
                <p:nvPr/>
              </p:nvSpPr>
              <p:spPr>
                <a:xfrm>
                  <a:off x="6859933" y="3559240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12" name="椭圆 911">
                  <a:extLst>
                    <a:ext uri="{FF2B5EF4-FFF2-40B4-BE49-F238E27FC236}">
                      <a16:creationId xmlns:a16="http://schemas.microsoft.com/office/drawing/2014/main" id="{935A94D5-BB10-BC2D-697F-DA4DED193DE7}"/>
                    </a:ext>
                  </a:extLst>
                </p:cNvPr>
                <p:cNvSpPr/>
                <p:nvPr/>
              </p:nvSpPr>
              <p:spPr>
                <a:xfrm>
                  <a:off x="7848776" y="3565307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913" name="直接箭头连接符 912">
                  <a:extLst>
                    <a:ext uri="{FF2B5EF4-FFF2-40B4-BE49-F238E27FC236}">
                      <a16:creationId xmlns:a16="http://schemas.microsoft.com/office/drawing/2014/main" id="{C4155507-F793-A33C-9E4A-5AD9D2DF21B6}"/>
                    </a:ext>
                  </a:extLst>
                </p:cNvPr>
                <p:cNvCxnSpPr>
                  <a:stCxn id="909" idx="4"/>
                  <a:endCxn id="910" idx="0"/>
                </p:cNvCxnSpPr>
                <p:nvPr/>
              </p:nvCxnSpPr>
              <p:spPr>
                <a:xfrm>
                  <a:off x="7463854" y="3004789"/>
                  <a:ext cx="0" cy="223457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14" name="直接箭头连接符 913">
                  <a:extLst>
                    <a:ext uri="{FF2B5EF4-FFF2-40B4-BE49-F238E27FC236}">
                      <a16:creationId xmlns:a16="http://schemas.microsoft.com/office/drawing/2014/main" id="{9E8F6F30-3C4F-2753-C303-E95BF63075F0}"/>
                    </a:ext>
                  </a:extLst>
                </p:cNvPr>
                <p:cNvCxnSpPr>
                  <a:stCxn id="909" idx="3"/>
                  <a:endCxn id="911" idx="0"/>
                </p:cNvCxnSpPr>
                <p:nvPr/>
              </p:nvCxnSpPr>
              <p:spPr>
                <a:xfrm flipH="1">
                  <a:off x="6980012" y="2969619"/>
                  <a:ext cx="398933" cy="589621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15" name="直接箭头连接符 914">
                  <a:extLst>
                    <a:ext uri="{FF2B5EF4-FFF2-40B4-BE49-F238E27FC236}">
                      <a16:creationId xmlns:a16="http://schemas.microsoft.com/office/drawing/2014/main" id="{BF9EC89E-C537-2E78-7017-3CAA3E2632CE}"/>
                    </a:ext>
                  </a:extLst>
                </p:cNvPr>
                <p:cNvCxnSpPr>
                  <a:cxnSpLocks/>
                  <a:stCxn id="909" idx="5"/>
                  <a:endCxn id="912" idx="0"/>
                </p:cNvCxnSpPr>
                <p:nvPr/>
              </p:nvCxnSpPr>
              <p:spPr>
                <a:xfrm>
                  <a:off x="7548763" y="2969619"/>
                  <a:ext cx="420092" cy="59568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16" name="直接箭头连接符 915">
                  <a:extLst>
                    <a:ext uri="{FF2B5EF4-FFF2-40B4-BE49-F238E27FC236}">
                      <a16:creationId xmlns:a16="http://schemas.microsoft.com/office/drawing/2014/main" id="{81C9B24C-A739-90EC-A29E-8BE4F7E0F4BB}"/>
                    </a:ext>
                  </a:extLst>
                </p:cNvPr>
                <p:cNvCxnSpPr>
                  <a:stCxn id="911" idx="6"/>
                  <a:endCxn id="912" idx="2"/>
                </p:cNvCxnSpPr>
                <p:nvPr/>
              </p:nvCxnSpPr>
              <p:spPr>
                <a:xfrm>
                  <a:off x="7100091" y="3679319"/>
                  <a:ext cx="748685" cy="6067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17" name="直接箭头连接符 916">
                  <a:extLst>
                    <a:ext uri="{FF2B5EF4-FFF2-40B4-BE49-F238E27FC236}">
                      <a16:creationId xmlns:a16="http://schemas.microsoft.com/office/drawing/2014/main" id="{EC3E0374-9F2C-D8D2-3E47-1EB465B5B34A}"/>
                    </a:ext>
                  </a:extLst>
                </p:cNvPr>
                <p:cNvCxnSpPr>
                  <a:cxnSpLocks/>
                  <a:stCxn id="910" idx="2"/>
                  <a:endCxn id="911" idx="7"/>
                </p:cNvCxnSpPr>
                <p:nvPr/>
              </p:nvCxnSpPr>
              <p:spPr>
                <a:xfrm flipH="1">
                  <a:off x="7064921" y="3348325"/>
                  <a:ext cx="278854" cy="246085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18" name="直接箭头连接符 917">
                  <a:extLst>
                    <a:ext uri="{FF2B5EF4-FFF2-40B4-BE49-F238E27FC236}">
                      <a16:creationId xmlns:a16="http://schemas.microsoft.com/office/drawing/2014/main" id="{80C17263-9001-8A0B-0DCD-5FF8F3699FE3}"/>
                    </a:ext>
                  </a:extLst>
                </p:cNvPr>
                <p:cNvCxnSpPr>
                  <a:cxnSpLocks/>
                  <a:stCxn id="910" idx="6"/>
                  <a:endCxn id="912" idx="1"/>
                </p:cNvCxnSpPr>
                <p:nvPr/>
              </p:nvCxnSpPr>
              <p:spPr>
                <a:xfrm>
                  <a:off x="7583933" y="3348325"/>
                  <a:ext cx="300013" cy="252152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931" name="组合 930">
            <a:extLst>
              <a:ext uri="{FF2B5EF4-FFF2-40B4-BE49-F238E27FC236}">
                <a16:creationId xmlns:a16="http://schemas.microsoft.com/office/drawing/2014/main" id="{3EC7DAF4-2A32-9AA1-7A57-C9F2DBCA7073}"/>
              </a:ext>
            </a:extLst>
          </p:cNvPr>
          <p:cNvGrpSpPr/>
          <p:nvPr/>
        </p:nvGrpSpPr>
        <p:grpSpPr>
          <a:xfrm>
            <a:off x="3021816" y="4153311"/>
            <a:ext cx="812781" cy="586579"/>
            <a:chOff x="7119732" y="1135856"/>
            <a:chExt cx="1045574" cy="921544"/>
          </a:xfrm>
        </p:grpSpPr>
        <p:sp>
          <p:nvSpPr>
            <p:cNvPr id="932" name="矩形: 圆角 931">
              <a:extLst>
                <a:ext uri="{FF2B5EF4-FFF2-40B4-BE49-F238E27FC236}">
                  <a16:creationId xmlns:a16="http://schemas.microsoft.com/office/drawing/2014/main" id="{C1E0BE39-E1B3-DA1F-E609-6C5F20F0357F}"/>
                </a:ext>
              </a:extLst>
            </p:cNvPr>
            <p:cNvSpPr/>
            <p:nvPr/>
          </p:nvSpPr>
          <p:spPr>
            <a:xfrm>
              <a:off x="7119732" y="1135856"/>
              <a:ext cx="1045574" cy="92154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3" name="矩形 932">
              <a:extLst>
                <a:ext uri="{FF2B5EF4-FFF2-40B4-BE49-F238E27FC236}">
                  <a16:creationId xmlns:a16="http://schemas.microsoft.com/office/drawing/2014/main" id="{1BBAF83B-6E85-D348-4D65-3DDC4CEC9F4C}"/>
                </a:ext>
              </a:extLst>
            </p:cNvPr>
            <p:cNvSpPr/>
            <p:nvPr/>
          </p:nvSpPr>
          <p:spPr>
            <a:xfrm>
              <a:off x="7279227" y="1421857"/>
              <a:ext cx="178593" cy="4616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4" name="矩形 933">
              <a:extLst>
                <a:ext uri="{FF2B5EF4-FFF2-40B4-BE49-F238E27FC236}">
                  <a16:creationId xmlns:a16="http://schemas.microsoft.com/office/drawing/2014/main" id="{AF36DC90-289A-1E2E-96EE-BB346C77BFD9}"/>
                </a:ext>
              </a:extLst>
            </p:cNvPr>
            <p:cNvSpPr/>
            <p:nvPr/>
          </p:nvSpPr>
          <p:spPr>
            <a:xfrm>
              <a:off x="7532787" y="1257285"/>
              <a:ext cx="178593" cy="6729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5" name="矩形 934">
              <a:extLst>
                <a:ext uri="{FF2B5EF4-FFF2-40B4-BE49-F238E27FC236}">
                  <a16:creationId xmlns:a16="http://schemas.microsoft.com/office/drawing/2014/main" id="{AAB42EA3-C1C2-4CA7-929B-B21F0411E0C2}"/>
                </a:ext>
              </a:extLst>
            </p:cNvPr>
            <p:cNvSpPr/>
            <p:nvPr/>
          </p:nvSpPr>
          <p:spPr>
            <a:xfrm>
              <a:off x="7836779" y="1421858"/>
              <a:ext cx="178593" cy="4616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936" name="连接符: 肘形 935">
            <a:extLst>
              <a:ext uri="{FF2B5EF4-FFF2-40B4-BE49-F238E27FC236}">
                <a16:creationId xmlns:a16="http://schemas.microsoft.com/office/drawing/2014/main" id="{8F849C57-128B-BDBA-FAAC-A349B4D44AB9}"/>
              </a:ext>
            </a:extLst>
          </p:cNvPr>
          <p:cNvCxnSpPr>
            <a:cxnSpLocks/>
            <a:stCxn id="828" idx="0"/>
            <a:endCxn id="831" idx="0"/>
          </p:cNvCxnSpPr>
          <p:nvPr/>
        </p:nvCxnSpPr>
        <p:spPr>
          <a:xfrm rot="16200000" flipH="1">
            <a:off x="3466421" y="3199321"/>
            <a:ext cx="230611" cy="1912651"/>
          </a:xfrm>
          <a:prstGeom prst="bentConnector3">
            <a:avLst>
              <a:gd name="adj1" fmla="val -9912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37" name="组合 936">
            <a:extLst>
              <a:ext uri="{FF2B5EF4-FFF2-40B4-BE49-F238E27FC236}">
                <a16:creationId xmlns:a16="http://schemas.microsoft.com/office/drawing/2014/main" id="{8D785D53-740C-411D-E654-A13FE312142F}"/>
              </a:ext>
            </a:extLst>
          </p:cNvPr>
          <p:cNvGrpSpPr/>
          <p:nvPr/>
        </p:nvGrpSpPr>
        <p:grpSpPr>
          <a:xfrm>
            <a:off x="1982080" y="5194582"/>
            <a:ext cx="787013" cy="1266743"/>
            <a:chOff x="5593710" y="587748"/>
            <a:chExt cx="999971" cy="1871424"/>
          </a:xfrm>
        </p:grpSpPr>
        <p:sp>
          <p:nvSpPr>
            <p:cNvPr id="938" name="立方体 937">
              <a:extLst>
                <a:ext uri="{FF2B5EF4-FFF2-40B4-BE49-F238E27FC236}">
                  <a16:creationId xmlns:a16="http://schemas.microsoft.com/office/drawing/2014/main" id="{88680691-E898-5CBB-6D1E-7D43E15DC3AF}"/>
                </a:ext>
              </a:extLst>
            </p:cNvPr>
            <p:cNvSpPr/>
            <p:nvPr/>
          </p:nvSpPr>
          <p:spPr>
            <a:xfrm>
              <a:off x="5593710" y="587748"/>
              <a:ext cx="491040" cy="1871424"/>
            </a:xfrm>
            <a:prstGeom prst="cube">
              <a:avLst>
                <a:gd name="adj" fmla="val 7883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9" name="立方体 938">
              <a:extLst>
                <a:ext uri="{FF2B5EF4-FFF2-40B4-BE49-F238E27FC236}">
                  <a16:creationId xmlns:a16="http://schemas.microsoft.com/office/drawing/2014/main" id="{C07B3B05-BDE9-09DA-6F0C-F220EC092DBB}"/>
                </a:ext>
              </a:extLst>
            </p:cNvPr>
            <p:cNvSpPr/>
            <p:nvPr/>
          </p:nvSpPr>
          <p:spPr>
            <a:xfrm>
              <a:off x="5774939" y="819738"/>
              <a:ext cx="389465" cy="1430749"/>
            </a:xfrm>
            <a:prstGeom prst="cube">
              <a:avLst>
                <a:gd name="adj" fmla="val 58462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0" name="立方体 939">
              <a:extLst>
                <a:ext uri="{FF2B5EF4-FFF2-40B4-BE49-F238E27FC236}">
                  <a16:creationId xmlns:a16="http://schemas.microsoft.com/office/drawing/2014/main" id="{E520E330-1243-F130-5661-9AE7340E8392}"/>
                </a:ext>
              </a:extLst>
            </p:cNvPr>
            <p:cNvSpPr/>
            <p:nvPr/>
          </p:nvSpPr>
          <p:spPr>
            <a:xfrm>
              <a:off x="5977417" y="1071563"/>
              <a:ext cx="451958" cy="985837"/>
            </a:xfrm>
            <a:prstGeom prst="cube">
              <a:avLst>
                <a:gd name="adj" fmla="val 47457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1" name="立方体 940">
              <a:extLst>
                <a:ext uri="{FF2B5EF4-FFF2-40B4-BE49-F238E27FC236}">
                  <a16:creationId xmlns:a16="http://schemas.microsoft.com/office/drawing/2014/main" id="{01DA76D3-D343-DF00-3364-308147D08BBA}"/>
                </a:ext>
              </a:extLst>
            </p:cNvPr>
            <p:cNvSpPr/>
            <p:nvPr/>
          </p:nvSpPr>
          <p:spPr>
            <a:xfrm>
              <a:off x="6265979" y="1316035"/>
              <a:ext cx="327702" cy="555500"/>
            </a:xfrm>
            <a:prstGeom prst="cube">
              <a:avLst>
                <a:gd name="adj" fmla="val 47457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42" name="组合 941">
            <a:extLst>
              <a:ext uri="{FF2B5EF4-FFF2-40B4-BE49-F238E27FC236}">
                <a16:creationId xmlns:a16="http://schemas.microsoft.com/office/drawing/2014/main" id="{CFC16FE5-AE46-BE03-7DD0-F740E8CCF4A2}"/>
              </a:ext>
            </a:extLst>
          </p:cNvPr>
          <p:cNvGrpSpPr/>
          <p:nvPr/>
        </p:nvGrpSpPr>
        <p:grpSpPr>
          <a:xfrm>
            <a:off x="3029720" y="5725718"/>
            <a:ext cx="812781" cy="586579"/>
            <a:chOff x="7119732" y="1135856"/>
            <a:chExt cx="1045574" cy="921544"/>
          </a:xfrm>
        </p:grpSpPr>
        <p:sp>
          <p:nvSpPr>
            <p:cNvPr id="943" name="矩形: 圆角 942">
              <a:extLst>
                <a:ext uri="{FF2B5EF4-FFF2-40B4-BE49-F238E27FC236}">
                  <a16:creationId xmlns:a16="http://schemas.microsoft.com/office/drawing/2014/main" id="{F856CF95-ACB2-8AC7-6FA9-7D131479C12F}"/>
                </a:ext>
              </a:extLst>
            </p:cNvPr>
            <p:cNvSpPr/>
            <p:nvPr/>
          </p:nvSpPr>
          <p:spPr>
            <a:xfrm>
              <a:off x="7119732" y="1135856"/>
              <a:ext cx="1045574" cy="92154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4" name="矩形 943">
              <a:extLst>
                <a:ext uri="{FF2B5EF4-FFF2-40B4-BE49-F238E27FC236}">
                  <a16:creationId xmlns:a16="http://schemas.microsoft.com/office/drawing/2014/main" id="{9ABD3A06-C0BF-4201-4AE8-FC3F6D7CD276}"/>
                </a:ext>
              </a:extLst>
            </p:cNvPr>
            <p:cNvSpPr/>
            <p:nvPr/>
          </p:nvSpPr>
          <p:spPr>
            <a:xfrm>
              <a:off x="7279227" y="1421857"/>
              <a:ext cx="178593" cy="4616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5" name="矩形 944">
              <a:extLst>
                <a:ext uri="{FF2B5EF4-FFF2-40B4-BE49-F238E27FC236}">
                  <a16:creationId xmlns:a16="http://schemas.microsoft.com/office/drawing/2014/main" id="{B1D9EAF4-40DE-59E4-1BC3-7E22013FE07F}"/>
                </a:ext>
              </a:extLst>
            </p:cNvPr>
            <p:cNvSpPr/>
            <p:nvPr/>
          </p:nvSpPr>
          <p:spPr>
            <a:xfrm>
              <a:off x="7532787" y="1257285"/>
              <a:ext cx="178593" cy="6729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6" name="矩形 945">
              <a:extLst>
                <a:ext uri="{FF2B5EF4-FFF2-40B4-BE49-F238E27FC236}">
                  <a16:creationId xmlns:a16="http://schemas.microsoft.com/office/drawing/2014/main" id="{2C11102D-D375-DA18-9EC9-5839BF0420D7}"/>
                </a:ext>
              </a:extLst>
            </p:cNvPr>
            <p:cNvSpPr/>
            <p:nvPr/>
          </p:nvSpPr>
          <p:spPr>
            <a:xfrm>
              <a:off x="7836779" y="1421858"/>
              <a:ext cx="178593" cy="4616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47" name="文本框 946">
                <a:extLst>
                  <a:ext uri="{FF2B5EF4-FFF2-40B4-BE49-F238E27FC236}">
                    <a16:creationId xmlns:a16="http://schemas.microsoft.com/office/drawing/2014/main" id="{B05F19BC-E22D-4DA5-2083-D1C9E002C565}"/>
                  </a:ext>
                </a:extLst>
              </p:cNvPr>
              <p:cNvSpPr txBox="1"/>
              <p:nvPr/>
            </p:nvSpPr>
            <p:spPr>
              <a:xfrm>
                <a:off x="4681480" y="4065357"/>
                <a:ext cx="49231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47" name="文本框 946">
                <a:extLst>
                  <a:ext uri="{FF2B5EF4-FFF2-40B4-BE49-F238E27FC236}">
                    <a16:creationId xmlns:a16="http://schemas.microsoft.com/office/drawing/2014/main" id="{B05F19BC-E22D-4DA5-2083-D1C9E002C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1480" y="4065357"/>
                <a:ext cx="492314" cy="276999"/>
              </a:xfrm>
              <a:prstGeom prst="rect">
                <a:avLst/>
              </a:prstGeom>
              <a:blipFill>
                <a:blip r:embed="rId15"/>
                <a:stretch>
                  <a:fillRect l="-17284" t="-4444" r="-16049" b="-3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8" name="文本框 947">
            <a:extLst>
              <a:ext uri="{FF2B5EF4-FFF2-40B4-BE49-F238E27FC236}">
                <a16:creationId xmlns:a16="http://schemas.microsoft.com/office/drawing/2014/main" id="{29470AA3-FC14-292A-98C6-B9E309D33E13}"/>
              </a:ext>
            </a:extLst>
          </p:cNvPr>
          <p:cNvSpPr txBox="1"/>
          <p:nvPr/>
        </p:nvSpPr>
        <p:spPr>
          <a:xfrm>
            <a:off x="6539518" y="5120479"/>
            <a:ext cx="2382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 Critic network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49" name="直接箭头连接符 948">
            <a:extLst>
              <a:ext uri="{FF2B5EF4-FFF2-40B4-BE49-F238E27FC236}">
                <a16:creationId xmlns:a16="http://schemas.microsoft.com/office/drawing/2014/main" id="{0303987A-B389-86B9-7595-CD4D91A9EFF2}"/>
              </a:ext>
            </a:extLst>
          </p:cNvPr>
          <p:cNvCxnSpPr>
            <a:cxnSpLocks/>
            <a:endCxn id="943" idx="0"/>
          </p:cNvCxnSpPr>
          <p:nvPr/>
        </p:nvCxnSpPr>
        <p:spPr>
          <a:xfrm flipH="1">
            <a:off x="3436111" y="4751071"/>
            <a:ext cx="2620" cy="9746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0" name="连接符: 肘形 949">
            <a:extLst>
              <a:ext uri="{FF2B5EF4-FFF2-40B4-BE49-F238E27FC236}">
                <a16:creationId xmlns:a16="http://schemas.microsoft.com/office/drawing/2014/main" id="{7717DFB3-C45A-6F12-62CE-1E64EB62B466}"/>
              </a:ext>
            </a:extLst>
          </p:cNvPr>
          <p:cNvCxnSpPr>
            <a:stCxn id="875" idx="3"/>
            <a:endCxn id="938" idx="2"/>
          </p:cNvCxnSpPr>
          <p:nvPr/>
        </p:nvCxnSpPr>
        <p:spPr>
          <a:xfrm flipH="1">
            <a:off x="1982080" y="4406719"/>
            <a:ext cx="6668707" cy="1573560"/>
          </a:xfrm>
          <a:prstGeom prst="bentConnector5">
            <a:avLst>
              <a:gd name="adj1" fmla="val -3428"/>
              <a:gd name="adj2" fmla="val 39802"/>
              <a:gd name="adj3" fmla="val 10342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1" name="矩形: 圆角 950">
            <a:extLst>
              <a:ext uri="{FF2B5EF4-FFF2-40B4-BE49-F238E27FC236}">
                <a16:creationId xmlns:a16="http://schemas.microsoft.com/office/drawing/2014/main" id="{ECA109E7-B880-6BDC-1839-A5AFDC695252}"/>
              </a:ext>
            </a:extLst>
          </p:cNvPr>
          <p:cNvSpPr/>
          <p:nvPr/>
        </p:nvSpPr>
        <p:spPr>
          <a:xfrm>
            <a:off x="10420960" y="4077101"/>
            <a:ext cx="1392324" cy="6713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minimize TD-error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55" name="连接符: 曲线 954">
            <a:extLst>
              <a:ext uri="{FF2B5EF4-FFF2-40B4-BE49-F238E27FC236}">
                <a16:creationId xmlns:a16="http://schemas.microsoft.com/office/drawing/2014/main" id="{EE8A1461-ABBD-3233-2739-FCACDF70690C}"/>
              </a:ext>
            </a:extLst>
          </p:cNvPr>
          <p:cNvCxnSpPr>
            <a:cxnSpLocks/>
            <a:stCxn id="902" idx="3"/>
            <a:endCxn id="951" idx="2"/>
          </p:cNvCxnSpPr>
          <p:nvPr/>
        </p:nvCxnSpPr>
        <p:spPr>
          <a:xfrm flipV="1">
            <a:off x="9046211" y="4748473"/>
            <a:ext cx="2070911" cy="1090377"/>
          </a:xfrm>
          <a:prstGeom prst="curved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5" name="连接符: 曲线 964">
            <a:extLst>
              <a:ext uri="{FF2B5EF4-FFF2-40B4-BE49-F238E27FC236}">
                <a16:creationId xmlns:a16="http://schemas.microsoft.com/office/drawing/2014/main" id="{A1CE3FA8-5793-F03E-198A-02365FF0C2F4}"/>
              </a:ext>
            </a:extLst>
          </p:cNvPr>
          <p:cNvCxnSpPr>
            <a:cxnSpLocks/>
          </p:cNvCxnSpPr>
          <p:nvPr/>
        </p:nvCxnSpPr>
        <p:spPr>
          <a:xfrm>
            <a:off x="10845743" y="2588870"/>
            <a:ext cx="288685" cy="1487227"/>
          </a:xfrm>
          <a:prstGeom prst="curved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7" name="连接符: 曲线 966">
            <a:extLst>
              <a:ext uri="{FF2B5EF4-FFF2-40B4-BE49-F238E27FC236}">
                <a16:creationId xmlns:a16="http://schemas.microsoft.com/office/drawing/2014/main" id="{134CB57A-E3D9-EBAA-8340-A295B2C87C48}"/>
              </a:ext>
            </a:extLst>
          </p:cNvPr>
          <p:cNvCxnSpPr>
            <a:cxnSpLocks/>
            <a:stCxn id="951" idx="1"/>
          </p:cNvCxnSpPr>
          <p:nvPr/>
        </p:nvCxnSpPr>
        <p:spPr>
          <a:xfrm rot="10800000">
            <a:off x="9189640" y="3177755"/>
            <a:ext cx="1231321" cy="1235032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0" name="文本框 969">
            <a:extLst>
              <a:ext uri="{FF2B5EF4-FFF2-40B4-BE49-F238E27FC236}">
                <a16:creationId xmlns:a16="http://schemas.microsoft.com/office/drawing/2014/main" id="{5B204B72-A631-5FD7-466B-40A7794460C8}"/>
              </a:ext>
            </a:extLst>
          </p:cNvPr>
          <p:cNvSpPr txBox="1"/>
          <p:nvPr/>
        </p:nvSpPr>
        <p:spPr>
          <a:xfrm>
            <a:off x="7312923" y="536496"/>
            <a:ext cx="654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1" name="文本框 970">
            <a:extLst>
              <a:ext uri="{FF2B5EF4-FFF2-40B4-BE49-F238E27FC236}">
                <a16:creationId xmlns:a16="http://schemas.microsoft.com/office/drawing/2014/main" id="{2B003CC7-3D09-6424-46EA-6EA6D998F99B}"/>
              </a:ext>
            </a:extLst>
          </p:cNvPr>
          <p:cNvSpPr txBox="1"/>
          <p:nvPr/>
        </p:nvSpPr>
        <p:spPr>
          <a:xfrm>
            <a:off x="5140555" y="3911468"/>
            <a:ext cx="654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5022C11-0C20-942A-3EBC-AACB07011F54}"/>
              </a:ext>
            </a:extLst>
          </p:cNvPr>
          <p:cNvSpPr txBox="1"/>
          <p:nvPr/>
        </p:nvSpPr>
        <p:spPr>
          <a:xfrm>
            <a:off x="9348308" y="3609318"/>
            <a:ext cx="865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0633D11-EEF7-711F-4501-8524A348942B}"/>
              </a:ext>
            </a:extLst>
          </p:cNvPr>
          <p:cNvGrpSpPr/>
          <p:nvPr/>
        </p:nvGrpSpPr>
        <p:grpSpPr>
          <a:xfrm>
            <a:off x="98159" y="67307"/>
            <a:ext cx="2429959" cy="2463384"/>
            <a:chOff x="353881" y="-261628"/>
            <a:chExt cx="3268162" cy="3112433"/>
          </a:xfrm>
        </p:grpSpPr>
        <p:sp>
          <p:nvSpPr>
            <p:cNvPr id="4" name="弧形 3">
              <a:extLst>
                <a:ext uri="{FF2B5EF4-FFF2-40B4-BE49-F238E27FC236}">
                  <a16:creationId xmlns:a16="http://schemas.microsoft.com/office/drawing/2014/main" id="{18F360D4-4496-BD09-1D85-5370677C45D5}"/>
                </a:ext>
              </a:extLst>
            </p:cNvPr>
            <p:cNvSpPr/>
            <p:nvPr/>
          </p:nvSpPr>
          <p:spPr>
            <a:xfrm rot="11194386">
              <a:off x="1067475" y="-206467"/>
              <a:ext cx="913054" cy="1051198"/>
            </a:xfrm>
            <a:prstGeom prst="arc">
              <a:avLst>
                <a:gd name="adj1" fmla="val 16200000"/>
                <a:gd name="adj2" fmla="val 43223"/>
              </a:avLst>
            </a:prstGeom>
            <a:ln w="19050">
              <a:solidFill>
                <a:schemeClr val="tx1"/>
              </a:solidFill>
              <a:prstDash val="sys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F723FF23-D9E5-6A67-7620-BD0D01DE346E}"/>
                </a:ext>
              </a:extLst>
            </p:cNvPr>
            <p:cNvGrpSpPr/>
            <p:nvPr/>
          </p:nvGrpSpPr>
          <p:grpSpPr>
            <a:xfrm>
              <a:off x="353881" y="-261628"/>
              <a:ext cx="3268162" cy="3112433"/>
              <a:chOff x="353881" y="-261628"/>
              <a:chExt cx="3268162" cy="3112433"/>
            </a:xfrm>
          </p:grpSpPr>
          <p:sp>
            <p:nvSpPr>
              <p:cNvPr id="6" name="弧形 5">
                <a:extLst>
                  <a:ext uri="{FF2B5EF4-FFF2-40B4-BE49-F238E27FC236}">
                    <a16:creationId xmlns:a16="http://schemas.microsoft.com/office/drawing/2014/main" id="{C050CE57-D040-AC8F-9623-5E23BCE75255}"/>
                  </a:ext>
                </a:extLst>
              </p:cNvPr>
              <p:cNvSpPr/>
              <p:nvPr/>
            </p:nvSpPr>
            <p:spPr>
              <a:xfrm rot="5400000">
                <a:off x="269171" y="-176918"/>
                <a:ext cx="1114814" cy="945394"/>
              </a:xfrm>
              <a:prstGeom prst="arc">
                <a:avLst>
                  <a:gd name="adj1" fmla="val 16200000"/>
                  <a:gd name="adj2" fmla="val 294151"/>
                </a:avLst>
              </a:prstGeom>
              <a:ln w="19050">
                <a:solidFill>
                  <a:schemeClr val="tx1"/>
                </a:solidFill>
                <a:prstDash val="sysDash"/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CD2D84CC-3768-B135-CA96-699D3F291A67}"/>
                  </a:ext>
                </a:extLst>
              </p:cNvPr>
              <p:cNvGrpSpPr/>
              <p:nvPr/>
            </p:nvGrpSpPr>
            <p:grpSpPr>
              <a:xfrm>
                <a:off x="433505" y="96712"/>
                <a:ext cx="3188538" cy="2754093"/>
                <a:chOff x="433505" y="96712"/>
                <a:chExt cx="3188538" cy="2754093"/>
              </a:xfrm>
            </p:grpSpPr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DB09FC7C-AF41-C6A9-D4A4-364D743E425A}"/>
                    </a:ext>
                  </a:extLst>
                </p:cNvPr>
                <p:cNvSpPr/>
                <p:nvPr/>
              </p:nvSpPr>
              <p:spPr>
                <a:xfrm>
                  <a:off x="1835054" y="1709801"/>
                  <a:ext cx="411585" cy="980966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4" name="直接连接符 13">
                  <a:extLst>
                    <a:ext uri="{FF2B5EF4-FFF2-40B4-BE49-F238E27FC236}">
                      <a16:creationId xmlns:a16="http://schemas.microsoft.com/office/drawing/2014/main" id="{5ED81272-593C-B575-D607-6703D6ADAB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16310" y="1709801"/>
                  <a:ext cx="0" cy="113833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连接符 18">
                  <a:extLst>
                    <a:ext uri="{FF2B5EF4-FFF2-40B4-BE49-F238E27FC236}">
                      <a16:creationId xmlns:a16="http://schemas.microsoft.com/office/drawing/2014/main" id="{CB22D0A3-D408-CF09-5639-84AEC62E80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29465" y="1712475"/>
                  <a:ext cx="0" cy="113833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" name="缺角矩形 19">
                  <a:extLst>
                    <a:ext uri="{FF2B5EF4-FFF2-40B4-BE49-F238E27FC236}">
                      <a16:creationId xmlns:a16="http://schemas.microsoft.com/office/drawing/2014/main" id="{040328AE-5DEC-9915-5EF8-B369798639C0}"/>
                    </a:ext>
                  </a:extLst>
                </p:cNvPr>
                <p:cNvSpPr/>
                <p:nvPr/>
              </p:nvSpPr>
              <p:spPr>
                <a:xfrm>
                  <a:off x="1723894" y="976547"/>
                  <a:ext cx="608909" cy="725044"/>
                </a:xfrm>
                <a:prstGeom prst="plaque">
                  <a:avLst/>
                </a:prstGeom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60F01AB6-ED70-1F92-D2A5-19344E76CB63}"/>
                    </a:ext>
                  </a:extLst>
                </p:cNvPr>
                <p:cNvSpPr/>
                <p:nvPr/>
              </p:nvSpPr>
              <p:spPr>
                <a:xfrm>
                  <a:off x="1822039" y="154232"/>
                  <a:ext cx="411585" cy="824706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DF84ED93-0933-1B3C-75FF-006CF37E63AA}"/>
                    </a:ext>
                  </a:extLst>
                </p:cNvPr>
                <p:cNvSpPr/>
                <p:nvPr/>
              </p:nvSpPr>
              <p:spPr>
                <a:xfrm>
                  <a:off x="582229" y="1098912"/>
                  <a:ext cx="1141091" cy="482657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2086AE76-958F-C511-1CB9-A7416B5DC41C}"/>
                    </a:ext>
                  </a:extLst>
                </p:cNvPr>
                <p:cNvCxnSpPr>
                  <a:cxnSpLocks/>
                  <a:stCxn id="21" idx="0"/>
                </p:cNvCxnSpPr>
                <p:nvPr/>
              </p:nvCxnSpPr>
              <p:spPr>
                <a:xfrm>
                  <a:off x="2027832" y="154232"/>
                  <a:ext cx="0" cy="824705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>
                  <a:extLst>
                    <a:ext uri="{FF2B5EF4-FFF2-40B4-BE49-F238E27FC236}">
                      <a16:creationId xmlns:a16="http://schemas.microsoft.com/office/drawing/2014/main" id="{FC576C91-5E99-FD42-F112-7AE172936E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23232" y="154232"/>
                  <a:ext cx="0" cy="824705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>
                  <a:extLst>
                    <a:ext uri="{FF2B5EF4-FFF2-40B4-BE49-F238E27FC236}">
                      <a16:creationId xmlns:a16="http://schemas.microsoft.com/office/drawing/2014/main" id="{F1071958-3E68-548D-6F3B-B401FF63F5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27779" y="113059"/>
                  <a:ext cx="0" cy="865877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>
                  <a:extLst>
                    <a:ext uri="{FF2B5EF4-FFF2-40B4-BE49-F238E27FC236}">
                      <a16:creationId xmlns:a16="http://schemas.microsoft.com/office/drawing/2014/main" id="{2DD2B306-D52E-676B-FD58-0B888C72559D}"/>
                    </a:ext>
                  </a:extLst>
                </p:cNvPr>
                <p:cNvCxnSpPr/>
                <p:nvPr/>
              </p:nvCxnSpPr>
              <p:spPr>
                <a:xfrm>
                  <a:off x="433505" y="1219116"/>
                  <a:ext cx="1289814" cy="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2AF2F9EA-CD77-6474-E9E8-360F9ADDCC88}"/>
                    </a:ext>
                  </a:extLst>
                </p:cNvPr>
                <p:cNvCxnSpPr/>
                <p:nvPr/>
              </p:nvCxnSpPr>
              <p:spPr>
                <a:xfrm>
                  <a:off x="433505" y="1452072"/>
                  <a:ext cx="1289814" cy="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连接符 31">
                  <a:extLst>
                    <a:ext uri="{FF2B5EF4-FFF2-40B4-BE49-F238E27FC236}">
                      <a16:creationId xmlns:a16="http://schemas.microsoft.com/office/drawing/2014/main" id="{542C3873-3778-EE03-5303-B7DFAE4694A5}"/>
                    </a:ext>
                  </a:extLst>
                </p:cNvPr>
                <p:cNvCxnSpPr/>
                <p:nvPr/>
              </p:nvCxnSpPr>
              <p:spPr>
                <a:xfrm>
                  <a:off x="2332229" y="1221462"/>
                  <a:ext cx="1289814" cy="0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C3755B8C-D8EB-D876-0185-9D49AA48341E}"/>
                    </a:ext>
                  </a:extLst>
                </p:cNvPr>
                <p:cNvSpPr/>
                <p:nvPr/>
              </p:nvSpPr>
              <p:spPr>
                <a:xfrm>
                  <a:off x="2332229" y="1100782"/>
                  <a:ext cx="1127509" cy="482657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34" name="直接连接符 33">
                  <a:extLst>
                    <a:ext uri="{FF2B5EF4-FFF2-40B4-BE49-F238E27FC236}">
                      <a16:creationId xmlns:a16="http://schemas.microsoft.com/office/drawing/2014/main" id="{B31E90E3-FD32-9460-0992-D3620B7EEDA9}"/>
                    </a:ext>
                  </a:extLst>
                </p:cNvPr>
                <p:cNvCxnSpPr/>
                <p:nvPr/>
              </p:nvCxnSpPr>
              <p:spPr>
                <a:xfrm>
                  <a:off x="2332228" y="1219116"/>
                  <a:ext cx="1289814" cy="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连接符 34">
                  <a:extLst>
                    <a:ext uri="{FF2B5EF4-FFF2-40B4-BE49-F238E27FC236}">
                      <a16:creationId xmlns:a16="http://schemas.microsoft.com/office/drawing/2014/main" id="{4878012D-E2BE-6595-B1DA-E3AC306FCA91}"/>
                    </a:ext>
                  </a:extLst>
                </p:cNvPr>
                <p:cNvCxnSpPr/>
                <p:nvPr/>
              </p:nvCxnSpPr>
              <p:spPr>
                <a:xfrm>
                  <a:off x="2332228" y="1455400"/>
                  <a:ext cx="1289814" cy="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弧形 35">
                  <a:extLst>
                    <a:ext uri="{FF2B5EF4-FFF2-40B4-BE49-F238E27FC236}">
                      <a16:creationId xmlns:a16="http://schemas.microsoft.com/office/drawing/2014/main" id="{F42D1053-D301-94BB-362B-0DE49E646DC4}"/>
                    </a:ext>
                  </a:extLst>
                </p:cNvPr>
                <p:cNvSpPr/>
                <p:nvPr/>
              </p:nvSpPr>
              <p:spPr>
                <a:xfrm rot="10800000">
                  <a:off x="2126632" y="782004"/>
                  <a:ext cx="404211" cy="438103"/>
                </a:xfrm>
                <a:prstGeom prst="arc">
                  <a:avLst>
                    <a:gd name="adj1" fmla="val 16111941"/>
                    <a:gd name="adj2" fmla="val 356658"/>
                  </a:avLst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7" name="弧形 36">
                  <a:extLst>
                    <a:ext uri="{FF2B5EF4-FFF2-40B4-BE49-F238E27FC236}">
                      <a16:creationId xmlns:a16="http://schemas.microsoft.com/office/drawing/2014/main" id="{1A512931-FA36-C7D1-2AEC-60CC425C3C43}"/>
                    </a:ext>
                  </a:extLst>
                </p:cNvPr>
                <p:cNvSpPr/>
                <p:nvPr/>
              </p:nvSpPr>
              <p:spPr>
                <a:xfrm rot="5400000">
                  <a:off x="1496869" y="795262"/>
                  <a:ext cx="493531" cy="358815"/>
                </a:xfrm>
                <a:prstGeom prst="arc">
                  <a:avLst>
                    <a:gd name="adj1" fmla="val 16200000"/>
                    <a:gd name="adj2" fmla="val 356658"/>
                  </a:avLst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8" name="弧形 37">
                  <a:extLst>
                    <a:ext uri="{FF2B5EF4-FFF2-40B4-BE49-F238E27FC236}">
                      <a16:creationId xmlns:a16="http://schemas.microsoft.com/office/drawing/2014/main" id="{75931C01-A384-4A21-D98C-8F86BDE9A86E}"/>
                    </a:ext>
                  </a:extLst>
                </p:cNvPr>
                <p:cNvSpPr/>
                <p:nvPr/>
              </p:nvSpPr>
              <p:spPr>
                <a:xfrm>
                  <a:off x="1523330" y="1452774"/>
                  <a:ext cx="391265" cy="438103"/>
                </a:xfrm>
                <a:prstGeom prst="arc">
                  <a:avLst>
                    <a:gd name="adj1" fmla="val 16200000"/>
                    <a:gd name="adj2" fmla="val 528039"/>
                  </a:avLst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" name="弧形 38">
                  <a:extLst>
                    <a:ext uri="{FF2B5EF4-FFF2-40B4-BE49-F238E27FC236}">
                      <a16:creationId xmlns:a16="http://schemas.microsoft.com/office/drawing/2014/main" id="{621207C2-139B-E1DA-A218-DE659DD5A7F5}"/>
                    </a:ext>
                  </a:extLst>
                </p:cNvPr>
                <p:cNvSpPr/>
                <p:nvPr/>
              </p:nvSpPr>
              <p:spPr>
                <a:xfrm rot="16200000">
                  <a:off x="2059182" y="1519522"/>
                  <a:ext cx="493713" cy="358815"/>
                </a:xfrm>
                <a:prstGeom prst="arc">
                  <a:avLst>
                    <a:gd name="adj1" fmla="val 16200000"/>
                    <a:gd name="adj2" fmla="val 528039"/>
                  </a:avLst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40" name="直接连接符 39">
                  <a:extLst>
                    <a:ext uri="{FF2B5EF4-FFF2-40B4-BE49-F238E27FC236}">
                      <a16:creationId xmlns:a16="http://schemas.microsoft.com/office/drawing/2014/main" id="{8EEF4FA3-3DB7-4936-1C07-9FACD9A927E4}"/>
                    </a:ext>
                  </a:extLst>
                </p:cNvPr>
                <p:cNvCxnSpPr>
                  <a:cxnSpLocks/>
                  <a:stCxn id="22" idx="1"/>
                  <a:endCxn id="22" idx="3"/>
                </p:cNvCxnSpPr>
                <p:nvPr/>
              </p:nvCxnSpPr>
              <p:spPr>
                <a:xfrm>
                  <a:off x="582229" y="1340240"/>
                  <a:ext cx="1141091" cy="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箭头连接符 40">
                  <a:extLst>
                    <a:ext uri="{FF2B5EF4-FFF2-40B4-BE49-F238E27FC236}">
                      <a16:creationId xmlns:a16="http://schemas.microsoft.com/office/drawing/2014/main" id="{105D32AF-374F-DDC1-F148-5BDCBC748460}"/>
                    </a:ext>
                  </a:extLst>
                </p:cNvPr>
                <p:cNvCxnSpPr/>
                <p:nvPr/>
              </p:nvCxnSpPr>
              <p:spPr>
                <a:xfrm>
                  <a:off x="866697" y="1407588"/>
                  <a:ext cx="303374" cy="0"/>
                </a:xfrm>
                <a:prstGeom prst="straightConnector1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箭头连接符 41">
                  <a:extLst>
                    <a:ext uri="{FF2B5EF4-FFF2-40B4-BE49-F238E27FC236}">
                      <a16:creationId xmlns:a16="http://schemas.microsoft.com/office/drawing/2014/main" id="{44E17818-0657-765D-A1F0-2E24681FA8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50101" y="1279628"/>
                  <a:ext cx="217745" cy="0"/>
                </a:xfrm>
                <a:prstGeom prst="straightConnector1">
                  <a:avLst/>
                </a:prstGeom>
                <a:ln w="9525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箭头连接符 42">
                  <a:extLst>
                    <a:ext uri="{FF2B5EF4-FFF2-40B4-BE49-F238E27FC236}">
                      <a16:creationId xmlns:a16="http://schemas.microsoft.com/office/drawing/2014/main" id="{FEED33EB-9437-CE76-1393-5426138AA2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880403" y="1279628"/>
                  <a:ext cx="264652" cy="0"/>
                </a:xfrm>
                <a:prstGeom prst="straightConnector1">
                  <a:avLst/>
                </a:prstGeom>
                <a:ln w="9525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箭头连接符 43">
                  <a:extLst>
                    <a:ext uri="{FF2B5EF4-FFF2-40B4-BE49-F238E27FC236}">
                      <a16:creationId xmlns:a16="http://schemas.microsoft.com/office/drawing/2014/main" id="{A793E221-9470-223C-2870-4887F85D99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80403" y="1415897"/>
                  <a:ext cx="299760" cy="0"/>
                </a:xfrm>
                <a:prstGeom prst="straightConnector1">
                  <a:avLst/>
                </a:prstGeom>
                <a:ln w="9525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箭头连接符 44">
                  <a:extLst>
                    <a:ext uri="{FF2B5EF4-FFF2-40B4-BE49-F238E27FC236}">
                      <a16:creationId xmlns:a16="http://schemas.microsoft.com/office/drawing/2014/main" id="{56631661-0E50-FC69-C94B-E2F8FC3A52BF}"/>
                    </a:ext>
                  </a:extLst>
                </p:cNvPr>
                <p:cNvCxnSpPr/>
                <p:nvPr/>
              </p:nvCxnSpPr>
              <p:spPr>
                <a:xfrm flipV="1">
                  <a:off x="1969773" y="2092288"/>
                  <a:ext cx="0" cy="305871"/>
                </a:xfrm>
                <a:prstGeom prst="straightConnector1">
                  <a:avLst/>
                </a:prstGeom>
                <a:ln w="9525">
                  <a:solidFill>
                    <a:schemeClr val="bg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箭头连接符 45">
                  <a:extLst>
                    <a:ext uri="{FF2B5EF4-FFF2-40B4-BE49-F238E27FC236}">
                      <a16:creationId xmlns:a16="http://schemas.microsoft.com/office/drawing/2014/main" id="{B48FC71F-DFB0-9CEC-C5E9-705594FFF0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83257" y="2096358"/>
                  <a:ext cx="0" cy="330190"/>
                </a:xfrm>
                <a:prstGeom prst="straightConnector1">
                  <a:avLst/>
                </a:prstGeom>
                <a:ln w="9525">
                  <a:solidFill>
                    <a:schemeClr val="bg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接箭头连接符 46">
                  <a:extLst>
                    <a:ext uri="{FF2B5EF4-FFF2-40B4-BE49-F238E27FC236}">
                      <a16:creationId xmlns:a16="http://schemas.microsoft.com/office/drawing/2014/main" id="{964EE328-F6B1-B579-B46D-2AFB30F7F8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970641" y="279378"/>
                  <a:ext cx="0" cy="333420"/>
                </a:xfrm>
                <a:prstGeom prst="straightConnector1">
                  <a:avLst/>
                </a:prstGeom>
                <a:ln w="9525">
                  <a:solidFill>
                    <a:schemeClr val="bg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接箭头连接符 48">
                  <a:extLst>
                    <a:ext uri="{FF2B5EF4-FFF2-40B4-BE49-F238E27FC236}">
                      <a16:creationId xmlns:a16="http://schemas.microsoft.com/office/drawing/2014/main" id="{00FD32B8-A4A5-189F-A41C-225381F464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87088" y="289294"/>
                  <a:ext cx="0" cy="323505"/>
                </a:xfrm>
                <a:prstGeom prst="straightConnector1">
                  <a:avLst/>
                </a:prstGeom>
                <a:ln w="19050">
                  <a:solidFill>
                    <a:schemeClr val="bg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" name="弧形 49">
                  <a:extLst>
                    <a:ext uri="{FF2B5EF4-FFF2-40B4-BE49-F238E27FC236}">
                      <a16:creationId xmlns:a16="http://schemas.microsoft.com/office/drawing/2014/main" id="{4A364164-6CD2-3D6B-A9BB-22D66E1E6093}"/>
                    </a:ext>
                  </a:extLst>
                </p:cNvPr>
                <p:cNvSpPr/>
                <p:nvPr/>
              </p:nvSpPr>
              <p:spPr>
                <a:xfrm rot="5400000">
                  <a:off x="1446307" y="741945"/>
                  <a:ext cx="493531" cy="358815"/>
                </a:xfrm>
                <a:prstGeom prst="arc">
                  <a:avLst>
                    <a:gd name="adj1" fmla="val 15809528"/>
                    <a:gd name="adj2" fmla="val 720446"/>
                  </a:avLst>
                </a:prstGeom>
                <a:ln w="9525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1" name="弧形 50">
                  <a:extLst>
                    <a:ext uri="{FF2B5EF4-FFF2-40B4-BE49-F238E27FC236}">
                      <a16:creationId xmlns:a16="http://schemas.microsoft.com/office/drawing/2014/main" id="{E55C3A47-CD8D-B07F-B537-A6CA0F286C8C}"/>
                    </a:ext>
                  </a:extLst>
                </p:cNvPr>
                <p:cNvSpPr/>
                <p:nvPr/>
              </p:nvSpPr>
              <p:spPr>
                <a:xfrm rot="10800000">
                  <a:off x="2179554" y="732353"/>
                  <a:ext cx="404211" cy="438103"/>
                </a:xfrm>
                <a:prstGeom prst="arc">
                  <a:avLst>
                    <a:gd name="adj1" fmla="val 15809528"/>
                    <a:gd name="adj2" fmla="val 720446"/>
                  </a:avLst>
                </a:prstGeom>
                <a:ln w="9525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1" name="弧形 60">
                  <a:extLst>
                    <a:ext uri="{FF2B5EF4-FFF2-40B4-BE49-F238E27FC236}">
                      <a16:creationId xmlns:a16="http://schemas.microsoft.com/office/drawing/2014/main" id="{065A04A2-9EA2-582C-E244-6DA5358331C0}"/>
                    </a:ext>
                  </a:extLst>
                </p:cNvPr>
                <p:cNvSpPr/>
                <p:nvPr/>
              </p:nvSpPr>
              <p:spPr>
                <a:xfrm>
                  <a:off x="1477358" y="1508806"/>
                  <a:ext cx="391265" cy="438103"/>
                </a:xfrm>
                <a:prstGeom prst="arc">
                  <a:avLst>
                    <a:gd name="adj1" fmla="val 16200000"/>
                    <a:gd name="adj2" fmla="val 528039"/>
                  </a:avLst>
                </a:prstGeom>
                <a:ln w="9525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3" name="弧形 62">
                  <a:extLst>
                    <a:ext uri="{FF2B5EF4-FFF2-40B4-BE49-F238E27FC236}">
                      <a16:creationId xmlns:a16="http://schemas.microsoft.com/office/drawing/2014/main" id="{959F6A75-1F8F-BE5B-D257-F8DB55803E94}"/>
                    </a:ext>
                  </a:extLst>
                </p:cNvPr>
                <p:cNvSpPr/>
                <p:nvPr/>
              </p:nvSpPr>
              <p:spPr>
                <a:xfrm rot="16200000">
                  <a:off x="2114341" y="1586869"/>
                  <a:ext cx="493713" cy="358815"/>
                </a:xfrm>
                <a:prstGeom prst="arc">
                  <a:avLst>
                    <a:gd name="adj1" fmla="val 16200000"/>
                    <a:gd name="adj2" fmla="val 528039"/>
                  </a:avLst>
                </a:prstGeom>
                <a:ln w="9525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952" name="直接连接符 951">
                  <a:extLst>
                    <a:ext uri="{FF2B5EF4-FFF2-40B4-BE49-F238E27FC236}">
                      <a16:creationId xmlns:a16="http://schemas.microsoft.com/office/drawing/2014/main" id="{F18224F5-AAB8-8687-5A1F-14D424C825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32228" y="1339069"/>
                  <a:ext cx="1289814" cy="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953" name="组合 952">
                  <a:extLst>
                    <a:ext uri="{FF2B5EF4-FFF2-40B4-BE49-F238E27FC236}">
                      <a16:creationId xmlns:a16="http://schemas.microsoft.com/office/drawing/2014/main" id="{5A437867-F572-A612-DED9-C051F38A5D9D}"/>
                    </a:ext>
                  </a:extLst>
                </p:cNvPr>
                <p:cNvGrpSpPr/>
                <p:nvPr/>
              </p:nvGrpSpPr>
              <p:grpSpPr>
                <a:xfrm>
                  <a:off x="674474" y="1362902"/>
                  <a:ext cx="252481" cy="74199"/>
                  <a:chOff x="1680623" y="4593851"/>
                  <a:chExt cx="697592" cy="167903"/>
                </a:xfrm>
              </p:grpSpPr>
              <p:sp>
                <p:nvSpPr>
                  <p:cNvPr id="992" name="矩形 991">
                    <a:extLst>
                      <a:ext uri="{FF2B5EF4-FFF2-40B4-BE49-F238E27FC236}">
                        <a16:creationId xmlns:a16="http://schemas.microsoft.com/office/drawing/2014/main" id="{CF5D1B3A-D107-206A-F5B4-29C2AD06BD52}"/>
                      </a:ext>
                    </a:extLst>
                  </p:cNvPr>
                  <p:cNvSpPr/>
                  <p:nvPr/>
                </p:nvSpPr>
                <p:spPr>
                  <a:xfrm>
                    <a:off x="1680623" y="4593851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993" name="直接箭头连接符 992">
                    <a:extLst>
                      <a:ext uri="{FF2B5EF4-FFF2-40B4-BE49-F238E27FC236}">
                        <a16:creationId xmlns:a16="http://schemas.microsoft.com/office/drawing/2014/main" id="{06CF8EC0-2CCB-5321-6B34-B4D86DE378F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198334" y="4671750"/>
                    <a:ext cx="179881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54" name="组合 953">
                  <a:extLst>
                    <a:ext uri="{FF2B5EF4-FFF2-40B4-BE49-F238E27FC236}">
                      <a16:creationId xmlns:a16="http://schemas.microsoft.com/office/drawing/2014/main" id="{0BCBF3B9-4F2E-BA14-2D41-3900265C649D}"/>
                    </a:ext>
                  </a:extLst>
                </p:cNvPr>
                <p:cNvGrpSpPr/>
                <p:nvPr/>
              </p:nvGrpSpPr>
              <p:grpSpPr>
                <a:xfrm>
                  <a:off x="1338503" y="1374765"/>
                  <a:ext cx="252482" cy="74199"/>
                  <a:chOff x="1706391" y="4867729"/>
                  <a:chExt cx="697596" cy="167903"/>
                </a:xfrm>
              </p:grpSpPr>
              <p:sp>
                <p:nvSpPr>
                  <p:cNvPr id="990" name="矩形 989">
                    <a:extLst>
                      <a:ext uri="{FF2B5EF4-FFF2-40B4-BE49-F238E27FC236}">
                        <a16:creationId xmlns:a16="http://schemas.microsoft.com/office/drawing/2014/main" id="{44427BF5-7E8E-FA69-C91B-3BE787D696D1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67729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991" name="直接箭头连接符 990">
                    <a:extLst>
                      <a:ext uri="{FF2B5EF4-FFF2-40B4-BE49-F238E27FC236}">
                        <a16:creationId xmlns:a16="http://schemas.microsoft.com/office/drawing/2014/main" id="{5E486170-B89A-F547-8D1C-2C856692BB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24105" y="4945628"/>
                    <a:ext cx="179882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56" name="组合 955">
                  <a:extLst>
                    <a:ext uri="{FF2B5EF4-FFF2-40B4-BE49-F238E27FC236}">
                      <a16:creationId xmlns:a16="http://schemas.microsoft.com/office/drawing/2014/main" id="{75ED0EBE-6693-C450-5713-D9B7E7D5479F}"/>
                    </a:ext>
                  </a:extLst>
                </p:cNvPr>
                <p:cNvGrpSpPr/>
                <p:nvPr/>
              </p:nvGrpSpPr>
              <p:grpSpPr>
                <a:xfrm>
                  <a:off x="996242" y="1367890"/>
                  <a:ext cx="252482" cy="74199"/>
                  <a:chOff x="1706391" y="4867729"/>
                  <a:chExt cx="697596" cy="167903"/>
                </a:xfrm>
              </p:grpSpPr>
              <p:sp>
                <p:nvSpPr>
                  <p:cNvPr id="988" name="矩形 987">
                    <a:extLst>
                      <a:ext uri="{FF2B5EF4-FFF2-40B4-BE49-F238E27FC236}">
                        <a16:creationId xmlns:a16="http://schemas.microsoft.com/office/drawing/2014/main" id="{443C4AE5-E025-5E62-682D-77951D66D365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67729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989" name="直接箭头连接符 988">
                    <a:extLst>
                      <a:ext uri="{FF2B5EF4-FFF2-40B4-BE49-F238E27FC236}">
                        <a16:creationId xmlns:a16="http://schemas.microsoft.com/office/drawing/2014/main" id="{C71E42F4-EE11-B945-E8A5-2C43B1CD772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24105" y="4945628"/>
                    <a:ext cx="179882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57" name="组合 956">
                  <a:extLst>
                    <a:ext uri="{FF2B5EF4-FFF2-40B4-BE49-F238E27FC236}">
                      <a16:creationId xmlns:a16="http://schemas.microsoft.com/office/drawing/2014/main" id="{689D20F6-ACC1-1415-922B-74509CA9A1DC}"/>
                    </a:ext>
                  </a:extLst>
                </p:cNvPr>
                <p:cNvGrpSpPr/>
                <p:nvPr/>
              </p:nvGrpSpPr>
              <p:grpSpPr>
                <a:xfrm>
                  <a:off x="828744" y="1489896"/>
                  <a:ext cx="252489" cy="74199"/>
                  <a:chOff x="1556938" y="4867729"/>
                  <a:chExt cx="697623" cy="167903"/>
                </a:xfrm>
              </p:grpSpPr>
              <p:sp>
                <p:nvSpPr>
                  <p:cNvPr id="986" name="矩形 985">
                    <a:extLst>
                      <a:ext uri="{FF2B5EF4-FFF2-40B4-BE49-F238E27FC236}">
                        <a16:creationId xmlns:a16="http://schemas.microsoft.com/office/drawing/2014/main" id="{5655259A-205B-FEAF-3165-E66C1D65D889}"/>
                      </a:ext>
                    </a:extLst>
                  </p:cNvPr>
                  <p:cNvSpPr/>
                  <p:nvPr/>
                </p:nvSpPr>
                <p:spPr>
                  <a:xfrm>
                    <a:off x="1556938" y="4867729"/>
                    <a:ext cx="399725" cy="167903"/>
                  </a:xfrm>
                  <a:prstGeom prst="rect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accent4"/>
                      </a:solidFill>
                    </a:endParaRPr>
                  </a:p>
                </p:txBody>
              </p:sp>
              <p:cxnSp>
                <p:nvCxnSpPr>
                  <p:cNvPr id="987" name="直接箭头连接符 986">
                    <a:extLst>
                      <a:ext uri="{FF2B5EF4-FFF2-40B4-BE49-F238E27FC236}">
                        <a16:creationId xmlns:a16="http://schemas.microsoft.com/office/drawing/2014/main" id="{AD2D7001-1ABB-84A7-09B2-783E158146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074678" y="4951681"/>
                    <a:ext cx="179883" cy="0"/>
                  </a:xfrm>
                  <a:prstGeom prst="straightConnector1">
                    <a:avLst/>
                  </a:prstGeom>
                  <a:solidFill>
                    <a:srgbClr val="339933"/>
                  </a:solidFill>
                  <a:ln w="19050">
                    <a:solidFill>
                      <a:srgbClr val="339933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58" name="组合 957">
                  <a:extLst>
                    <a:ext uri="{FF2B5EF4-FFF2-40B4-BE49-F238E27FC236}">
                      <a16:creationId xmlns:a16="http://schemas.microsoft.com/office/drawing/2014/main" id="{E814C0E8-8CB2-AF5F-1B62-C8FABBDE6A05}"/>
                    </a:ext>
                  </a:extLst>
                </p:cNvPr>
                <p:cNvGrpSpPr/>
                <p:nvPr/>
              </p:nvGrpSpPr>
              <p:grpSpPr>
                <a:xfrm>
                  <a:off x="1194259" y="1488890"/>
                  <a:ext cx="252492" cy="74199"/>
                  <a:chOff x="1549059" y="4867729"/>
                  <a:chExt cx="697634" cy="167903"/>
                </a:xfrm>
              </p:grpSpPr>
              <p:sp>
                <p:nvSpPr>
                  <p:cNvPr id="984" name="矩形 983">
                    <a:extLst>
                      <a:ext uri="{FF2B5EF4-FFF2-40B4-BE49-F238E27FC236}">
                        <a16:creationId xmlns:a16="http://schemas.microsoft.com/office/drawing/2014/main" id="{315953FF-6FBA-E763-1B48-5B6F879B251A}"/>
                      </a:ext>
                    </a:extLst>
                  </p:cNvPr>
                  <p:cNvSpPr/>
                  <p:nvPr/>
                </p:nvSpPr>
                <p:spPr>
                  <a:xfrm>
                    <a:off x="1549059" y="4867729"/>
                    <a:ext cx="399724" cy="167903"/>
                  </a:xfrm>
                  <a:prstGeom prst="rect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chemeClr val="accent4"/>
                      </a:solidFill>
                    </a:endParaRPr>
                  </a:p>
                </p:txBody>
              </p:sp>
              <p:cxnSp>
                <p:nvCxnSpPr>
                  <p:cNvPr id="985" name="直接箭头连接符 984">
                    <a:extLst>
                      <a:ext uri="{FF2B5EF4-FFF2-40B4-BE49-F238E27FC236}">
                        <a16:creationId xmlns:a16="http://schemas.microsoft.com/office/drawing/2014/main" id="{B2ED5AB3-23D8-6611-8B0B-7AADDFEC53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066809" y="4951681"/>
                    <a:ext cx="179884" cy="0"/>
                  </a:xfrm>
                  <a:prstGeom prst="straightConnector1">
                    <a:avLst/>
                  </a:prstGeom>
                  <a:solidFill>
                    <a:srgbClr val="339933"/>
                  </a:solidFill>
                  <a:ln w="19050">
                    <a:solidFill>
                      <a:srgbClr val="339933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959" name="矩形 958">
                  <a:extLst>
                    <a:ext uri="{FF2B5EF4-FFF2-40B4-BE49-F238E27FC236}">
                      <a16:creationId xmlns:a16="http://schemas.microsoft.com/office/drawing/2014/main" id="{880AF961-801F-775F-E755-A97BB8527DDD}"/>
                    </a:ext>
                  </a:extLst>
                </p:cNvPr>
                <p:cNvSpPr/>
                <p:nvPr/>
              </p:nvSpPr>
              <p:spPr>
                <a:xfrm>
                  <a:off x="1510159" y="1485792"/>
                  <a:ext cx="144676" cy="74199"/>
                </a:xfrm>
                <a:prstGeom prst="rect">
                  <a:avLst/>
                </a:prstGeom>
                <a:solidFill>
                  <a:srgbClr val="339933"/>
                </a:solidFill>
                <a:ln>
                  <a:solidFill>
                    <a:srgbClr val="33993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4"/>
                    </a:solidFill>
                  </a:endParaRPr>
                </a:p>
              </p:txBody>
            </p:sp>
            <p:sp>
              <p:nvSpPr>
                <p:cNvPr id="448" name="弧形 447">
                  <a:extLst>
                    <a:ext uri="{FF2B5EF4-FFF2-40B4-BE49-F238E27FC236}">
                      <a16:creationId xmlns:a16="http://schemas.microsoft.com/office/drawing/2014/main" id="{84F1CA3B-6E7B-E995-A2A8-9135177F9E28}"/>
                    </a:ext>
                  </a:extLst>
                </p:cNvPr>
                <p:cNvSpPr/>
                <p:nvPr/>
              </p:nvSpPr>
              <p:spPr>
                <a:xfrm>
                  <a:off x="1461569" y="1516984"/>
                  <a:ext cx="391265" cy="438103"/>
                </a:xfrm>
                <a:prstGeom prst="arc">
                  <a:avLst>
                    <a:gd name="adj1" fmla="val 16200000"/>
                    <a:gd name="adj2" fmla="val 18484168"/>
                  </a:avLst>
                </a:prstGeom>
                <a:ln w="19050">
                  <a:solidFill>
                    <a:srgbClr val="339933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449" name="组合 448">
                  <a:extLst>
                    <a:ext uri="{FF2B5EF4-FFF2-40B4-BE49-F238E27FC236}">
                      <a16:creationId xmlns:a16="http://schemas.microsoft.com/office/drawing/2014/main" id="{8CFD9E03-7A2D-BD34-BF80-9BC594DB7C37}"/>
                    </a:ext>
                  </a:extLst>
                </p:cNvPr>
                <p:cNvGrpSpPr/>
                <p:nvPr/>
              </p:nvGrpSpPr>
              <p:grpSpPr>
                <a:xfrm rot="19572177">
                  <a:off x="1784457" y="809016"/>
                  <a:ext cx="283181" cy="524155"/>
                  <a:chOff x="4682601" y="1917598"/>
                  <a:chExt cx="1047095" cy="1182814"/>
                </a:xfrm>
              </p:grpSpPr>
              <p:sp>
                <p:nvSpPr>
                  <p:cNvPr id="982" name="矩形 981">
                    <a:extLst>
                      <a:ext uri="{FF2B5EF4-FFF2-40B4-BE49-F238E27FC236}">
                        <a16:creationId xmlns:a16="http://schemas.microsoft.com/office/drawing/2014/main" id="{C33526F4-67A6-80FD-7284-5DD8FE14D51D}"/>
                      </a:ext>
                    </a:extLst>
                  </p:cNvPr>
                  <p:cNvSpPr/>
                  <p:nvPr/>
                </p:nvSpPr>
                <p:spPr>
                  <a:xfrm>
                    <a:off x="4682601" y="2932509"/>
                    <a:ext cx="399728" cy="167903"/>
                  </a:xfrm>
                  <a:prstGeom prst="rect">
                    <a:avLst/>
                  </a:prstGeom>
                  <a:solidFill>
                    <a:srgbClr val="4472C4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accent4"/>
                      </a:solidFill>
                    </a:endParaRPr>
                  </a:p>
                </p:txBody>
              </p:sp>
              <p:sp>
                <p:nvSpPr>
                  <p:cNvPr id="983" name="弧形 982">
                    <a:extLst>
                      <a:ext uri="{FF2B5EF4-FFF2-40B4-BE49-F238E27FC236}">
                        <a16:creationId xmlns:a16="http://schemas.microsoft.com/office/drawing/2014/main" id="{0217572E-73AC-7C46-A499-B7DDC3E4583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4844331" y="2149041"/>
                    <a:ext cx="1116808" cy="653922"/>
                  </a:xfrm>
                  <a:prstGeom prst="arc">
                    <a:avLst>
                      <a:gd name="adj1" fmla="val 19563312"/>
                      <a:gd name="adj2" fmla="val 720446"/>
                    </a:avLst>
                  </a:prstGeom>
                  <a:ln w="19050">
                    <a:solidFill>
                      <a:schemeClr val="accent1"/>
                    </a:solidFill>
                    <a:prstDash val="sysDash"/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accent4"/>
                      </a:solidFill>
                    </a:endParaRPr>
                  </a:p>
                </p:txBody>
              </p:sp>
            </p:grpSp>
            <p:grpSp>
              <p:nvGrpSpPr>
                <p:cNvPr id="450" name="组合 449">
                  <a:extLst>
                    <a:ext uri="{FF2B5EF4-FFF2-40B4-BE49-F238E27FC236}">
                      <a16:creationId xmlns:a16="http://schemas.microsoft.com/office/drawing/2014/main" id="{840651BC-92B7-A2B9-D3D9-88C16ED07353}"/>
                    </a:ext>
                  </a:extLst>
                </p:cNvPr>
                <p:cNvGrpSpPr/>
                <p:nvPr/>
              </p:nvGrpSpPr>
              <p:grpSpPr>
                <a:xfrm rot="10800000">
                  <a:off x="3170433" y="1248312"/>
                  <a:ext cx="258173" cy="74199"/>
                  <a:chOff x="1680623" y="4593851"/>
                  <a:chExt cx="713314" cy="167903"/>
                </a:xfrm>
              </p:grpSpPr>
              <p:sp>
                <p:nvSpPr>
                  <p:cNvPr id="980" name="矩形 979">
                    <a:extLst>
                      <a:ext uri="{FF2B5EF4-FFF2-40B4-BE49-F238E27FC236}">
                        <a16:creationId xmlns:a16="http://schemas.microsoft.com/office/drawing/2014/main" id="{EA5D0A54-63C3-6F93-EC8C-40ACDF57702C}"/>
                      </a:ext>
                    </a:extLst>
                  </p:cNvPr>
                  <p:cNvSpPr/>
                  <p:nvPr/>
                </p:nvSpPr>
                <p:spPr>
                  <a:xfrm>
                    <a:off x="1680623" y="4593851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981" name="直接箭头连接符 980">
                    <a:extLst>
                      <a:ext uri="{FF2B5EF4-FFF2-40B4-BE49-F238E27FC236}">
                        <a16:creationId xmlns:a16="http://schemas.microsoft.com/office/drawing/2014/main" id="{5615FDF5-068A-F82F-CE86-D0D24B461C5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14057" y="4683855"/>
                    <a:ext cx="179880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51" name="组合 450">
                  <a:extLst>
                    <a:ext uri="{FF2B5EF4-FFF2-40B4-BE49-F238E27FC236}">
                      <a16:creationId xmlns:a16="http://schemas.microsoft.com/office/drawing/2014/main" id="{4646511B-6EEE-16A1-CC4E-AFC1E738C933}"/>
                    </a:ext>
                  </a:extLst>
                </p:cNvPr>
                <p:cNvGrpSpPr/>
                <p:nvPr/>
              </p:nvGrpSpPr>
              <p:grpSpPr>
                <a:xfrm rot="10800000">
                  <a:off x="2485298" y="1243804"/>
                  <a:ext cx="255327" cy="74199"/>
                  <a:chOff x="1680623" y="4593851"/>
                  <a:chExt cx="705451" cy="167903"/>
                </a:xfrm>
              </p:grpSpPr>
              <p:sp>
                <p:nvSpPr>
                  <p:cNvPr id="978" name="矩形 977">
                    <a:extLst>
                      <a:ext uri="{FF2B5EF4-FFF2-40B4-BE49-F238E27FC236}">
                        <a16:creationId xmlns:a16="http://schemas.microsoft.com/office/drawing/2014/main" id="{D970919E-AAEE-D13E-5D7F-4B1A4A9F904D}"/>
                      </a:ext>
                    </a:extLst>
                  </p:cNvPr>
                  <p:cNvSpPr/>
                  <p:nvPr/>
                </p:nvSpPr>
                <p:spPr>
                  <a:xfrm>
                    <a:off x="1680623" y="4593851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979" name="直接箭头连接符 978">
                    <a:extLst>
                      <a:ext uri="{FF2B5EF4-FFF2-40B4-BE49-F238E27FC236}">
                        <a16:creationId xmlns:a16="http://schemas.microsoft.com/office/drawing/2014/main" id="{C408B262-0BA1-9360-9CE7-38FBB355EEC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06194" y="4677803"/>
                    <a:ext cx="179880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52" name="组合 451">
                  <a:extLst>
                    <a:ext uri="{FF2B5EF4-FFF2-40B4-BE49-F238E27FC236}">
                      <a16:creationId xmlns:a16="http://schemas.microsoft.com/office/drawing/2014/main" id="{387DB4E6-53F0-E3A0-B84A-802B7631B87F}"/>
                    </a:ext>
                  </a:extLst>
                </p:cNvPr>
                <p:cNvGrpSpPr/>
                <p:nvPr/>
              </p:nvGrpSpPr>
              <p:grpSpPr>
                <a:xfrm rot="3595379">
                  <a:off x="2029212" y="926733"/>
                  <a:ext cx="335089" cy="429293"/>
                  <a:chOff x="4682603" y="1917600"/>
                  <a:chExt cx="1014793" cy="1182812"/>
                </a:xfrm>
              </p:grpSpPr>
              <p:sp>
                <p:nvSpPr>
                  <p:cNvPr id="976" name="矩形 975">
                    <a:extLst>
                      <a:ext uri="{FF2B5EF4-FFF2-40B4-BE49-F238E27FC236}">
                        <a16:creationId xmlns:a16="http://schemas.microsoft.com/office/drawing/2014/main" id="{63E61A9E-C95A-918A-40C2-9100A7C1C104}"/>
                      </a:ext>
                    </a:extLst>
                  </p:cNvPr>
                  <p:cNvSpPr/>
                  <p:nvPr/>
                </p:nvSpPr>
                <p:spPr>
                  <a:xfrm>
                    <a:off x="4682603" y="2932509"/>
                    <a:ext cx="399728" cy="167903"/>
                  </a:xfrm>
                  <a:prstGeom prst="rect">
                    <a:avLst/>
                  </a:prstGeom>
                  <a:solidFill>
                    <a:srgbClr val="4472C4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accent4"/>
                      </a:solidFill>
                    </a:endParaRPr>
                  </a:p>
                </p:txBody>
              </p:sp>
              <p:sp>
                <p:nvSpPr>
                  <p:cNvPr id="977" name="弧形 976">
                    <a:extLst>
                      <a:ext uri="{FF2B5EF4-FFF2-40B4-BE49-F238E27FC236}">
                        <a16:creationId xmlns:a16="http://schemas.microsoft.com/office/drawing/2014/main" id="{BAB83BFE-2ADD-6DB1-7E4B-651AB924A30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4643304" y="1980314"/>
                    <a:ext cx="1116806" cy="991378"/>
                  </a:xfrm>
                  <a:prstGeom prst="arc">
                    <a:avLst>
                      <a:gd name="adj1" fmla="val 19563312"/>
                      <a:gd name="adj2" fmla="val 720446"/>
                    </a:avLst>
                  </a:prstGeom>
                  <a:ln w="19050">
                    <a:solidFill>
                      <a:schemeClr val="accent4">
                        <a:lumMod val="60000"/>
                        <a:lumOff val="40000"/>
                      </a:schemeClr>
                    </a:solidFill>
                    <a:prstDash val="sysDash"/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accent4"/>
                      </a:solidFill>
                    </a:endParaRPr>
                  </a:p>
                </p:txBody>
              </p:sp>
            </p:grpSp>
            <p:grpSp>
              <p:nvGrpSpPr>
                <p:cNvPr id="453" name="组合 452">
                  <a:extLst>
                    <a:ext uri="{FF2B5EF4-FFF2-40B4-BE49-F238E27FC236}">
                      <a16:creationId xmlns:a16="http://schemas.microsoft.com/office/drawing/2014/main" id="{1F893FB9-A70E-533C-EED6-F16B6BD4B4BF}"/>
                    </a:ext>
                  </a:extLst>
                </p:cNvPr>
                <p:cNvGrpSpPr/>
                <p:nvPr/>
              </p:nvGrpSpPr>
              <p:grpSpPr>
                <a:xfrm rot="10800000">
                  <a:off x="1964530" y="1220107"/>
                  <a:ext cx="236382" cy="74199"/>
                  <a:chOff x="1739546" y="4648177"/>
                  <a:chExt cx="653107" cy="167903"/>
                </a:xfrm>
              </p:grpSpPr>
              <p:sp>
                <p:nvSpPr>
                  <p:cNvPr id="974" name="矩形 973">
                    <a:extLst>
                      <a:ext uri="{FF2B5EF4-FFF2-40B4-BE49-F238E27FC236}">
                        <a16:creationId xmlns:a16="http://schemas.microsoft.com/office/drawing/2014/main" id="{023FAA4E-AEE0-8498-4682-868644BAAA2C}"/>
                      </a:ext>
                    </a:extLst>
                  </p:cNvPr>
                  <p:cNvSpPr/>
                  <p:nvPr/>
                </p:nvSpPr>
                <p:spPr>
                  <a:xfrm>
                    <a:off x="1739546" y="4648177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975" name="直接箭头连接符 974">
                    <a:extLst>
                      <a:ext uri="{FF2B5EF4-FFF2-40B4-BE49-F238E27FC236}">
                        <a16:creationId xmlns:a16="http://schemas.microsoft.com/office/drawing/2014/main" id="{69D937D3-8E46-13A1-B2F7-BFDB04AE0D75}"/>
                      </a:ext>
                    </a:extLst>
                  </p:cNvPr>
                  <p:cNvCxnSpPr>
                    <a:cxnSpLocks/>
                    <a:stCxn id="974" idx="3"/>
                  </p:cNvCxnSpPr>
                  <p:nvPr/>
                </p:nvCxnSpPr>
                <p:spPr>
                  <a:xfrm rot="10800000" flipH="1">
                    <a:off x="2139274" y="4732129"/>
                    <a:ext cx="253379" cy="0"/>
                  </a:xfrm>
                  <a:prstGeom prst="straightConnector1">
                    <a:avLst/>
                  </a:prstGeom>
                  <a:ln w="19050">
                    <a:prstDash val="sysDash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54" name="组合 453">
                  <a:extLst>
                    <a:ext uri="{FF2B5EF4-FFF2-40B4-BE49-F238E27FC236}">
                      <a16:creationId xmlns:a16="http://schemas.microsoft.com/office/drawing/2014/main" id="{72FB2739-7F29-DA5D-310E-1175015C2169}"/>
                    </a:ext>
                  </a:extLst>
                </p:cNvPr>
                <p:cNvGrpSpPr/>
                <p:nvPr/>
              </p:nvGrpSpPr>
              <p:grpSpPr>
                <a:xfrm rot="10800000">
                  <a:off x="2609529" y="1123206"/>
                  <a:ext cx="258173" cy="74199"/>
                  <a:chOff x="1706391" y="4867729"/>
                  <a:chExt cx="713310" cy="167903"/>
                </a:xfrm>
              </p:grpSpPr>
              <p:sp>
                <p:nvSpPr>
                  <p:cNvPr id="972" name="矩形 971">
                    <a:extLst>
                      <a:ext uri="{FF2B5EF4-FFF2-40B4-BE49-F238E27FC236}">
                        <a16:creationId xmlns:a16="http://schemas.microsoft.com/office/drawing/2014/main" id="{7C4940BF-EFC7-701F-E23C-3705B8F5D39B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67729"/>
                    <a:ext cx="399728" cy="167903"/>
                  </a:xfrm>
                  <a:prstGeom prst="rect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chemeClr val="accent4"/>
                      </a:solidFill>
                    </a:endParaRPr>
                  </a:p>
                </p:txBody>
              </p:sp>
              <p:cxnSp>
                <p:nvCxnSpPr>
                  <p:cNvPr id="973" name="直接箭头连接符 972">
                    <a:extLst>
                      <a:ext uri="{FF2B5EF4-FFF2-40B4-BE49-F238E27FC236}">
                        <a16:creationId xmlns:a16="http://schemas.microsoft.com/office/drawing/2014/main" id="{5D1DB190-5FE4-6D19-D6F4-BEB1E037E7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39822" y="4951681"/>
                    <a:ext cx="179879" cy="0"/>
                  </a:xfrm>
                  <a:prstGeom prst="straightConnector1">
                    <a:avLst/>
                  </a:prstGeom>
                  <a:solidFill>
                    <a:srgbClr val="339933"/>
                  </a:solidFill>
                  <a:ln w="19050">
                    <a:solidFill>
                      <a:srgbClr val="339933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55" name="组合 454">
                  <a:extLst>
                    <a:ext uri="{FF2B5EF4-FFF2-40B4-BE49-F238E27FC236}">
                      <a16:creationId xmlns:a16="http://schemas.microsoft.com/office/drawing/2014/main" id="{2E9954EF-4080-0F93-91DE-7CBBF977C851}"/>
                    </a:ext>
                  </a:extLst>
                </p:cNvPr>
                <p:cNvGrpSpPr/>
                <p:nvPr/>
              </p:nvGrpSpPr>
              <p:grpSpPr>
                <a:xfrm rot="10800000">
                  <a:off x="2867713" y="1124882"/>
                  <a:ext cx="255328" cy="74199"/>
                  <a:chOff x="1706391" y="4867729"/>
                  <a:chExt cx="705459" cy="167903"/>
                </a:xfrm>
              </p:grpSpPr>
              <p:sp>
                <p:nvSpPr>
                  <p:cNvPr id="968" name="矩形 967">
                    <a:extLst>
                      <a:ext uri="{FF2B5EF4-FFF2-40B4-BE49-F238E27FC236}">
                        <a16:creationId xmlns:a16="http://schemas.microsoft.com/office/drawing/2014/main" id="{22484380-0320-5900-E3FE-9C7F14DE24ED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67729"/>
                    <a:ext cx="399728" cy="167903"/>
                  </a:xfrm>
                  <a:prstGeom prst="rect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chemeClr val="accent4"/>
                      </a:solidFill>
                    </a:endParaRPr>
                  </a:p>
                </p:txBody>
              </p:sp>
              <p:cxnSp>
                <p:nvCxnSpPr>
                  <p:cNvPr id="969" name="直接箭头连接符 968">
                    <a:extLst>
                      <a:ext uri="{FF2B5EF4-FFF2-40B4-BE49-F238E27FC236}">
                        <a16:creationId xmlns:a16="http://schemas.microsoft.com/office/drawing/2014/main" id="{E8B9179A-9575-D40B-4122-4A76E889310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31969" y="4951681"/>
                    <a:ext cx="179881" cy="0"/>
                  </a:xfrm>
                  <a:prstGeom prst="straightConnector1">
                    <a:avLst/>
                  </a:prstGeom>
                  <a:solidFill>
                    <a:srgbClr val="339933"/>
                  </a:solidFill>
                  <a:ln w="19050">
                    <a:solidFill>
                      <a:srgbClr val="339933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56" name="组合 455">
                  <a:extLst>
                    <a:ext uri="{FF2B5EF4-FFF2-40B4-BE49-F238E27FC236}">
                      <a16:creationId xmlns:a16="http://schemas.microsoft.com/office/drawing/2014/main" id="{40A92306-79E4-92FA-25D0-5D1A3C8AC4F2}"/>
                    </a:ext>
                  </a:extLst>
                </p:cNvPr>
                <p:cNvGrpSpPr/>
                <p:nvPr/>
              </p:nvGrpSpPr>
              <p:grpSpPr>
                <a:xfrm rot="10800000">
                  <a:off x="3116089" y="1126329"/>
                  <a:ext cx="255326" cy="74199"/>
                  <a:chOff x="1706391" y="4867729"/>
                  <a:chExt cx="705447" cy="167903"/>
                </a:xfrm>
              </p:grpSpPr>
              <p:sp>
                <p:nvSpPr>
                  <p:cNvPr id="964" name="矩形 963">
                    <a:extLst>
                      <a:ext uri="{FF2B5EF4-FFF2-40B4-BE49-F238E27FC236}">
                        <a16:creationId xmlns:a16="http://schemas.microsoft.com/office/drawing/2014/main" id="{93BE396A-251D-5B0C-D99E-997DB9AEE26D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67729"/>
                    <a:ext cx="399728" cy="167903"/>
                  </a:xfrm>
                  <a:prstGeom prst="rect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chemeClr val="accent4"/>
                      </a:solidFill>
                    </a:endParaRPr>
                  </a:p>
                </p:txBody>
              </p:sp>
              <p:cxnSp>
                <p:nvCxnSpPr>
                  <p:cNvPr id="966" name="直接箭头连接符 965">
                    <a:extLst>
                      <a:ext uri="{FF2B5EF4-FFF2-40B4-BE49-F238E27FC236}">
                        <a16:creationId xmlns:a16="http://schemas.microsoft.com/office/drawing/2014/main" id="{9DC6862F-99B3-8DFB-9C0A-AD78580FD53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31958" y="4951681"/>
                    <a:ext cx="179880" cy="0"/>
                  </a:xfrm>
                  <a:prstGeom prst="straightConnector1">
                    <a:avLst/>
                  </a:prstGeom>
                  <a:solidFill>
                    <a:srgbClr val="339933"/>
                  </a:solidFill>
                  <a:ln w="19050">
                    <a:solidFill>
                      <a:srgbClr val="339933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57" name="组合 456">
                  <a:extLst>
                    <a:ext uri="{FF2B5EF4-FFF2-40B4-BE49-F238E27FC236}">
                      <a16:creationId xmlns:a16="http://schemas.microsoft.com/office/drawing/2014/main" id="{1325D671-F403-CCC9-4F63-4BC932878740}"/>
                    </a:ext>
                  </a:extLst>
                </p:cNvPr>
                <p:cNvGrpSpPr/>
                <p:nvPr/>
              </p:nvGrpSpPr>
              <p:grpSpPr>
                <a:xfrm>
                  <a:off x="2361189" y="1365322"/>
                  <a:ext cx="252482" cy="74199"/>
                  <a:chOff x="1706391" y="4867729"/>
                  <a:chExt cx="697597" cy="167903"/>
                </a:xfrm>
              </p:grpSpPr>
              <p:sp>
                <p:nvSpPr>
                  <p:cNvPr id="962" name="矩形 961">
                    <a:extLst>
                      <a:ext uri="{FF2B5EF4-FFF2-40B4-BE49-F238E27FC236}">
                        <a16:creationId xmlns:a16="http://schemas.microsoft.com/office/drawing/2014/main" id="{7E0BC146-3A88-5E02-9252-0B08AB682EAB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67729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963" name="直接箭头连接符 962">
                    <a:extLst>
                      <a:ext uri="{FF2B5EF4-FFF2-40B4-BE49-F238E27FC236}">
                        <a16:creationId xmlns:a16="http://schemas.microsoft.com/office/drawing/2014/main" id="{D0A552D4-0C13-09B5-BE86-66857FB51B3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24107" y="4945628"/>
                    <a:ext cx="179881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58" name="组合 457">
                  <a:extLst>
                    <a:ext uri="{FF2B5EF4-FFF2-40B4-BE49-F238E27FC236}">
                      <a16:creationId xmlns:a16="http://schemas.microsoft.com/office/drawing/2014/main" id="{3F8D07A9-3D1D-D735-09E8-FF466285B4DB}"/>
                    </a:ext>
                  </a:extLst>
                </p:cNvPr>
                <p:cNvGrpSpPr/>
                <p:nvPr/>
              </p:nvGrpSpPr>
              <p:grpSpPr>
                <a:xfrm>
                  <a:off x="3119666" y="1367577"/>
                  <a:ext cx="252483" cy="74199"/>
                  <a:chOff x="1706391" y="4867729"/>
                  <a:chExt cx="697596" cy="167903"/>
                </a:xfrm>
              </p:grpSpPr>
              <p:sp>
                <p:nvSpPr>
                  <p:cNvPr id="960" name="矩形 959">
                    <a:extLst>
                      <a:ext uri="{FF2B5EF4-FFF2-40B4-BE49-F238E27FC236}">
                        <a16:creationId xmlns:a16="http://schemas.microsoft.com/office/drawing/2014/main" id="{B16650C1-F9DD-66A7-7748-929F66F8515E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67729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961" name="直接箭头连接符 960">
                    <a:extLst>
                      <a:ext uri="{FF2B5EF4-FFF2-40B4-BE49-F238E27FC236}">
                        <a16:creationId xmlns:a16="http://schemas.microsoft.com/office/drawing/2014/main" id="{93A9EDC7-517F-BE9D-6850-1FAA8213F1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24106" y="4946946"/>
                    <a:ext cx="179881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59" name="矩形 458">
                  <a:extLst>
                    <a:ext uri="{FF2B5EF4-FFF2-40B4-BE49-F238E27FC236}">
                      <a16:creationId xmlns:a16="http://schemas.microsoft.com/office/drawing/2014/main" id="{0F949A61-2635-EE0F-18B8-FDB87ABB545B}"/>
                    </a:ext>
                  </a:extLst>
                </p:cNvPr>
                <p:cNvSpPr/>
                <p:nvPr/>
              </p:nvSpPr>
              <p:spPr>
                <a:xfrm>
                  <a:off x="2338565" y="1124251"/>
                  <a:ext cx="144676" cy="74199"/>
                </a:xfrm>
                <a:prstGeom prst="rect">
                  <a:avLst/>
                </a:prstGeom>
                <a:solidFill>
                  <a:srgbClr val="339933"/>
                </a:solidFill>
                <a:ln>
                  <a:solidFill>
                    <a:srgbClr val="33993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4"/>
                    </a:solidFill>
                  </a:endParaRPr>
                </a:p>
              </p:txBody>
            </p:sp>
            <p:sp>
              <p:nvSpPr>
                <p:cNvPr id="460" name="弧形 459">
                  <a:extLst>
                    <a:ext uri="{FF2B5EF4-FFF2-40B4-BE49-F238E27FC236}">
                      <a16:creationId xmlns:a16="http://schemas.microsoft.com/office/drawing/2014/main" id="{FC91D23A-42C7-B652-BB8F-9C0F0933B5DF}"/>
                    </a:ext>
                  </a:extLst>
                </p:cNvPr>
                <p:cNvSpPr/>
                <p:nvPr/>
              </p:nvSpPr>
              <p:spPr>
                <a:xfrm rot="10800000">
                  <a:off x="2112888" y="725701"/>
                  <a:ext cx="404211" cy="438103"/>
                </a:xfrm>
                <a:prstGeom prst="arc">
                  <a:avLst>
                    <a:gd name="adj1" fmla="val 15809528"/>
                    <a:gd name="adj2" fmla="val 18542858"/>
                  </a:avLst>
                </a:prstGeom>
                <a:ln w="19050">
                  <a:solidFill>
                    <a:srgbClr val="339933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461" name="组合 460">
                  <a:extLst>
                    <a:ext uri="{FF2B5EF4-FFF2-40B4-BE49-F238E27FC236}">
                      <a16:creationId xmlns:a16="http://schemas.microsoft.com/office/drawing/2014/main" id="{B134EF8B-F011-323A-118F-FD35790EF572}"/>
                    </a:ext>
                  </a:extLst>
                </p:cNvPr>
                <p:cNvGrpSpPr/>
                <p:nvPr/>
              </p:nvGrpSpPr>
              <p:grpSpPr>
                <a:xfrm rot="16200000">
                  <a:off x="2063801" y="2483810"/>
                  <a:ext cx="280204" cy="60770"/>
                  <a:chOff x="1706391" y="4899197"/>
                  <a:chExt cx="634072" cy="167903"/>
                </a:xfrm>
              </p:grpSpPr>
              <p:sp>
                <p:nvSpPr>
                  <p:cNvPr id="126" name="矩形 125">
                    <a:extLst>
                      <a:ext uri="{FF2B5EF4-FFF2-40B4-BE49-F238E27FC236}">
                        <a16:creationId xmlns:a16="http://schemas.microsoft.com/office/drawing/2014/main" id="{635BFEAD-03E3-75D1-BCE1-BDB040F82201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99197"/>
                    <a:ext cx="399728" cy="167903"/>
                  </a:xfrm>
                  <a:prstGeom prst="rect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chemeClr val="accent4"/>
                      </a:solidFill>
                    </a:endParaRPr>
                  </a:p>
                </p:txBody>
              </p:sp>
              <p:cxnSp>
                <p:nvCxnSpPr>
                  <p:cNvPr id="127" name="直接箭头连接符 126">
                    <a:extLst>
                      <a:ext uri="{FF2B5EF4-FFF2-40B4-BE49-F238E27FC236}">
                        <a16:creationId xmlns:a16="http://schemas.microsoft.com/office/drawing/2014/main" id="{DDBF482C-5745-30B6-7298-0FC35414EB4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160582" y="4983149"/>
                    <a:ext cx="179881" cy="0"/>
                  </a:xfrm>
                  <a:prstGeom prst="straightConnector1">
                    <a:avLst/>
                  </a:prstGeom>
                  <a:solidFill>
                    <a:srgbClr val="339933"/>
                  </a:solidFill>
                  <a:ln w="19050">
                    <a:solidFill>
                      <a:srgbClr val="339933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63" name="组合 462">
                  <a:extLst>
                    <a:ext uri="{FF2B5EF4-FFF2-40B4-BE49-F238E27FC236}">
                      <a16:creationId xmlns:a16="http://schemas.microsoft.com/office/drawing/2014/main" id="{39EB9D48-2418-E806-F416-3526AAB347A2}"/>
                    </a:ext>
                  </a:extLst>
                </p:cNvPr>
                <p:cNvGrpSpPr/>
                <p:nvPr/>
              </p:nvGrpSpPr>
              <p:grpSpPr>
                <a:xfrm rot="16200000">
                  <a:off x="2056642" y="2117422"/>
                  <a:ext cx="280209" cy="60770"/>
                  <a:chOff x="1706394" y="4922792"/>
                  <a:chExt cx="634078" cy="167903"/>
                </a:xfrm>
              </p:grpSpPr>
              <p:sp>
                <p:nvSpPr>
                  <p:cNvPr id="124" name="矩形 123">
                    <a:extLst>
                      <a:ext uri="{FF2B5EF4-FFF2-40B4-BE49-F238E27FC236}">
                        <a16:creationId xmlns:a16="http://schemas.microsoft.com/office/drawing/2014/main" id="{7093CC09-3D52-D99F-9FA0-0B252E9BD2E8}"/>
                      </a:ext>
                    </a:extLst>
                  </p:cNvPr>
                  <p:cNvSpPr/>
                  <p:nvPr/>
                </p:nvSpPr>
                <p:spPr>
                  <a:xfrm>
                    <a:off x="1706394" y="4922792"/>
                    <a:ext cx="399726" cy="167903"/>
                  </a:xfrm>
                  <a:prstGeom prst="rect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chemeClr val="accent4"/>
                      </a:solidFill>
                    </a:endParaRPr>
                  </a:p>
                </p:txBody>
              </p:sp>
              <p:cxnSp>
                <p:nvCxnSpPr>
                  <p:cNvPr id="125" name="直接箭头连接符 124">
                    <a:extLst>
                      <a:ext uri="{FF2B5EF4-FFF2-40B4-BE49-F238E27FC236}">
                        <a16:creationId xmlns:a16="http://schemas.microsoft.com/office/drawing/2014/main" id="{3A30A912-F1F5-4110-CB75-77180BDE94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160592" y="5006742"/>
                    <a:ext cx="179880" cy="0"/>
                  </a:xfrm>
                  <a:prstGeom prst="straightConnector1">
                    <a:avLst/>
                  </a:prstGeom>
                  <a:solidFill>
                    <a:srgbClr val="339933"/>
                  </a:solidFill>
                  <a:ln w="19050">
                    <a:solidFill>
                      <a:srgbClr val="339933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64" name="矩形 463">
                  <a:extLst>
                    <a:ext uri="{FF2B5EF4-FFF2-40B4-BE49-F238E27FC236}">
                      <a16:creationId xmlns:a16="http://schemas.microsoft.com/office/drawing/2014/main" id="{5BB45EF4-2226-E0B2-3A38-2F94536113F4}"/>
                    </a:ext>
                  </a:extLst>
                </p:cNvPr>
                <p:cNvSpPr/>
                <p:nvPr/>
              </p:nvSpPr>
              <p:spPr>
                <a:xfrm rot="16200000">
                  <a:off x="2106160" y="1858338"/>
                  <a:ext cx="176644" cy="60770"/>
                </a:xfrm>
                <a:prstGeom prst="rect">
                  <a:avLst/>
                </a:prstGeom>
                <a:solidFill>
                  <a:srgbClr val="339933"/>
                </a:solidFill>
                <a:ln>
                  <a:solidFill>
                    <a:srgbClr val="33993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accent4"/>
                    </a:solidFill>
                  </a:endParaRPr>
                </a:p>
              </p:txBody>
            </p:sp>
            <p:sp>
              <p:nvSpPr>
                <p:cNvPr id="465" name="弧形 464">
                  <a:extLst>
                    <a:ext uri="{FF2B5EF4-FFF2-40B4-BE49-F238E27FC236}">
                      <a16:creationId xmlns:a16="http://schemas.microsoft.com/office/drawing/2014/main" id="{2BC44FCF-90E3-6184-9046-C680983AEE4E}"/>
                    </a:ext>
                  </a:extLst>
                </p:cNvPr>
                <p:cNvSpPr/>
                <p:nvPr/>
              </p:nvSpPr>
              <p:spPr>
                <a:xfrm rot="16200000">
                  <a:off x="2144980" y="1636612"/>
                  <a:ext cx="468901" cy="358815"/>
                </a:xfrm>
                <a:prstGeom prst="arc">
                  <a:avLst>
                    <a:gd name="adj1" fmla="val 16200000"/>
                    <a:gd name="adj2" fmla="val 18899596"/>
                  </a:avLst>
                </a:prstGeom>
                <a:ln w="19050">
                  <a:solidFill>
                    <a:srgbClr val="339933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466" name="组合 465">
                  <a:extLst>
                    <a:ext uri="{FF2B5EF4-FFF2-40B4-BE49-F238E27FC236}">
                      <a16:creationId xmlns:a16="http://schemas.microsoft.com/office/drawing/2014/main" id="{ECDC7AF0-AD40-D191-4BA6-6663E88CDD8A}"/>
                    </a:ext>
                  </a:extLst>
                </p:cNvPr>
                <p:cNvGrpSpPr/>
                <p:nvPr/>
              </p:nvGrpSpPr>
              <p:grpSpPr>
                <a:xfrm rot="5400000">
                  <a:off x="1725943" y="441907"/>
                  <a:ext cx="280204" cy="60770"/>
                  <a:chOff x="1706391" y="4867729"/>
                  <a:chExt cx="634072" cy="167903"/>
                </a:xfrm>
              </p:grpSpPr>
              <p:sp>
                <p:nvSpPr>
                  <p:cNvPr id="122" name="矩形 121">
                    <a:extLst>
                      <a:ext uri="{FF2B5EF4-FFF2-40B4-BE49-F238E27FC236}">
                        <a16:creationId xmlns:a16="http://schemas.microsoft.com/office/drawing/2014/main" id="{89007A4F-B2AB-9D7E-F8C2-2CF91E4F9339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67729"/>
                    <a:ext cx="399728" cy="167903"/>
                  </a:xfrm>
                  <a:prstGeom prst="rect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chemeClr val="accent4"/>
                      </a:solidFill>
                    </a:endParaRPr>
                  </a:p>
                </p:txBody>
              </p:sp>
              <p:cxnSp>
                <p:nvCxnSpPr>
                  <p:cNvPr id="123" name="直接箭头连接符 122">
                    <a:extLst>
                      <a:ext uri="{FF2B5EF4-FFF2-40B4-BE49-F238E27FC236}">
                        <a16:creationId xmlns:a16="http://schemas.microsoft.com/office/drawing/2014/main" id="{7DEA059E-8A94-4D34-4F8F-4B8C5941C8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160582" y="4951684"/>
                    <a:ext cx="179881" cy="0"/>
                  </a:xfrm>
                  <a:prstGeom prst="straightConnector1">
                    <a:avLst/>
                  </a:prstGeom>
                  <a:solidFill>
                    <a:srgbClr val="339933"/>
                  </a:solidFill>
                  <a:ln w="19050">
                    <a:solidFill>
                      <a:srgbClr val="339933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67" name="矩形 466">
                  <a:extLst>
                    <a:ext uri="{FF2B5EF4-FFF2-40B4-BE49-F238E27FC236}">
                      <a16:creationId xmlns:a16="http://schemas.microsoft.com/office/drawing/2014/main" id="{98752A58-6F99-55EA-23DA-E3A6EEACA580}"/>
                    </a:ext>
                  </a:extLst>
                </p:cNvPr>
                <p:cNvSpPr/>
                <p:nvPr/>
              </p:nvSpPr>
              <p:spPr>
                <a:xfrm rot="5400000">
                  <a:off x="1789292" y="839942"/>
                  <a:ext cx="176645" cy="60770"/>
                </a:xfrm>
                <a:prstGeom prst="rect">
                  <a:avLst/>
                </a:prstGeom>
                <a:solidFill>
                  <a:srgbClr val="339933"/>
                </a:solidFill>
                <a:ln>
                  <a:solidFill>
                    <a:srgbClr val="33993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accent4"/>
                    </a:solidFill>
                  </a:endParaRPr>
                </a:p>
              </p:txBody>
            </p:sp>
            <p:sp>
              <p:nvSpPr>
                <p:cNvPr id="468" name="弧形 467">
                  <a:extLst>
                    <a:ext uri="{FF2B5EF4-FFF2-40B4-BE49-F238E27FC236}">
                      <a16:creationId xmlns:a16="http://schemas.microsoft.com/office/drawing/2014/main" id="{34A21B1B-B239-7600-9CF5-FE11069BAA0F}"/>
                    </a:ext>
                  </a:extLst>
                </p:cNvPr>
                <p:cNvSpPr/>
                <p:nvPr/>
              </p:nvSpPr>
              <p:spPr>
                <a:xfrm rot="5400000">
                  <a:off x="1448789" y="806856"/>
                  <a:ext cx="493531" cy="358815"/>
                </a:xfrm>
                <a:prstGeom prst="arc">
                  <a:avLst>
                    <a:gd name="adj1" fmla="val 15809528"/>
                    <a:gd name="adj2" fmla="val 18499394"/>
                  </a:avLst>
                </a:prstGeom>
                <a:ln w="19050">
                  <a:solidFill>
                    <a:srgbClr val="339933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469" name="组合 468">
                  <a:extLst>
                    <a:ext uri="{FF2B5EF4-FFF2-40B4-BE49-F238E27FC236}">
                      <a16:creationId xmlns:a16="http://schemas.microsoft.com/office/drawing/2014/main" id="{B513498E-EDC5-6A7F-5A7F-4DBB4798D308}"/>
                    </a:ext>
                  </a:extLst>
                </p:cNvPr>
                <p:cNvGrpSpPr/>
                <p:nvPr/>
              </p:nvGrpSpPr>
              <p:grpSpPr>
                <a:xfrm rot="10800000">
                  <a:off x="1344827" y="1241068"/>
                  <a:ext cx="255328" cy="74199"/>
                  <a:chOff x="1680623" y="4593851"/>
                  <a:chExt cx="705459" cy="167903"/>
                </a:xfrm>
              </p:grpSpPr>
              <p:sp>
                <p:nvSpPr>
                  <p:cNvPr id="120" name="矩形 119">
                    <a:extLst>
                      <a:ext uri="{FF2B5EF4-FFF2-40B4-BE49-F238E27FC236}">
                        <a16:creationId xmlns:a16="http://schemas.microsoft.com/office/drawing/2014/main" id="{21B1007E-69C0-F716-29DD-E6B4B813D4A6}"/>
                      </a:ext>
                    </a:extLst>
                  </p:cNvPr>
                  <p:cNvSpPr/>
                  <p:nvPr/>
                </p:nvSpPr>
                <p:spPr>
                  <a:xfrm>
                    <a:off x="1680623" y="4593851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21" name="直接箭头连接符 120">
                    <a:extLst>
                      <a:ext uri="{FF2B5EF4-FFF2-40B4-BE49-F238E27FC236}">
                        <a16:creationId xmlns:a16="http://schemas.microsoft.com/office/drawing/2014/main" id="{EA49A1AC-B2DE-CD62-97CA-706E3260C84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06201" y="4677803"/>
                    <a:ext cx="179881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70" name="组合 469">
                  <a:extLst>
                    <a:ext uri="{FF2B5EF4-FFF2-40B4-BE49-F238E27FC236}">
                      <a16:creationId xmlns:a16="http://schemas.microsoft.com/office/drawing/2014/main" id="{71C990F4-A082-2887-4474-44C14139ABB8}"/>
                    </a:ext>
                  </a:extLst>
                </p:cNvPr>
                <p:cNvGrpSpPr/>
                <p:nvPr/>
              </p:nvGrpSpPr>
              <p:grpSpPr>
                <a:xfrm rot="10800000">
                  <a:off x="886314" y="1232944"/>
                  <a:ext cx="255330" cy="74199"/>
                  <a:chOff x="1680623" y="4593851"/>
                  <a:chExt cx="705459" cy="167903"/>
                </a:xfrm>
              </p:grpSpPr>
              <p:sp>
                <p:nvSpPr>
                  <p:cNvPr id="118" name="矩形 117">
                    <a:extLst>
                      <a:ext uri="{FF2B5EF4-FFF2-40B4-BE49-F238E27FC236}">
                        <a16:creationId xmlns:a16="http://schemas.microsoft.com/office/drawing/2014/main" id="{510224A9-37D9-D1C8-63D4-0C430EA97964}"/>
                      </a:ext>
                    </a:extLst>
                  </p:cNvPr>
                  <p:cNvSpPr/>
                  <p:nvPr/>
                </p:nvSpPr>
                <p:spPr>
                  <a:xfrm>
                    <a:off x="1680623" y="4593851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19" name="直接箭头连接符 118">
                    <a:extLst>
                      <a:ext uri="{FF2B5EF4-FFF2-40B4-BE49-F238E27FC236}">
                        <a16:creationId xmlns:a16="http://schemas.microsoft.com/office/drawing/2014/main" id="{753CCB02-FE76-9C1F-9886-6EE9374870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06202" y="4677803"/>
                    <a:ext cx="179880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71" name="组合 470">
                  <a:extLst>
                    <a:ext uri="{FF2B5EF4-FFF2-40B4-BE49-F238E27FC236}">
                      <a16:creationId xmlns:a16="http://schemas.microsoft.com/office/drawing/2014/main" id="{8D3CCD36-58DB-22D7-0373-BFA9D8B001A8}"/>
                    </a:ext>
                  </a:extLst>
                </p:cNvPr>
                <p:cNvGrpSpPr/>
                <p:nvPr/>
              </p:nvGrpSpPr>
              <p:grpSpPr>
                <a:xfrm>
                  <a:off x="2396814" y="1480128"/>
                  <a:ext cx="252482" cy="74199"/>
                  <a:chOff x="1706391" y="4867729"/>
                  <a:chExt cx="697596" cy="167903"/>
                </a:xfrm>
              </p:grpSpPr>
              <p:sp>
                <p:nvSpPr>
                  <p:cNvPr id="113" name="矩形 112">
                    <a:extLst>
                      <a:ext uri="{FF2B5EF4-FFF2-40B4-BE49-F238E27FC236}">
                        <a16:creationId xmlns:a16="http://schemas.microsoft.com/office/drawing/2014/main" id="{50E0895B-52A7-4521-EA6F-AD9EA11D90D9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67729"/>
                    <a:ext cx="399728" cy="167903"/>
                  </a:xfrm>
                  <a:prstGeom prst="rect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chemeClr val="accent4"/>
                      </a:solidFill>
                    </a:endParaRPr>
                  </a:p>
                </p:txBody>
              </p:sp>
              <p:cxnSp>
                <p:nvCxnSpPr>
                  <p:cNvPr id="117" name="直接箭头连接符 116">
                    <a:extLst>
                      <a:ext uri="{FF2B5EF4-FFF2-40B4-BE49-F238E27FC236}">
                        <a16:creationId xmlns:a16="http://schemas.microsoft.com/office/drawing/2014/main" id="{353BB9FC-F48D-2276-0523-2353D1A7BC6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24105" y="4945628"/>
                    <a:ext cx="179882" cy="0"/>
                  </a:xfrm>
                  <a:prstGeom prst="straightConnector1">
                    <a:avLst/>
                  </a:prstGeom>
                  <a:solidFill>
                    <a:srgbClr val="339933"/>
                  </a:solidFill>
                  <a:ln w="19050">
                    <a:solidFill>
                      <a:srgbClr val="339933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72" name="组合 471">
                  <a:extLst>
                    <a:ext uri="{FF2B5EF4-FFF2-40B4-BE49-F238E27FC236}">
                      <a16:creationId xmlns:a16="http://schemas.microsoft.com/office/drawing/2014/main" id="{BCA539AA-3409-C17F-7666-65CF7B40DB17}"/>
                    </a:ext>
                  </a:extLst>
                </p:cNvPr>
                <p:cNvGrpSpPr/>
                <p:nvPr/>
              </p:nvGrpSpPr>
              <p:grpSpPr>
                <a:xfrm rot="16200000">
                  <a:off x="2038152" y="707637"/>
                  <a:ext cx="277532" cy="60770"/>
                  <a:chOff x="1706391" y="4867729"/>
                  <a:chExt cx="628022" cy="167903"/>
                </a:xfrm>
              </p:grpSpPr>
              <p:sp>
                <p:nvSpPr>
                  <p:cNvPr id="111" name="矩形 110">
                    <a:extLst>
                      <a:ext uri="{FF2B5EF4-FFF2-40B4-BE49-F238E27FC236}">
                        <a16:creationId xmlns:a16="http://schemas.microsoft.com/office/drawing/2014/main" id="{04A3A0BB-DF85-D88F-232F-1D9C990F845A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67729"/>
                    <a:ext cx="399728" cy="167903"/>
                  </a:xfrm>
                  <a:prstGeom prst="rect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chemeClr val="accent4"/>
                      </a:solidFill>
                    </a:endParaRPr>
                  </a:p>
                </p:txBody>
              </p:sp>
              <p:cxnSp>
                <p:nvCxnSpPr>
                  <p:cNvPr id="112" name="直接箭头连接符 111">
                    <a:extLst>
                      <a:ext uri="{FF2B5EF4-FFF2-40B4-BE49-F238E27FC236}">
                        <a16:creationId xmlns:a16="http://schemas.microsoft.com/office/drawing/2014/main" id="{FD0D1BAA-E9DC-9B97-375B-D331F5B1894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154532" y="4951679"/>
                    <a:ext cx="179881" cy="0"/>
                  </a:xfrm>
                  <a:prstGeom prst="straightConnector1">
                    <a:avLst/>
                  </a:prstGeom>
                  <a:solidFill>
                    <a:srgbClr val="339933"/>
                  </a:solidFill>
                  <a:ln w="19050">
                    <a:solidFill>
                      <a:srgbClr val="339933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73" name="组合 472">
                  <a:extLst>
                    <a:ext uri="{FF2B5EF4-FFF2-40B4-BE49-F238E27FC236}">
                      <a16:creationId xmlns:a16="http://schemas.microsoft.com/office/drawing/2014/main" id="{3D7AF9AF-1E20-968E-F04F-727D66BBD442}"/>
                    </a:ext>
                  </a:extLst>
                </p:cNvPr>
                <p:cNvGrpSpPr/>
                <p:nvPr/>
              </p:nvGrpSpPr>
              <p:grpSpPr>
                <a:xfrm rot="5400000">
                  <a:off x="1834008" y="278465"/>
                  <a:ext cx="277530" cy="60770"/>
                  <a:chOff x="1680623" y="4593851"/>
                  <a:chExt cx="628022" cy="167903"/>
                </a:xfrm>
              </p:grpSpPr>
              <p:sp>
                <p:nvSpPr>
                  <p:cNvPr id="109" name="矩形 108">
                    <a:extLst>
                      <a:ext uri="{FF2B5EF4-FFF2-40B4-BE49-F238E27FC236}">
                        <a16:creationId xmlns:a16="http://schemas.microsoft.com/office/drawing/2014/main" id="{90B23822-501E-A708-881A-9E848F546BE4}"/>
                      </a:ext>
                    </a:extLst>
                  </p:cNvPr>
                  <p:cNvSpPr/>
                  <p:nvPr/>
                </p:nvSpPr>
                <p:spPr>
                  <a:xfrm>
                    <a:off x="1680623" y="4593851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10" name="直接箭头连接符 109">
                    <a:extLst>
                      <a:ext uri="{FF2B5EF4-FFF2-40B4-BE49-F238E27FC236}">
                        <a16:creationId xmlns:a16="http://schemas.microsoft.com/office/drawing/2014/main" id="{DE3AAF71-65AA-2621-0A44-49C02B9D451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128764" y="4677806"/>
                    <a:ext cx="179881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74" name="组合 473">
                  <a:extLst>
                    <a:ext uri="{FF2B5EF4-FFF2-40B4-BE49-F238E27FC236}">
                      <a16:creationId xmlns:a16="http://schemas.microsoft.com/office/drawing/2014/main" id="{3438A958-00B4-C944-82DE-1E782E432403}"/>
                    </a:ext>
                  </a:extLst>
                </p:cNvPr>
                <p:cNvGrpSpPr/>
                <p:nvPr/>
              </p:nvGrpSpPr>
              <p:grpSpPr>
                <a:xfrm rot="5400000">
                  <a:off x="1833106" y="807615"/>
                  <a:ext cx="274856" cy="60770"/>
                  <a:chOff x="1680623" y="4593851"/>
                  <a:chExt cx="621972" cy="167903"/>
                </a:xfrm>
              </p:grpSpPr>
              <p:sp>
                <p:nvSpPr>
                  <p:cNvPr id="107" name="矩形 106">
                    <a:extLst>
                      <a:ext uri="{FF2B5EF4-FFF2-40B4-BE49-F238E27FC236}">
                        <a16:creationId xmlns:a16="http://schemas.microsoft.com/office/drawing/2014/main" id="{5D33FCB9-C6C6-FEBF-F4B8-D4CB3A7023E7}"/>
                      </a:ext>
                    </a:extLst>
                  </p:cNvPr>
                  <p:cNvSpPr/>
                  <p:nvPr/>
                </p:nvSpPr>
                <p:spPr>
                  <a:xfrm>
                    <a:off x="1680623" y="4593851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08" name="直接箭头连接符 107">
                    <a:extLst>
                      <a:ext uri="{FF2B5EF4-FFF2-40B4-BE49-F238E27FC236}">
                        <a16:creationId xmlns:a16="http://schemas.microsoft.com/office/drawing/2014/main" id="{C9EFD593-2543-5B7E-0C7E-8D5D51C4A57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122713" y="4677804"/>
                    <a:ext cx="179882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75" name="组合 474">
                  <a:extLst>
                    <a:ext uri="{FF2B5EF4-FFF2-40B4-BE49-F238E27FC236}">
                      <a16:creationId xmlns:a16="http://schemas.microsoft.com/office/drawing/2014/main" id="{084606A7-9574-0050-89B0-397FDDD0B32E}"/>
                    </a:ext>
                  </a:extLst>
                </p:cNvPr>
                <p:cNvGrpSpPr/>
                <p:nvPr/>
              </p:nvGrpSpPr>
              <p:grpSpPr>
                <a:xfrm rot="5400000">
                  <a:off x="1833199" y="1874653"/>
                  <a:ext cx="277529" cy="60770"/>
                  <a:chOff x="1680619" y="4562375"/>
                  <a:chExt cx="628016" cy="167903"/>
                </a:xfrm>
              </p:grpSpPr>
              <p:sp>
                <p:nvSpPr>
                  <p:cNvPr id="105" name="矩形 104">
                    <a:extLst>
                      <a:ext uri="{FF2B5EF4-FFF2-40B4-BE49-F238E27FC236}">
                        <a16:creationId xmlns:a16="http://schemas.microsoft.com/office/drawing/2014/main" id="{71D03087-116C-1200-9595-7F16C6D7FC90}"/>
                      </a:ext>
                    </a:extLst>
                  </p:cNvPr>
                  <p:cNvSpPr/>
                  <p:nvPr/>
                </p:nvSpPr>
                <p:spPr>
                  <a:xfrm>
                    <a:off x="1680619" y="4562375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06" name="直接箭头连接符 105">
                    <a:extLst>
                      <a:ext uri="{FF2B5EF4-FFF2-40B4-BE49-F238E27FC236}">
                        <a16:creationId xmlns:a16="http://schemas.microsoft.com/office/drawing/2014/main" id="{784DE754-07F4-4AF4-E523-3669CFC175D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128754" y="4646340"/>
                    <a:ext cx="179881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76" name="组合 475">
                  <a:extLst>
                    <a:ext uri="{FF2B5EF4-FFF2-40B4-BE49-F238E27FC236}">
                      <a16:creationId xmlns:a16="http://schemas.microsoft.com/office/drawing/2014/main" id="{5167E212-C989-2B8B-4096-8C8E2C059621}"/>
                    </a:ext>
                  </a:extLst>
                </p:cNvPr>
                <p:cNvGrpSpPr/>
                <p:nvPr/>
              </p:nvGrpSpPr>
              <p:grpSpPr>
                <a:xfrm rot="16200000">
                  <a:off x="1944632" y="2172938"/>
                  <a:ext cx="274854" cy="60770"/>
                  <a:chOff x="1704834" y="4593849"/>
                  <a:chExt cx="621961" cy="167903"/>
                </a:xfrm>
              </p:grpSpPr>
              <p:sp>
                <p:nvSpPr>
                  <p:cNvPr id="103" name="矩形 102">
                    <a:extLst>
                      <a:ext uri="{FF2B5EF4-FFF2-40B4-BE49-F238E27FC236}">
                        <a16:creationId xmlns:a16="http://schemas.microsoft.com/office/drawing/2014/main" id="{60F66BBA-AA69-93ED-EA35-AFF3398F3E24}"/>
                      </a:ext>
                    </a:extLst>
                  </p:cNvPr>
                  <p:cNvSpPr/>
                  <p:nvPr/>
                </p:nvSpPr>
                <p:spPr>
                  <a:xfrm>
                    <a:off x="1704834" y="4593849"/>
                    <a:ext cx="399725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04" name="直接箭头连接符 103">
                    <a:extLst>
                      <a:ext uri="{FF2B5EF4-FFF2-40B4-BE49-F238E27FC236}">
                        <a16:creationId xmlns:a16="http://schemas.microsoft.com/office/drawing/2014/main" id="{6DC6FA5D-C8D7-23C0-AED0-0989CB39B88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146915" y="4677802"/>
                    <a:ext cx="179880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77" name="组合 476">
                  <a:extLst>
                    <a:ext uri="{FF2B5EF4-FFF2-40B4-BE49-F238E27FC236}">
                      <a16:creationId xmlns:a16="http://schemas.microsoft.com/office/drawing/2014/main" id="{E06577F1-F98A-D5BE-610E-54A02E2FF07C}"/>
                    </a:ext>
                  </a:extLst>
                </p:cNvPr>
                <p:cNvGrpSpPr/>
                <p:nvPr/>
              </p:nvGrpSpPr>
              <p:grpSpPr>
                <a:xfrm rot="16200000">
                  <a:off x="1739299" y="1525081"/>
                  <a:ext cx="335090" cy="429293"/>
                  <a:chOff x="4682601" y="1917600"/>
                  <a:chExt cx="1014795" cy="1182812"/>
                </a:xfrm>
              </p:grpSpPr>
              <p:sp>
                <p:nvSpPr>
                  <p:cNvPr id="101" name="矩形 100">
                    <a:extLst>
                      <a:ext uri="{FF2B5EF4-FFF2-40B4-BE49-F238E27FC236}">
                        <a16:creationId xmlns:a16="http://schemas.microsoft.com/office/drawing/2014/main" id="{487F6A3D-9C36-AB19-CBEB-5B83251FD370}"/>
                      </a:ext>
                    </a:extLst>
                  </p:cNvPr>
                  <p:cNvSpPr/>
                  <p:nvPr/>
                </p:nvSpPr>
                <p:spPr>
                  <a:xfrm>
                    <a:off x="4682601" y="2932509"/>
                    <a:ext cx="399728" cy="167903"/>
                  </a:xfrm>
                  <a:prstGeom prst="rect">
                    <a:avLst/>
                  </a:prstGeom>
                  <a:solidFill>
                    <a:srgbClr val="4472C4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accent4"/>
                      </a:solidFill>
                    </a:endParaRPr>
                  </a:p>
                </p:txBody>
              </p:sp>
              <p:sp>
                <p:nvSpPr>
                  <p:cNvPr id="102" name="弧形 101">
                    <a:extLst>
                      <a:ext uri="{FF2B5EF4-FFF2-40B4-BE49-F238E27FC236}">
                        <a16:creationId xmlns:a16="http://schemas.microsoft.com/office/drawing/2014/main" id="{45F2BFE4-B1D6-AFDB-DCB5-3388A9AB161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4643304" y="1980314"/>
                    <a:ext cx="1116806" cy="991378"/>
                  </a:xfrm>
                  <a:prstGeom prst="arc">
                    <a:avLst>
                      <a:gd name="adj1" fmla="val 19563312"/>
                      <a:gd name="adj2" fmla="val 720446"/>
                    </a:avLst>
                  </a:prstGeom>
                  <a:ln w="19050">
                    <a:solidFill>
                      <a:schemeClr val="accent1"/>
                    </a:solidFill>
                    <a:prstDash val="sysDash"/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accent4"/>
                      </a:solidFill>
                    </a:endParaRPr>
                  </a:p>
                </p:txBody>
              </p:sp>
            </p:grpSp>
            <p:grpSp>
              <p:nvGrpSpPr>
                <p:cNvPr id="478" name="组合 477">
                  <a:extLst>
                    <a:ext uri="{FF2B5EF4-FFF2-40B4-BE49-F238E27FC236}">
                      <a16:creationId xmlns:a16="http://schemas.microsoft.com/office/drawing/2014/main" id="{EFEF0AF1-9379-ADB4-68F8-4998D27ACD93}"/>
                    </a:ext>
                  </a:extLst>
                </p:cNvPr>
                <p:cNvGrpSpPr/>
                <p:nvPr/>
              </p:nvGrpSpPr>
              <p:grpSpPr>
                <a:xfrm rot="16200000">
                  <a:off x="1944622" y="588740"/>
                  <a:ext cx="277534" cy="60770"/>
                  <a:chOff x="1680623" y="4593851"/>
                  <a:chExt cx="628024" cy="167903"/>
                </a:xfrm>
              </p:grpSpPr>
              <p:sp>
                <p:nvSpPr>
                  <p:cNvPr id="75" name="矩形 74">
                    <a:extLst>
                      <a:ext uri="{FF2B5EF4-FFF2-40B4-BE49-F238E27FC236}">
                        <a16:creationId xmlns:a16="http://schemas.microsoft.com/office/drawing/2014/main" id="{0E4251C8-3FD3-6CD8-2FC4-7FB54B007A13}"/>
                      </a:ext>
                    </a:extLst>
                  </p:cNvPr>
                  <p:cNvSpPr/>
                  <p:nvPr/>
                </p:nvSpPr>
                <p:spPr>
                  <a:xfrm>
                    <a:off x="1680623" y="4593851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76" name="直接箭头连接符 75">
                    <a:extLst>
                      <a:ext uri="{FF2B5EF4-FFF2-40B4-BE49-F238E27FC236}">
                        <a16:creationId xmlns:a16="http://schemas.microsoft.com/office/drawing/2014/main" id="{06B5A0E1-1D03-D22C-DD5A-319D2F217CB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128767" y="4677801"/>
                    <a:ext cx="179880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79" name="组合 478">
                  <a:extLst>
                    <a:ext uri="{FF2B5EF4-FFF2-40B4-BE49-F238E27FC236}">
                      <a16:creationId xmlns:a16="http://schemas.microsoft.com/office/drawing/2014/main" id="{39266AE7-369F-8ED4-F02C-198FFDB7ED44}"/>
                    </a:ext>
                  </a:extLst>
                </p:cNvPr>
                <p:cNvGrpSpPr/>
                <p:nvPr/>
              </p:nvGrpSpPr>
              <p:grpSpPr>
                <a:xfrm rot="16200000">
                  <a:off x="1941895" y="245364"/>
                  <a:ext cx="280206" cy="60770"/>
                  <a:chOff x="1680623" y="4593851"/>
                  <a:chExt cx="634074" cy="167903"/>
                </a:xfrm>
              </p:grpSpPr>
              <p:sp>
                <p:nvSpPr>
                  <p:cNvPr id="73" name="矩形 72">
                    <a:extLst>
                      <a:ext uri="{FF2B5EF4-FFF2-40B4-BE49-F238E27FC236}">
                        <a16:creationId xmlns:a16="http://schemas.microsoft.com/office/drawing/2014/main" id="{62BC0311-620B-E34E-49A6-AEDC8820408B}"/>
                      </a:ext>
                    </a:extLst>
                  </p:cNvPr>
                  <p:cNvSpPr/>
                  <p:nvPr/>
                </p:nvSpPr>
                <p:spPr>
                  <a:xfrm>
                    <a:off x="1680623" y="4593851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74" name="直接箭头连接符 73">
                    <a:extLst>
                      <a:ext uri="{FF2B5EF4-FFF2-40B4-BE49-F238E27FC236}">
                        <a16:creationId xmlns:a16="http://schemas.microsoft.com/office/drawing/2014/main" id="{23AD48DC-9D75-B82C-0CD6-4EB8A739417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134817" y="4677803"/>
                    <a:ext cx="179880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80" name="弧形 479">
                  <a:extLst>
                    <a:ext uri="{FF2B5EF4-FFF2-40B4-BE49-F238E27FC236}">
                      <a16:creationId xmlns:a16="http://schemas.microsoft.com/office/drawing/2014/main" id="{FA53E25D-6923-D6EA-D959-F0C9CC490CC7}"/>
                    </a:ext>
                  </a:extLst>
                </p:cNvPr>
                <p:cNvSpPr/>
                <p:nvPr/>
              </p:nvSpPr>
              <p:spPr>
                <a:xfrm rot="5400000">
                  <a:off x="1324508" y="654427"/>
                  <a:ext cx="846494" cy="651176"/>
                </a:xfrm>
                <a:prstGeom prst="arc">
                  <a:avLst>
                    <a:gd name="adj1" fmla="val 16200000"/>
                    <a:gd name="adj2" fmla="val 294151"/>
                  </a:avLst>
                </a:prstGeom>
                <a:ln w="19050">
                  <a:solidFill>
                    <a:schemeClr val="tx1"/>
                  </a:solidFill>
                  <a:prstDash val="sysDash"/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481" name="直接箭头连接符 480">
                  <a:extLst>
                    <a:ext uri="{FF2B5EF4-FFF2-40B4-BE49-F238E27FC236}">
                      <a16:creationId xmlns:a16="http://schemas.microsoft.com/office/drawing/2014/main" id="{3F72B3F3-F073-4372-933B-36A279E46B67}"/>
                    </a:ext>
                  </a:extLst>
                </p:cNvPr>
                <p:cNvCxnSpPr>
                  <a:cxnSpLocks/>
                  <a:stCxn id="480" idx="2"/>
                </p:cNvCxnSpPr>
                <p:nvPr/>
              </p:nvCxnSpPr>
              <p:spPr>
                <a:xfrm>
                  <a:off x="1718145" y="1401508"/>
                  <a:ext cx="620421" cy="1754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prstDash val="sys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2" name="直接箭头连接符 481">
                  <a:extLst>
                    <a:ext uri="{FF2B5EF4-FFF2-40B4-BE49-F238E27FC236}">
                      <a16:creationId xmlns:a16="http://schemas.microsoft.com/office/drawing/2014/main" id="{448E211D-13DF-67A3-F7E4-FABDE87C09E2}"/>
                    </a:ext>
                  </a:extLst>
                </p:cNvPr>
                <p:cNvCxnSpPr/>
                <p:nvPr/>
              </p:nvCxnSpPr>
              <p:spPr>
                <a:xfrm>
                  <a:off x="1963287" y="976547"/>
                  <a:ext cx="0" cy="72743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prstDash val="sys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3" name="弧形 482">
                  <a:extLst>
                    <a:ext uri="{FF2B5EF4-FFF2-40B4-BE49-F238E27FC236}">
                      <a16:creationId xmlns:a16="http://schemas.microsoft.com/office/drawing/2014/main" id="{8C7972A8-4D86-9EE8-7AB8-0C6D58803E7D}"/>
                    </a:ext>
                  </a:extLst>
                </p:cNvPr>
                <p:cNvSpPr/>
                <p:nvPr/>
              </p:nvSpPr>
              <p:spPr>
                <a:xfrm rot="10800000">
                  <a:off x="1961738" y="620293"/>
                  <a:ext cx="740004" cy="775278"/>
                </a:xfrm>
                <a:prstGeom prst="arc">
                  <a:avLst>
                    <a:gd name="adj1" fmla="val 16157582"/>
                    <a:gd name="adj2" fmla="val 294151"/>
                  </a:avLst>
                </a:prstGeom>
                <a:ln w="19050">
                  <a:solidFill>
                    <a:schemeClr val="tx1"/>
                  </a:solidFill>
                  <a:prstDash val="sysDash"/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84" name="弧形 483">
                  <a:extLst>
                    <a:ext uri="{FF2B5EF4-FFF2-40B4-BE49-F238E27FC236}">
                      <a16:creationId xmlns:a16="http://schemas.microsoft.com/office/drawing/2014/main" id="{1132EE03-FBC6-2C11-0567-E1C7EB667FFC}"/>
                    </a:ext>
                  </a:extLst>
                </p:cNvPr>
                <p:cNvSpPr/>
                <p:nvPr/>
              </p:nvSpPr>
              <p:spPr>
                <a:xfrm>
                  <a:off x="1390752" y="1301233"/>
                  <a:ext cx="696335" cy="772985"/>
                </a:xfrm>
                <a:prstGeom prst="arc">
                  <a:avLst>
                    <a:gd name="adj1" fmla="val 16016228"/>
                    <a:gd name="adj2" fmla="val 274145"/>
                  </a:avLst>
                </a:prstGeom>
                <a:ln w="19050">
                  <a:solidFill>
                    <a:schemeClr val="tx1"/>
                  </a:solidFill>
                  <a:prstDash val="sysDash"/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485" name="直接箭头连接符 484">
                  <a:extLst>
                    <a:ext uri="{FF2B5EF4-FFF2-40B4-BE49-F238E27FC236}">
                      <a16:creationId xmlns:a16="http://schemas.microsoft.com/office/drawing/2014/main" id="{AA5D0B22-312F-86EA-7094-DBF75FEA32BA}"/>
                    </a:ext>
                  </a:extLst>
                </p:cNvPr>
                <p:cNvCxnSpPr/>
                <p:nvPr/>
              </p:nvCxnSpPr>
              <p:spPr>
                <a:xfrm>
                  <a:off x="1715084" y="1288039"/>
                  <a:ext cx="620421" cy="1754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prstDash val="sysDash"/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6" name="弧形 485">
                  <a:extLst>
                    <a:ext uri="{FF2B5EF4-FFF2-40B4-BE49-F238E27FC236}">
                      <a16:creationId xmlns:a16="http://schemas.microsoft.com/office/drawing/2014/main" id="{46A53A16-8F3E-1BF5-A317-DE2B6F81C97E}"/>
                    </a:ext>
                  </a:extLst>
                </p:cNvPr>
                <p:cNvSpPr/>
                <p:nvPr/>
              </p:nvSpPr>
              <p:spPr>
                <a:xfrm rot="16200000">
                  <a:off x="1841238" y="1424095"/>
                  <a:ext cx="880565" cy="621756"/>
                </a:xfrm>
                <a:prstGeom prst="arc">
                  <a:avLst>
                    <a:gd name="adj1" fmla="val 16566475"/>
                    <a:gd name="adj2" fmla="val 294151"/>
                  </a:avLst>
                </a:prstGeom>
                <a:ln w="19050">
                  <a:solidFill>
                    <a:schemeClr val="tx1"/>
                  </a:solidFill>
                  <a:prstDash val="sysDash"/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87" name="椭圆 486">
                  <a:extLst>
                    <a:ext uri="{FF2B5EF4-FFF2-40B4-BE49-F238E27FC236}">
                      <a16:creationId xmlns:a16="http://schemas.microsoft.com/office/drawing/2014/main" id="{3566EDBD-26AA-E2B1-F048-E30C090AC81E}"/>
                    </a:ext>
                  </a:extLst>
                </p:cNvPr>
                <p:cNvSpPr/>
                <p:nvPr/>
              </p:nvSpPr>
              <p:spPr>
                <a:xfrm>
                  <a:off x="1957924" y="1275309"/>
                  <a:ext cx="16547" cy="2020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88" name="椭圆 487">
                  <a:extLst>
                    <a:ext uri="{FF2B5EF4-FFF2-40B4-BE49-F238E27FC236}">
                      <a16:creationId xmlns:a16="http://schemas.microsoft.com/office/drawing/2014/main" id="{1DC46739-DFE3-9754-862B-136B9554E5CE}"/>
                    </a:ext>
                  </a:extLst>
                </p:cNvPr>
                <p:cNvSpPr/>
                <p:nvPr/>
              </p:nvSpPr>
              <p:spPr>
                <a:xfrm>
                  <a:off x="1898139" y="1340246"/>
                  <a:ext cx="16547" cy="2020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89" name="椭圆 488">
                  <a:extLst>
                    <a:ext uri="{FF2B5EF4-FFF2-40B4-BE49-F238E27FC236}">
                      <a16:creationId xmlns:a16="http://schemas.microsoft.com/office/drawing/2014/main" id="{C2C059A6-AAB8-C929-E666-7AE296439D06}"/>
                    </a:ext>
                  </a:extLst>
                </p:cNvPr>
                <p:cNvSpPr/>
                <p:nvPr/>
              </p:nvSpPr>
              <p:spPr>
                <a:xfrm>
                  <a:off x="1956607" y="1388571"/>
                  <a:ext cx="16547" cy="2020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90" name="椭圆 489">
                  <a:extLst>
                    <a:ext uri="{FF2B5EF4-FFF2-40B4-BE49-F238E27FC236}">
                      <a16:creationId xmlns:a16="http://schemas.microsoft.com/office/drawing/2014/main" id="{B9376395-391C-0B12-D32B-8B85F68E64D9}"/>
                    </a:ext>
                  </a:extLst>
                </p:cNvPr>
                <p:cNvSpPr/>
                <p:nvPr/>
              </p:nvSpPr>
              <p:spPr>
                <a:xfrm>
                  <a:off x="2023061" y="1460738"/>
                  <a:ext cx="16547" cy="2020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91" name="椭圆 490">
                  <a:extLst>
                    <a:ext uri="{FF2B5EF4-FFF2-40B4-BE49-F238E27FC236}">
                      <a16:creationId xmlns:a16="http://schemas.microsoft.com/office/drawing/2014/main" id="{9D0E03D7-43AB-B3A5-4C80-6B741A5028AE}"/>
                    </a:ext>
                  </a:extLst>
                </p:cNvPr>
                <p:cNvSpPr/>
                <p:nvPr/>
              </p:nvSpPr>
              <p:spPr>
                <a:xfrm>
                  <a:off x="2079128" y="1391188"/>
                  <a:ext cx="16547" cy="2020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92" name="椭圆 491">
                  <a:extLst>
                    <a:ext uri="{FF2B5EF4-FFF2-40B4-BE49-F238E27FC236}">
                      <a16:creationId xmlns:a16="http://schemas.microsoft.com/office/drawing/2014/main" id="{F12C2535-2DD2-F24B-BF38-32B2F8040114}"/>
                    </a:ext>
                  </a:extLst>
                </p:cNvPr>
                <p:cNvSpPr/>
                <p:nvPr/>
              </p:nvSpPr>
              <p:spPr>
                <a:xfrm>
                  <a:off x="2079127" y="1282140"/>
                  <a:ext cx="16547" cy="2020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93" name="椭圆 492">
                  <a:extLst>
                    <a:ext uri="{FF2B5EF4-FFF2-40B4-BE49-F238E27FC236}">
                      <a16:creationId xmlns:a16="http://schemas.microsoft.com/office/drawing/2014/main" id="{A7F321DE-4CA1-3C3B-6CF2-D4014C06C08F}"/>
                    </a:ext>
                  </a:extLst>
                </p:cNvPr>
                <p:cNvSpPr/>
                <p:nvPr/>
              </p:nvSpPr>
              <p:spPr>
                <a:xfrm>
                  <a:off x="2012818" y="1205718"/>
                  <a:ext cx="16547" cy="2020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94" name="椭圆 493">
                  <a:extLst>
                    <a:ext uri="{FF2B5EF4-FFF2-40B4-BE49-F238E27FC236}">
                      <a16:creationId xmlns:a16="http://schemas.microsoft.com/office/drawing/2014/main" id="{AEC89995-91F1-F85A-9B19-5D7036836CE8}"/>
                    </a:ext>
                  </a:extLst>
                </p:cNvPr>
                <p:cNvSpPr/>
                <p:nvPr/>
              </p:nvSpPr>
              <p:spPr>
                <a:xfrm>
                  <a:off x="2135778" y="1328084"/>
                  <a:ext cx="16547" cy="2020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95" name="矩形 494">
                  <a:extLst>
                    <a:ext uri="{FF2B5EF4-FFF2-40B4-BE49-F238E27FC236}">
                      <a16:creationId xmlns:a16="http://schemas.microsoft.com/office/drawing/2014/main" id="{F73F711E-C76C-22E5-38EA-779CF4D3C9A4}"/>
                    </a:ext>
                  </a:extLst>
                </p:cNvPr>
                <p:cNvSpPr/>
                <p:nvPr/>
              </p:nvSpPr>
              <p:spPr>
                <a:xfrm>
                  <a:off x="1888551" y="1079936"/>
                  <a:ext cx="325699" cy="320304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96" name="矩形 495">
                  <a:extLst>
                    <a:ext uri="{FF2B5EF4-FFF2-40B4-BE49-F238E27FC236}">
                      <a16:creationId xmlns:a16="http://schemas.microsoft.com/office/drawing/2014/main" id="{76DC9C87-E958-6243-F96E-10A025411C99}"/>
                    </a:ext>
                  </a:extLst>
                </p:cNvPr>
                <p:cNvSpPr/>
                <p:nvPr/>
              </p:nvSpPr>
              <p:spPr>
                <a:xfrm>
                  <a:off x="795638" y="211868"/>
                  <a:ext cx="832396" cy="821335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497" name="组合 496">
                  <a:extLst>
                    <a:ext uri="{FF2B5EF4-FFF2-40B4-BE49-F238E27FC236}">
                      <a16:creationId xmlns:a16="http://schemas.microsoft.com/office/drawing/2014/main" id="{8B3322B6-A1FD-7296-9EE5-282695409ED2}"/>
                    </a:ext>
                  </a:extLst>
                </p:cNvPr>
                <p:cNvGrpSpPr/>
                <p:nvPr/>
              </p:nvGrpSpPr>
              <p:grpSpPr>
                <a:xfrm rot="3595379">
                  <a:off x="1025132" y="107909"/>
                  <a:ext cx="677126" cy="654731"/>
                  <a:chOff x="4638578" y="1985824"/>
                  <a:chExt cx="1013716" cy="1182618"/>
                </a:xfrm>
              </p:grpSpPr>
              <p:sp>
                <p:nvSpPr>
                  <p:cNvPr id="69" name="矩形 68">
                    <a:extLst>
                      <a:ext uri="{FF2B5EF4-FFF2-40B4-BE49-F238E27FC236}">
                        <a16:creationId xmlns:a16="http://schemas.microsoft.com/office/drawing/2014/main" id="{BE1FA906-2897-EBD9-003A-527788464633}"/>
                      </a:ext>
                    </a:extLst>
                  </p:cNvPr>
                  <p:cNvSpPr/>
                  <p:nvPr/>
                </p:nvSpPr>
                <p:spPr>
                  <a:xfrm>
                    <a:off x="4638578" y="3000539"/>
                    <a:ext cx="399727" cy="167903"/>
                  </a:xfrm>
                  <a:prstGeom prst="rect">
                    <a:avLst/>
                  </a:prstGeom>
                  <a:solidFill>
                    <a:srgbClr val="4472C4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chemeClr val="accent4"/>
                      </a:solidFill>
                    </a:endParaRPr>
                  </a:p>
                </p:txBody>
              </p:sp>
              <p:sp>
                <p:nvSpPr>
                  <p:cNvPr id="71" name="弧形 70">
                    <a:extLst>
                      <a:ext uri="{FF2B5EF4-FFF2-40B4-BE49-F238E27FC236}">
                        <a16:creationId xmlns:a16="http://schemas.microsoft.com/office/drawing/2014/main" id="{0F5AFA2D-64A9-F11D-C9CE-54028194C4D3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4598203" y="2048538"/>
                    <a:ext cx="1116806" cy="991377"/>
                  </a:xfrm>
                  <a:prstGeom prst="arc">
                    <a:avLst>
                      <a:gd name="adj1" fmla="val 19563312"/>
                      <a:gd name="adj2" fmla="val 720446"/>
                    </a:avLst>
                  </a:prstGeom>
                  <a:ln w="19050">
                    <a:solidFill>
                      <a:schemeClr val="accent1"/>
                    </a:solidFill>
                    <a:prstDash val="sysDash"/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accent4"/>
                      </a:solidFill>
                    </a:endParaRPr>
                  </a:p>
                </p:txBody>
              </p:sp>
            </p:grpSp>
            <p:grpSp>
              <p:nvGrpSpPr>
                <p:cNvPr id="498" name="组合 497">
                  <a:extLst>
                    <a:ext uri="{FF2B5EF4-FFF2-40B4-BE49-F238E27FC236}">
                      <a16:creationId xmlns:a16="http://schemas.microsoft.com/office/drawing/2014/main" id="{292357EE-E4B1-6899-DE2D-338C3BA74D9E}"/>
                    </a:ext>
                  </a:extLst>
                </p:cNvPr>
                <p:cNvGrpSpPr/>
                <p:nvPr/>
              </p:nvGrpSpPr>
              <p:grpSpPr>
                <a:xfrm rot="19572177">
                  <a:off x="682150" y="155655"/>
                  <a:ext cx="514666" cy="666340"/>
                  <a:chOff x="4488834" y="1894749"/>
                  <a:chExt cx="1011474" cy="1177927"/>
                </a:xfrm>
              </p:grpSpPr>
              <p:sp>
                <p:nvSpPr>
                  <p:cNvPr id="65" name="矩形 64">
                    <a:extLst>
                      <a:ext uri="{FF2B5EF4-FFF2-40B4-BE49-F238E27FC236}">
                        <a16:creationId xmlns:a16="http://schemas.microsoft.com/office/drawing/2014/main" id="{7904B1D6-4256-5ED5-E46C-A365F33C004E}"/>
                      </a:ext>
                    </a:extLst>
                  </p:cNvPr>
                  <p:cNvSpPr/>
                  <p:nvPr/>
                </p:nvSpPr>
                <p:spPr>
                  <a:xfrm>
                    <a:off x="4488834" y="2904773"/>
                    <a:ext cx="399727" cy="167903"/>
                  </a:xfrm>
                  <a:prstGeom prst="rect">
                    <a:avLst/>
                  </a:prstGeom>
                  <a:solidFill>
                    <a:srgbClr val="4472C4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accent4"/>
                      </a:solidFill>
                    </a:endParaRPr>
                  </a:p>
                </p:txBody>
              </p:sp>
              <p:sp>
                <p:nvSpPr>
                  <p:cNvPr id="67" name="弧形 66">
                    <a:extLst>
                      <a:ext uri="{FF2B5EF4-FFF2-40B4-BE49-F238E27FC236}">
                        <a16:creationId xmlns:a16="http://schemas.microsoft.com/office/drawing/2014/main" id="{8D8B7885-95C6-4EB2-5C59-9B82C3A704A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4446215" y="1957463"/>
                    <a:ext cx="1116807" cy="991379"/>
                  </a:xfrm>
                  <a:prstGeom prst="arc">
                    <a:avLst>
                      <a:gd name="adj1" fmla="val 19563312"/>
                      <a:gd name="adj2" fmla="val 720446"/>
                    </a:avLst>
                  </a:prstGeom>
                  <a:ln w="19050">
                    <a:solidFill>
                      <a:schemeClr val="accent1"/>
                    </a:solidFill>
                    <a:prstDash val="sysDash"/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accent4"/>
                      </a:solidFill>
                    </a:endParaRPr>
                  </a:p>
                </p:txBody>
              </p:sp>
            </p:grpSp>
            <p:grpSp>
              <p:nvGrpSpPr>
                <p:cNvPr id="499" name="组合 498">
                  <a:extLst>
                    <a:ext uri="{FF2B5EF4-FFF2-40B4-BE49-F238E27FC236}">
                      <a16:creationId xmlns:a16="http://schemas.microsoft.com/office/drawing/2014/main" id="{0E452DE9-1413-26B2-DA93-568D178831EF}"/>
                    </a:ext>
                  </a:extLst>
                </p:cNvPr>
                <p:cNvGrpSpPr/>
                <p:nvPr/>
              </p:nvGrpSpPr>
              <p:grpSpPr>
                <a:xfrm rot="10800000">
                  <a:off x="1138879" y="607521"/>
                  <a:ext cx="403464" cy="115118"/>
                  <a:chOff x="1646441" y="4651931"/>
                  <a:chExt cx="653109" cy="167903"/>
                </a:xfrm>
              </p:grpSpPr>
              <p:sp>
                <p:nvSpPr>
                  <p:cNvPr id="510" name="矩形 509">
                    <a:extLst>
                      <a:ext uri="{FF2B5EF4-FFF2-40B4-BE49-F238E27FC236}">
                        <a16:creationId xmlns:a16="http://schemas.microsoft.com/office/drawing/2014/main" id="{0447EFA4-3CEF-434A-93BD-C0FEBAAC2248}"/>
                      </a:ext>
                    </a:extLst>
                  </p:cNvPr>
                  <p:cNvSpPr/>
                  <p:nvPr/>
                </p:nvSpPr>
                <p:spPr>
                  <a:xfrm>
                    <a:off x="1646441" y="4651931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511" name="直接箭头连接符 510">
                    <a:extLst>
                      <a:ext uri="{FF2B5EF4-FFF2-40B4-BE49-F238E27FC236}">
                        <a16:creationId xmlns:a16="http://schemas.microsoft.com/office/drawing/2014/main" id="{5FF560BF-C6EC-2D74-62EE-7A7F4E03CE8F}"/>
                      </a:ext>
                    </a:extLst>
                  </p:cNvPr>
                  <p:cNvCxnSpPr>
                    <a:cxnSpLocks/>
                    <a:stCxn id="510" idx="3"/>
                  </p:cNvCxnSpPr>
                  <p:nvPr/>
                </p:nvCxnSpPr>
                <p:spPr>
                  <a:xfrm rot="10800000" flipH="1">
                    <a:off x="2046170" y="4735883"/>
                    <a:ext cx="253380" cy="0"/>
                  </a:xfrm>
                  <a:prstGeom prst="straightConnector1">
                    <a:avLst/>
                  </a:prstGeom>
                  <a:ln w="19050">
                    <a:prstDash val="sysDash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00" name="直接箭头连接符 499">
                  <a:extLst>
                    <a:ext uri="{FF2B5EF4-FFF2-40B4-BE49-F238E27FC236}">
                      <a16:creationId xmlns:a16="http://schemas.microsoft.com/office/drawing/2014/main" id="{79DB12B4-00CF-844B-13EE-676409088C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27552" y="1032750"/>
                  <a:ext cx="270587" cy="47187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prstDash val="sysDash"/>
                  <a:headEnd type="triangl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01" name="直接箭头连接符 500">
                  <a:extLst>
                    <a:ext uri="{FF2B5EF4-FFF2-40B4-BE49-F238E27FC236}">
                      <a16:creationId xmlns:a16="http://schemas.microsoft.com/office/drawing/2014/main" id="{25058659-997D-B6E9-2F03-0E250ADA37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251" y="1037327"/>
                  <a:ext cx="1079207" cy="353317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prstDash val="sysDash"/>
                  <a:headEnd type="triangl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直接连接符 501">
                  <a:extLst>
                    <a:ext uri="{FF2B5EF4-FFF2-40B4-BE49-F238E27FC236}">
                      <a16:creationId xmlns:a16="http://schemas.microsoft.com/office/drawing/2014/main" id="{F20CF04F-69A6-DB8D-6550-2F0BDBAA69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26611" y="1704749"/>
                  <a:ext cx="0" cy="113833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03" name="组合 502">
                  <a:extLst>
                    <a:ext uri="{FF2B5EF4-FFF2-40B4-BE49-F238E27FC236}">
                      <a16:creationId xmlns:a16="http://schemas.microsoft.com/office/drawing/2014/main" id="{4C517E17-420F-23E3-BED5-5BBF07E02A76}"/>
                    </a:ext>
                  </a:extLst>
                </p:cNvPr>
                <p:cNvGrpSpPr/>
                <p:nvPr/>
              </p:nvGrpSpPr>
              <p:grpSpPr>
                <a:xfrm rot="5400000">
                  <a:off x="1833629" y="2528830"/>
                  <a:ext cx="280203" cy="60770"/>
                  <a:chOff x="1680618" y="4633176"/>
                  <a:chExt cx="634068" cy="167903"/>
                </a:xfrm>
              </p:grpSpPr>
              <p:sp>
                <p:nvSpPr>
                  <p:cNvPr id="508" name="矩形 507">
                    <a:extLst>
                      <a:ext uri="{FF2B5EF4-FFF2-40B4-BE49-F238E27FC236}">
                        <a16:creationId xmlns:a16="http://schemas.microsoft.com/office/drawing/2014/main" id="{A93FD4F6-70AA-7B93-4D73-60576A04744F}"/>
                      </a:ext>
                    </a:extLst>
                  </p:cNvPr>
                  <p:cNvSpPr/>
                  <p:nvPr/>
                </p:nvSpPr>
                <p:spPr>
                  <a:xfrm>
                    <a:off x="1680618" y="4633176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509" name="直接箭头连接符 508">
                    <a:extLst>
                      <a:ext uri="{FF2B5EF4-FFF2-40B4-BE49-F238E27FC236}">
                        <a16:creationId xmlns:a16="http://schemas.microsoft.com/office/drawing/2014/main" id="{32DC251D-9157-E9CF-CD2E-348A756861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134804" y="4717128"/>
                    <a:ext cx="179882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04" name="组合 503">
                  <a:extLst>
                    <a:ext uri="{FF2B5EF4-FFF2-40B4-BE49-F238E27FC236}">
                      <a16:creationId xmlns:a16="http://schemas.microsoft.com/office/drawing/2014/main" id="{11B97D67-E29B-18CE-4894-4525B40217D5}"/>
                    </a:ext>
                  </a:extLst>
                </p:cNvPr>
                <p:cNvGrpSpPr/>
                <p:nvPr/>
              </p:nvGrpSpPr>
              <p:grpSpPr>
                <a:xfrm rot="16200000">
                  <a:off x="1944309" y="2483807"/>
                  <a:ext cx="280206" cy="60770"/>
                  <a:chOff x="1680623" y="4504249"/>
                  <a:chExt cx="634076" cy="167903"/>
                </a:xfrm>
              </p:grpSpPr>
              <p:sp>
                <p:nvSpPr>
                  <p:cNvPr id="506" name="矩形 505">
                    <a:extLst>
                      <a:ext uri="{FF2B5EF4-FFF2-40B4-BE49-F238E27FC236}">
                        <a16:creationId xmlns:a16="http://schemas.microsoft.com/office/drawing/2014/main" id="{3E48A5E7-D7E0-BD4A-A7CE-F389418E6615}"/>
                      </a:ext>
                    </a:extLst>
                  </p:cNvPr>
                  <p:cNvSpPr/>
                  <p:nvPr/>
                </p:nvSpPr>
                <p:spPr>
                  <a:xfrm>
                    <a:off x="1680623" y="4504249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507" name="直接箭头连接符 506">
                    <a:extLst>
                      <a:ext uri="{FF2B5EF4-FFF2-40B4-BE49-F238E27FC236}">
                        <a16:creationId xmlns:a16="http://schemas.microsoft.com/office/drawing/2014/main" id="{0ACA2ABF-FA7A-F162-BADD-48B822CAC2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134818" y="4588214"/>
                    <a:ext cx="179881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05" name="直接连接符 504">
                  <a:extLst>
                    <a:ext uri="{FF2B5EF4-FFF2-40B4-BE49-F238E27FC236}">
                      <a16:creationId xmlns:a16="http://schemas.microsoft.com/office/drawing/2014/main" id="{45812FE3-724E-E5BD-B58F-1DF599FBA7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19906" y="669184"/>
                  <a:ext cx="69360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994" name="直接箭头连接符 993">
            <a:extLst>
              <a:ext uri="{FF2B5EF4-FFF2-40B4-BE49-F238E27FC236}">
                <a16:creationId xmlns:a16="http://schemas.microsoft.com/office/drawing/2014/main" id="{4EE141C9-8E68-E3B5-2130-5AC97FBAB382}"/>
              </a:ext>
            </a:extLst>
          </p:cNvPr>
          <p:cNvCxnSpPr/>
          <p:nvPr/>
        </p:nvCxnSpPr>
        <p:spPr>
          <a:xfrm>
            <a:off x="1386841" y="1047280"/>
            <a:ext cx="0" cy="575738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7272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1107FDA-8D87-3C93-0B68-BE818ACFC4E9}"/>
              </a:ext>
            </a:extLst>
          </p:cNvPr>
          <p:cNvGrpSpPr/>
          <p:nvPr/>
        </p:nvGrpSpPr>
        <p:grpSpPr>
          <a:xfrm>
            <a:off x="1618430" y="-195849"/>
            <a:ext cx="2556006" cy="2628948"/>
            <a:chOff x="1618429" y="-195850"/>
            <a:chExt cx="9029688" cy="7023869"/>
          </a:xfrm>
        </p:grpSpPr>
        <p:sp>
          <p:nvSpPr>
            <p:cNvPr id="319" name="弧形 318">
              <a:extLst>
                <a:ext uri="{FF2B5EF4-FFF2-40B4-BE49-F238E27FC236}">
                  <a16:creationId xmlns:a16="http://schemas.microsoft.com/office/drawing/2014/main" id="{AF47D8FB-45D1-56F0-1A91-1F7468DB6DB8}"/>
                </a:ext>
              </a:extLst>
            </p:cNvPr>
            <p:cNvSpPr/>
            <p:nvPr/>
          </p:nvSpPr>
          <p:spPr>
            <a:xfrm rot="11194386">
              <a:off x="3590035" y="-71027"/>
              <a:ext cx="2522700" cy="2378744"/>
            </a:xfrm>
            <a:prstGeom prst="arc">
              <a:avLst>
                <a:gd name="adj1" fmla="val 16200000"/>
                <a:gd name="adj2" fmla="val 43223"/>
              </a:avLst>
            </a:prstGeom>
            <a:ln w="19050">
              <a:solidFill>
                <a:schemeClr val="tx1"/>
              </a:solidFill>
              <a:prstDash val="sys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D4917396-8C04-6FF8-1FCE-A976032DBACA}"/>
                </a:ext>
              </a:extLst>
            </p:cNvPr>
            <p:cNvGrpSpPr/>
            <p:nvPr/>
          </p:nvGrpSpPr>
          <p:grpSpPr>
            <a:xfrm>
              <a:off x="1618429" y="-195850"/>
              <a:ext cx="9029688" cy="7023869"/>
              <a:chOff x="1618429" y="-195850"/>
              <a:chExt cx="9029688" cy="7023869"/>
            </a:xfrm>
          </p:grpSpPr>
          <p:sp>
            <p:nvSpPr>
              <p:cNvPr id="318" name="弧形 317">
                <a:extLst>
                  <a:ext uri="{FF2B5EF4-FFF2-40B4-BE49-F238E27FC236}">
                    <a16:creationId xmlns:a16="http://schemas.microsoft.com/office/drawing/2014/main" id="{96935B0C-A1E6-7767-60CB-E8F548A2EDD8}"/>
                  </a:ext>
                </a:extLst>
              </p:cNvPr>
              <p:cNvSpPr/>
              <p:nvPr/>
            </p:nvSpPr>
            <p:spPr>
              <a:xfrm rot="5400000">
                <a:off x="1663106" y="-240527"/>
                <a:ext cx="2522700" cy="2612054"/>
              </a:xfrm>
              <a:prstGeom prst="arc">
                <a:avLst>
                  <a:gd name="adj1" fmla="val 16200000"/>
                  <a:gd name="adj2" fmla="val 294151"/>
                </a:avLst>
              </a:prstGeom>
              <a:ln w="19050">
                <a:solidFill>
                  <a:schemeClr val="tx1"/>
                </a:solidFill>
                <a:prstDash val="sysDash"/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B46E193D-5CE7-2B57-1F6C-88DEA6541FFE}"/>
                  </a:ext>
                </a:extLst>
              </p:cNvPr>
              <p:cNvGrpSpPr/>
              <p:nvPr/>
            </p:nvGrpSpPr>
            <p:grpSpPr>
              <a:xfrm>
                <a:off x="1838423" y="35495"/>
                <a:ext cx="8809694" cy="6792524"/>
                <a:chOff x="1838423" y="35495"/>
                <a:chExt cx="8809694" cy="6792524"/>
              </a:xfrm>
            </p:grpSpPr>
            <p:sp>
              <p:nvSpPr>
                <p:cNvPr id="5" name="缺角矩形 4">
                  <a:extLst>
                    <a:ext uri="{FF2B5EF4-FFF2-40B4-BE49-F238E27FC236}">
                      <a16:creationId xmlns:a16="http://schemas.microsoft.com/office/drawing/2014/main" id="{98A2D85E-DBA5-7C98-790E-606EC518C2F3}"/>
                    </a:ext>
                  </a:extLst>
                </p:cNvPr>
                <p:cNvSpPr/>
                <p:nvPr/>
              </p:nvSpPr>
              <p:spPr>
                <a:xfrm>
                  <a:off x="5403672" y="2606003"/>
                  <a:ext cx="1682370" cy="1640693"/>
                </a:xfrm>
                <a:prstGeom prst="plaque">
                  <a:avLst/>
                </a:prstGeom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20F88703-ADBA-E807-39F9-171BAECAFA0B}"/>
                    </a:ext>
                  </a:extLst>
                </p:cNvPr>
                <p:cNvSpPr/>
                <p:nvPr/>
              </p:nvSpPr>
              <p:spPr>
                <a:xfrm>
                  <a:off x="5674841" y="745194"/>
                  <a:ext cx="1137179" cy="1866217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BD5D117A-CDAC-C6F0-188D-08317B64F9AA}"/>
                    </a:ext>
                  </a:extLst>
                </p:cNvPr>
                <p:cNvSpPr/>
                <p:nvPr/>
              </p:nvSpPr>
              <p:spPr>
                <a:xfrm>
                  <a:off x="2249337" y="2882900"/>
                  <a:ext cx="3152748" cy="1092200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455E0D2A-45C8-4B8D-0E69-E98F008E89BA}"/>
                    </a:ext>
                  </a:extLst>
                </p:cNvPr>
                <p:cNvSpPr/>
                <p:nvPr/>
              </p:nvSpPr>
              <p:spPr>
                <a:xfrm>
                  <a:off x="5674681" y="4252104"/>
                  <a:ext cx="1137179" cy="2219816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5" name="直接连接符 24">
                  <a:extLst>
                    <a:ext uri="{FF2B5EF4-FFF2-40B4-BE49-F238E27FC236}">
                      <a16:creationId xmlns:a16="http://schemas.microsoft.com/office/drawing/2014/main" id="{C48BDCFF-B5BA-FE07-F819-513759D85D54}"/>
                    </a:ext>
                  </a:extLst>
                </p:cNvPr>
                <p:cNvCxnSpPr>
                  <a:cxnSpLocks/>
                  <a:stCxn id="10" idx="0"/>
                </p:cNvCxnSpPr>
                <p:nvPr/>
              </p:nvCxnSpPr>
              <p:spPr>
                <a:xfrm>
                  <a:off x="6243431" y="745194"/>
                  <a:ext cx="0" cy="1866216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37203039-BE4B-B553-3547-C99D1625BA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54429" y="35496"/>
                  <a:ext cx="0" cy="2575915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接连接符 47">
                  <a:extLst>
                    <a:ext uri="{FF2B5EF4-FFF2-40B4-BE49-F238E27FC236}">
                      <a16:creationId xmlns:a16="http://schemas.microsoft.com/office/drawing/2014/main" id="{52777541-FC2F-5710-46A5-46A79979CC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19579" y="35495"/>
                  <a:ext cx="0" cy="2575915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接连接符 48">
                  <a:extLst>
                    <a:ext uri="{FF2B5EF4-FFF2-40B4-BE49-F238E27FC236}">
                      <a16:creationId xmlns:a16="http://schemas.microsoft.com/office/drawing/2014/main" id="{9993924E-FFCC-ABAF-99C8-BD46E409DE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22786" y="4252104"/>
                  <a:ext cx="0" cy="2575915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接连接符 49">
                  <a:extLst>
                    <a:ext uri="{FF2B5EF4-FFF2-40B4-BE49-F238E27FC236}">
                      <a16:creationId xmlns:a16="http://schemas.microsoft.com/office/drawing/2014/main" id="{587A0229-B273-46B8-7F45-29F9F86407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19579" y="4252103"/>
                  <a:ext cx="0" cy="2575915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直接连接符 51">
                  <a:extLst>
                    <a:ext uri="{FF2B5EF4-FFF2-40B4-BE49-F238E27FC236}">
                      <a16:creationId xmlns:a16="http://schemas.microsoft.com/office/drawing/2014/main" id="{2D265E46-B165-7AD1-89C6-11586500CDDE}"/>
                    </a:ext>
                  </a:extLst>
                </p:cNvPr>
                <p:cNvCxnSpPr/>
                <p:nvPr/>
              </p:nvCxnSpPr>
              <p:spPr>
                <a:xfrm>
                  <a:off x="1838424" y="3154909"/>
                  <a:ext cx="3563661" cy="0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直接连接符 52">
                  <a:extLst>
                    <a:ext uri="{FF2B5EF4-FFF2-40B4-BE49-F238E27FC236}">
                      <a16:creationId xmlns:a16="http://schemas.microsoft.com/office/drawing/2014/main" id="{45B9B278-3117-F6B1-BB05-A1CE9BC91DEE}"/>
                    </a:ext>
                  </a:extLst>
                </p:cNvPr>
                <p:cNvCxnSpPr/>
                <p:nvPr/>
              </p:nvCxnSpPr>
              <p:spPr>
                <a:xfrm>
                  <a:off x="1838423" y="3682063"/>
                  <a:ext cx="3563661" cy="0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 53">
                  <a:extLst>
                    <a:ext uri="{FF2B5EF4-FFF2-40B4-BE49-F238E27FC236}">
                      <a16:creationId xmlns:a16="http://schemas.microsoft.com/office/drawing/2014/main" id="{A3E8CD4A-C924-B629-8188-0FD37A9C7FA8}"/>
                    </a:ext>
                  </a:extLst>
                </p:cNvPr>
                <p:cNvCxnSpPr/>
                <p:nvPr/>
              </p:nvCxnSpPr>
              <p:spPr>
                <a:xfrm>
                  <a:off x="7084456" y="3160218"/>
                  <a:ext cx="3563661" cy="0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矩形 54">
                  <a:extLst>
                    <a:ext uri="{FF2B5EF4-FFF2-40B4-BE49-F238E27FC236}">
                      <a16:creationId xmlns:a16="http://schemas.microsoft.com/office/drawing/2014/main" id="{669865F9-4911-16FC-6577-5CB5DB5052E2}"/>
                    </a:ext>
                  </a:extLst>
                </p:cNvPr>
                <p:cNvSpPr/>
                <p:nvPr/>
              </p:nvSpPr>
              <p:spPr>
                <a:xfrm>
                  <a:off x="7084457" y="2887133"/>
                  <a:ext cx="3115224" cy="1092200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56" name="直接连接符 55">
                  <a:extLst>
                    <a:ext uri="{FF2B5EF4-FFF2-40B4-BE49-F238E27FC236}">
                      <a16:creationId xmlns:a16="http://schemas.microsoft.com/office/drawing/2014/main" id="{C20CFD5D-4B59-5921-7CD9-1C2814E7CF86}"/>
                    </a:ext>
                  </a:extLst>
                </p:cNvPr>
                <p:cNvCxnSpPr/>
                <p:nvPr/>
              </p:nvCxnSpPr>
              <p:spPr>
                <a:xfrm>
                  <a:off x="7084455" y="3154909"/>
                  <a:ext cx="3563661" cy="0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 56">
                  <a:extLst>
                    <a:ext uri="{FF2B5EF4-FFF2-40B4-BE49-F238E27FC236}">
                      <a16:creationId xmlns:a16="http://schemas.microsoft.com/office/drawing/2014/main" id="{F7C4C4A6-23B2-A40D-1A41-ABE2D66A5FBD}"/>
                    </a:ext>
                  </a:extLst>
                </p:cNvPr>
                <p:cNvCxnSpPr/>
                <p:nvPr/>
              </p:nvCxnSpPr>
              <p:spPr>
                <a:xfrm>
                  <a:off x="7084454" y="3689593"/>
                  <a:ext cx="3563661" cy="0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9" name="弧形 68">
                  <a:extLst>
                    <a:ext uri="{FF2B5EF4-FFF2-40B4-BE49-F238E27FC236}">
                      <a16:creationId xmlns:a16="http://schemas.microsoft.com/office/drawing/2014/main" id="{BECEFEC3-8BC1-B29A-80BB-66B6307C542F}"/>
                    </a:ext>
                  </a:extLst>
                </p:cNvPr>
                <p:cNvSpPr/>
                <p:nvPr/>
              </p:nvSpPr>
              <p:spPr>
                <a:xfrm rot="10800000">
                  <a:off x="6516407" y="2165773"/>
                  <a:ext cx="1116806" cy="991378"/>
                </a:xfrm>
                <a:prstGeom prst="arc">
                  <a:avLst>
                    <a:gd name="adj1" fmla="val 16111941"/>
                    <a:gd name="adj2" fmla="val 356658"/>
                  </a:avLst>
                </a:prstGeom>
                <a:ln w="190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" name="弧形 67">
                  <a:extLst>
                    <a:ext uri="{FF2B5EF4-FFF2-40B4-BE49-F238E27FC236}">
                      <a16:creationId xmlns:a16="http://schemas.microsoft.com/office/drawing/2014/main" id="{53E1F38E-6CEA-C271-3605-75131B07590F}"/>
                    </a:ext>
                  </a:extLst>
                </p:cNvPr>
                <p:cNvSpPr/>
                <p:nvPr/>
              </p:nvSpPr>
              <p:spPr>
                <a:xfrm rot="5400000">
                  <a:off x="4899812" y="2106063"/>
                  <a:ext cx="1116806" cy="991378"/>
                </a:xfrm>
                <a:prstGeom prst="arc">
                  <a:avLst>
                    <a:gd name="adj1" fmla="val 16200000"/>
                    <a:gd name="adj2" fmla="val 356658"/>
                  </a:avLst>
                </a:prstGeom>
                <a:ln w="190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0" name="弧形 69">
                  <a:extLst>
                    <a:ext uri="{FF2B5EF4-FFF2-40B4-BE49-F238E27FC236}">
                      <a16:creationId xmlns:a16="http://schemas.microsoft.com/office/drawing/2014/main" id="{7BDC3FC8-9D9F-B992-2193-6BA7EE26F142}"/>
                    </a:ext>
                  </a:extLst>
                </p:cNvPr>
                <p:cNvSpPr/>
                <p:nvPr/>
              </p:nvSpPr>
              <p:spPr>
                <a:xfrm>
                  <a:off x="4849530" y="3683650"/>
                  <a:ext cx="1081036" cy="991378"/>
                </a:xfrm>
                <a:prstGeom prst="arc">
                  <a:avLst>
                    <a:gd name="adj1" fmla="val 16200000"/>
                    <a:gd name="adj2" fmla="val 528039"/>
                  </a:avLst>
                </a:prstGeom>
                <a:ln w="190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1" name="弧形 70">
                  <a:extLst>
                    <a:ext uri="{FF2B5EF4-FFF2-40B4-BE49-F238E27FC236}">
                      <a16:creationId xmlns:a16="http://schemas.microsoft.com/office/drawing/2014/main" id="{619D7C6C-E96A-F3FC-800D-D4326287DE8D}"/>
                    </a:ext>
                  </a:extLst>
                </p:cNvPr>
                <p:cNvSpPr/>
                <p:nvPr/>
              </p:nvSpPr>
              <p:spPr>
                <a:xfrm rot="16200000">
                  <a:off x="6453487" y="3744983"/>
                  <a:ext cx="1117217" cy="991378"/>
                </a:xfrm>
                <a:prstGeom prst="arc">
                  <a:avLst>
                    <a:gd name="adj1" fmla="val 16200000"/>
                    <a:gd name="adj2" fmla="val 528039"/>
                  </a:avLst>
                </a:prstGeom>
                <a:ln w="190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2" name="直接连接符 21">
                  <a:extLst>
                    <a:ext uri="{FF2B5EF4-FFF2-40B4-BE49-F238E27FC236}">
                      <a16:creationId xmlns:a16="http://schemas.microsoft.com/office/drawing/2014/main" id="{0C0D965A-6407-E8C0-BEA9-A52F5B1640FB}"/>
                    </a:ext>
                  </a:extLst>
                </p:cNvPr>
                <p:cNvCxnSpPr>
                  <a:cxnSpLocks/>
                  <a:stCxn id="18" idx="1"/>
                  <a:endCxn id="18" idx="3"/>
                </p:cNvCxnSpPr>
                <p:nvPr/>
              </p:nvCxnSpPr>
              <p:spPr>
                <a:xfrm>
                  <a:off x="2249337" y="3429000"/>
                  <a:ext cx="3152748" cy="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直接箭头连接符 72">
                  <a:extLst>
                    <a:ext uri="{FF2B5EF4-FFF2-40B4-BE49-F238E27FC236}">
                      <a16:creationId xmlns:a16="http://schemas.microsoft.com/office/drawing/2014/main" id="{85C12C4A-E9CC-3A61-984D-AD64106C1BD4}"/>
                    </a:ext>
                  </a:extLst>
                </p:cNvPr>
                <p:cNvCxnSpPr/>
                <p:nvPr/>
              </p:nvCxnSpPr>
              <p:spPr>
                <a:xfrm>
                  <a:off x="3035302" y="3581400"/>
                  <a:ext cx="838200" cy="0"/>
                </a:xfrm>
                <a:prstGeom prst="straightConnector1">
                  <a:avLst/>
                </a:prstGeom>
                <a:ln w="1905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直接箭头连接符 73">
                  <a:extLst>
                    <a:ext uri="{FF2B5EF4-FFF2-40B4-BE49-F238E27FC236}">
                      <a16:creationId xmlns:a16="http://schemas.microsoft.com/office/drawing/2014/main" id="{86021F13-7F70-7CD1-59D7-153DE1037F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36863" y="3291840"/>
                  <a:ext cx="601613" cy="0"/>
                </a:xfrm>
                <a:prstGeom prst="straightConnector1">
                  <a:avLst/>
                </a:prstGeom>
                <a:ln w="1905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直接箭头连接符 75">
                  <a:extLst>
                    <a:ext uri="{FF2B5EF4-FFF2-40B4-BE49-F238E27FC236}">
                      <a16:creationId xmlns:a16="http://schemas.microsoft.com/office/drawing/2014/main" id="{38832820-0EDE-52A5-0829-24ED16CAF1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599021" y="3291840"/>
                  <a:ext cx="731214" cy="0"/>
                </a:xfrm>
                <a:prstGeom prst="straightConnector1">
                  <a:avLst/>
                </a:prstGeom>
                <a:ln w="1905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直接箭头连接符 78">
                  <a:extLst>
                    <a:ext uri="{FF2B5EF4-FFF2-40B4-BE49-F238E27FC236}">
                      <a16:creationId xmlns:a16="http://schemas.microsoft.com/office/drawing/2014/main" id="{C979AD81-3901-B595-5929-11C9CDEA94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99021" y="3600203"/>
                  <a:ext cx="828214" cy="0"/>
                </a:xfrm>
                <a:prstGeom prst="straightConnector1">
                  <a:avLst/>
                </a:prstGeom>
                <a:ln w="1905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接箭头连接符 80">
                  <a:extLst>
                    <a:ext uri="{FF2B5EF4-FFF2-40B4-BE49-F238E27FC236}">
                      <a16:creationId xmlns:a16="http://schemas.microsoft.com/office/drawing/2014/main" id="{57E8ABD2-F7B3-7815-7B28-D0C2CFEC5968}"/>
                    </a:ext>
                  </a:extLst>
                </p:cNvPr>
                <p:cNvCxnSpPr/>
                <p:nvPr/>
              </p:nvCxnSpPr>
              <p:spPr>
                <a:xfrm flipV="1">
                  <a:off x="6051550" y="5130800"/>
                  <a:ext cx="0" cy="692150"/>
                </a:xfrm>
                <a:prstGeom prst="straightConnector1">
                  <a:avLst/>
                </a:prstGeom>
                <a:ln w="19050">
                  <a:solidFill>
                    <a:schemeClr val="bg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直接箭头连接符 82">
                  <a:extLst>
                    <a:ext uri="{FF2B5EF4-FFF2-40B4-BE49-F238E27FC236}">
                      <a16:creationId xmlns:a16="http://schemas.microsoft.com/office/drawing/2014/main" id="{1395DD68-A276-8012-E9D8-2439AD5818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96567" y="5140010"/>
                  <a:ext cx="0" cy="747183"/>
                </a:xfrm>
                <a:prstGeom prst="straightConnector1">
                  <a:avLst/>
                </a:prstGeom>
                <a:ln w="19050">
                  <a:solidFill>
                    <a:schemeClr val="bg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直接箭头连接符 85">
                  <a:extLst>
                    <a:ext uri="{FF2B5EF4-FFF2-40B4-BE49-F238E27FC236}">
                      <a16:creationId xmlns:a16="http://schemas.microsoft.com/office/drawing/2014/main" id="{DC7038A2-6581-A731-C3AC-0EE435A118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085417" y="1028387"/>
                  <a:ext cx="0" cy="754492"/>
                </a:xfrm>
                <a:prstGeom prst="straightConnector1">
                  <a:avLst/>
                </a:prstGeom>
                <a:ln w="19050">
                  <a:solidFill>
                    <a:schemeClr val="bg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接箭头连接符 86">
                  <a:extLst>
                    <a:ext uri="{FF2B5EF4-FFF2-40B4-BE49-F238E27FC236}">
                      <a16:creationId xmlns:a16="http://schemas.microsoft.com/office/drawing/2014/main" id="{1470D763-FB3B-51E3-558F-389DEA24C2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07150" y="1050824"/>
                  <a:ext cx="0" cy="732055"/>
                </a:xfrm>
                <a:prstGeom prst="straightConnector1">
                  <a:avLst/>
                </a:prstGeom>
                <a:ln w="19050">
                  <a:solidFill>
                    <a:schemeClr val="bg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3" name="弧形 102">
                  <a:extLst>
                    <a:ext uri="{FF2B5EF4-FFF2-40B4-BE49-F238E27FC236}">
                      <a16:creationId xmlns:a16="http://schemas.microsoft.com/office/drawing/2014/main" id="{0C5970B4-489E-D8D8-C6D1-0B61995AAC99}"/>
                    </a:ext>
                  </a:extLst>
                </p:cNvPr>
                <p:cNvSpPr/>
                <p:nvPr/>
              </p:nvSpPr>
              <p:spPr>
                <a:xfrm rot="5400000">
                  <a:off x="4760112" y="1985413"/>
                  <a:ext cx="1116806" cy="991378"/>
                </a:xfrm>
                <a:prstGeom prst="arc">
                  <a:avLst>
                    <a:gd name="adj1" fmla="val 15809528"/>
                    <a:gd name="adj2" fmla="val 720446"/>
                  </a:avLst>
                </a:prstGeom>
                <a:ln w="19050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5" name="弧形 104">
                  <a:extLst>
                    <a:ext uri="{FF2B5EF4-FFF2-40B4-BE49-F238E27FC236}">
                      <a16:creationId xmlns:a16="http://schemas.microsoft.com/office/drawing/2014/main" id="{7094324D-3597-F5AB-A57F-3D634B5668B4}"/>
                    </a:ext>
                  </a:extLst>
                </p:cNvPr>
                <p:cNvSpPr/>
                <p:nvPr/>
              </p:nvSpPr>
              <p:spPr>
                <a:xfrm rot="10800000">
                  <a:off x="6662627" y="2053418"/>
                  <a:ext cx="1116806" cy="991378"/>
                </a:xfrm>
                <a:prstGeom prst="arc">
                  <a:avLst>
                    <a:gd name="adj1" fmla="val 15809528"/>
                    <a:gd name="adj2" fmla="val 720446"/>
                  </a:avLst>
                </a:prstGeom>
                <a:ln w="19050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7" name="弧形 106">
                  <a:extLst>
                    <a:ext uri="{FF2B5EF4-FFF2-40B4-BE49-F238E27FC236}">
                      <a16:creationId xmlns:a16="http://schemas.microsoft.com/office/drawing/2014/main" id="{F7AB105C-60B6-3446-916B-F07C2FEC744E}"/>
                    </a:ext>
                  </a:extLst>
                </p:cNvPr>
                <p:cNvSpPr/>
                <p:nvPr/>
              </p:nvSpPr>
              <p:spPr>
                <a:xfrm>
                  <a:off x="4722511" y="3810444"/>
                  <a:ext cx="1081036" cy="991378"/>
                </a:xfrm>
                <a:prstGeom prst="arc">
                  <a:avLst>
                    <a:gd name="adj1" fmla="val 16200000"/>
                    <a:gd name="adj2" fmla="val 528039"/>
                  </a:avLst>
                </a:prstGeom>
                <a:ln w="19050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9" name="弧形 108">
                  <a:extLst>
                    <a:ext uri="{FF2B5EF4-FFF2-40B4-BE49-F238E27FC236}">
                      <a16:creationId xmlns:a16="http://schemas.microsoft.com/office/drawing/2014/main" id="{FCF0440E-F91A-7DB4-F3C9-5BF7FEBB5EBE}"/>
                    </a:ext>
                  </a:extLst>
                </p:cNvPr>
                <p:cNvSpPr/>
                <p:nvPr/>
              </p:nvSpPr>
              <p:spPr>
                <a:xfrm rot="16200000">
                  <a:off x="6605887" y="3897383"/>
                  <a:ext cx="1117217" cy="991378"/>
                </a:xfrm>
                <a:prstGeom prst="arc">
                  <a:avLst>
                    <a:gd name="adj1" fmla="val 16200000"/>
                    <a:gd name="adj2" fmla="val 528039"/>
                  </a:avLst>
                </a:prstGeom>
                <a:ln w="19050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11" name="直接连接符 110">
                  <a:extLst>
                    <a:ext uri="{FF2B5EF4-FFF2-40B4-BE49-F238E27FC236}">
                      <a16:creationId xmlns:a16="http://schemas.microsoft.com/office/drawing/2014/main" id="{781DE3F8-1C22-F9A1-64DC-D225E7967F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84454" y="3426349"/>
                  <a:ext cx="3563661" cy="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直接连接符 112">
                  <a:extLst>
                    <a:ext uri="{FF2B5EF4-FFF2-40B4-BE49-F238E27FC236}">
                      <a16:creationId xmlns:a16="http://schemas.microsoft.com/office/drawing/2014/main" id="{A223B5F0-987A-F4E8-13A0-A6D1697780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43270" y="4240672"/>
                  <a:ext cx="0" cy="2575914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4" name="组合 123">
                  <a:extLst>
                    <a:ext uri="{FF2B5EF4-FFF2-40B4-BE49-F238E27FC236}">
                      <a16:creationId xmlns:a16="http://schemas.microsoft.com/office/drawing/2014/main" id="{B71BF600-6A86-919B-5E9B-4AC6E18E5728}"/>
                    </a:ext>
                  </a:extLst>
                </p:cNvPr>
                <p:cNvGrpSpPr/>
                <p:nvPr/>
              </p:nvGrpSpPr>
              <p:grpSpPr>
                <a:xfrm>
                  <a:off x="2504212" y="3480281"/>
                  <a:ext cx="579609" cy="167903"/>
                  <a:chOff x="1680623" y="4593851"/>
                  <a:chExt cx="579609" cy="167903"/>
                </a:xfrm>
              </p:grpSpPr>
              <p:sp>
                <p:nvSpPr>
                  <p:cNvPr id="125" name="矩形 124">
                    <a:extLst>
                      <a:ext uri="{FF2B5EF4-FFF2-40B4-BE49-F238E27FC236}">
                        <a16:creationId xmlns:a16="http://schemas.microsoft.com/office/drawing/2014/main" id="{E053F205-F1C4-D86C-71AE-3BE30A4380FE}"/>
                      </a:ext>
                    </a:extLst>
                  </p:cNvPr>
                  <p:cNvSpPr/>
                  <p:nvPr/>
                </p:nvSpPr>
                <p:spPr>
                  <a:xfrm>
                    <a:off x="1680623" y="4593851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26" name="直接箭头连接符 125">
                    <a:extLst>
                      <a:ext uri="{FF2B5EF4-FFF2-40B4-BE49-F238E27FC236}">
                        <a16:creationId xmlns:a16="http://schemas.microsoft.com/office/drawing/2014/main" id="{CE2503F3-F234-7079-F86E-90A424646562}"/>
                      </a:ext>
                    </a:extLst>
                  </p:cNvPr>
                  <p:cNvCxnSpPr>
                    <a:stCxn id="125" idx="3"/>
                  </p:cNvCxnSpPr>
                  <p:nvPr/>
                </p:nvCxnSpPr>
                <p:spPr>
                  <a:xfrm flipV="1">
                    <a:off x="2080351" y="4677802"/>
                    <a:ext cx="179881" cy="1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27" name="组合 126">
                  <a:extLst>
                    <a:ext uri="{FF2B5EF4-FFF2-40B4-BE49-F238E27FC236}">
                      <a16:creationId xmlns:a16="http://schemas.microsoft.com/office/drawing/2014/main" id="{446ED878-25FE-DAB5-86CF-F44B453AEC69}"/>
                    </a:ext>
                  </a:extLst>
                </p:cNvPr>
                <p:cNvGrpSpPr/>
                <p:nvPr/>
              </p:nvGrpSpPr>
              <p:grpSpPr>
                <a:xfrm>
                  <a:off x="4338889" y="3507125"/>
                  <a:ext cx="579609" cy="167903"/>
                  <a:chOff x="1706391" y="4867729"/>
                  <a:chExt cx="579609" cy="167903"/>
                </a:xfrm>
              </p:grpSpPr>
              <p:sp>
                <p:nvSpPr>
                  <p:cNvPr id="128" name="矩形 127">
                    <a:extLst>
                      <a:ext uri="{FF2B5EF4-FFF2-40B4-BE49-F238E27FC236}">
                        <a16:creationId xmlns:a16="http://schemas.microsoft.com/office/drawing/2014/main" id="{10988222-F890-F31A-8A26-9821E22626DA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67729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29" name="直接箭头连接符 128">
                    <a:extLst>
                      <a:ext uri="{FF2B5EF4-FFF2-40B4-BE49-F238E27FC236}">
                        <a16:creationId xmlns:a16="http://schemas.microsoft.com/office/drawing/2014/main" id="{B9FA1652-3F9B-E3D9-67E8-0D85AC5B34F9}"/>
                      </a:ext>
                    </a:extLst>
                  </p:cNvPr>
                  <p:cNvCxnSpPr>
                    <a:stCxn id="128" idx="3"/>
                  </p:cNvCxnSpPr>
                  <p:nvPr/>
                </p:nvCxnSpPr>
                <p:spPr>
                  <a:xfrm flipV="1">
                    <a:off x="2106119" y="4951680"/>
                    <a:ext cx="179881" cy="1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0" name="组合 129">
                  <a:extLst>
                    <a:ext uri="{FF2B5EF4-FFF2-40B4-BE49-F238E27FC236}">
                      <a16:creationId xmlns:a16="http://schemas.microsoft.com/office/drawing/2014/main" id="{683B7AB4-FC70-5217-6F8B-1A288D934021}"/>
                    </a:ext>
                  </a:extLst>
                </p:cNvPr>
                <p:cNvGrpSpPr/>
                <p:nvPr/>
              </p:nvGrpSpPr>
              <p:grpSpPr>
                <a:xfrm>
                  <a:off x="3393240" y="3491567"/>
                  <a:ext cx="579609" cy="167903"/>
                  <a:chOff x="1706391" y="4867729"/>
                  <a:chExt cx="579609" cy="167903"/>
                </a:xfrm>
              </p:grpSpPr>
              <p:sp>
                <p:nvSpPr>
                  <p:cNvPr id="131" name="矩形 130">
                    <a:extLst>
                      <a:ext uri="{FF2B5EF4-FFF2-40B4-BE49-F238E27FC236}">
                        <a16:creationId xmlns:a16="http://schemas.microsoft.com/office/drawing/2014/main" id="{6F96FCCF-710A-B71C-E202-43B4936A6E72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67729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32" name="直接箭头连接符 131">
                    <a:extLst>
                      <a:ext uri="{FF2B5EF4-FFF2-40B4-BE49-F238E27FC236}">
                        <a16:creationId xmlns:a16="http://schemas.microsoft.com/office/drawing/2014/main" id="{3256C15D-EA79-42F0-4791-2440B3AD859F}"/>
                      </a:ext>
                    </a:extLst>
                  </p:cNvPr>
                  <p:cNvCxnSpPr>
                    <a:stCxn id="131" idx="3"/>
                  </p:cNvCxnSpPr>
                  <p:nvPr/>
                </p:nvCxnSpPr>
                <p:spPr>
                  <a:xfrm flipV="1">
                    <a:off x="2106119" y="4951680"/>
                    <a:ext cx="179881" cy="1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6" name="组合 135">
                  <a:extLst>
                    <a:ext uri="{FF2B5EF4-FFF2-40B4-BE49-F238E27FC236}">
                      <a16:creationId xmlns:a16="http://schemas.microsoft.com/office/drawing/2014/main" id="{EA257FD6-EA9F-DB00-E2A1-222437BE6FFC}"/>
                    </a:ext>
                  </a:extLst>
                </p:cNvPr>
                <p:cNvGrpSpPr/>
                <p:nvPr/>
              </p:nvGrpSpPr>
              <p:grpSpPr>
                <a:xfrm>
                  <a:off x="3079925" y="3767653"/>
                  <a:ext cx="579609" cy="167903"/>
                  <a:chOff x="1706391" y="4867729"/>
                  <a:chExt cx="579609" cy="167903"/>
                </a:xfrm>
              </p:grpSpPr>
              <p:sp>
                <p:nvSpPr>
                  <p:cNvPr id="137" name="矩形 136">
                    <a:extLst>
                      <a:ext uri="{FF2B5EF4-FFF2-40B4-BE49-F238E27FC236}">
                        <a16:creationId xmlns:a16="http://schemas.microsoft.com/office/drawing/2014/main" id="{73823F4E-2C77-B76F-B530-6FF2F5905498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67729"/>
                    <a:ext cx="399728" cy="167903"/>
                  </a:xfrm>
                  <a:prstGeom prst="rect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accent4"/>
                      </a:solidFill>
                    </a:endParaRPr>
                  </a:p>
                </p:txBody>
              </p:sp>
              <p:cxnSp>
                <p:nvCxnSpPr>
                  <p:cNvPr id="138" name="直接箭头连接符 137">
                    <a:extLst>
                      <a:ext uri="{FF2B5EF4-FFF2-40B4-BE49-F238E27FC236}">
                        <a16:creationId xmlns:a16="http://schemas.microsoft.com/office/drawing/2014/main" id="{F3001B0F-CA9C-2AE8-D3B4-E9BA0FD02EBA}"/>
                      </a:ext>
                    </a:extLst>
                  </p:cNvPr>
                  <p:cNvCxnSpPr>
                    <a:stCxn id="137" idx="3"/>
                  </p:cNvCxnSpPr>
                  <p:nvPr/>
                </p:nvCxnSpPr>
                <p:spPr>
                  <a:xfrm flipV="1">
                    <a:off x="2106119" y="4951680"/>
                    <a:ext cx="179881" cy="1"/>
                  </a:xfrm>
                  <a:prstGeom prst="straightConnector1">
                    <a:avLst/>
                  </a:prstGeom>
                  <a:solidFill>
                    <a:srgbClr val="339933"/>
                  </a:solidFill>
                  <a:ln w="19050">
                    <a:solidFill>
                      <a:srgbClr val="339933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9" name="组合 138">
                  <a:extLst>
                    <a:ext uri="{FF2B5EF4-FFF2-40B4-BE49-F238E27FC236}">
                      <a16:creationId xmlns:a16="http://schemas.microsoft.com/office/drawing/2014/main" id="{C7AEC9C7-D11A-B961-D07E-56EE3D3CBC04}"/>
                    </a:ext>
                  </a:extLst>
                </p:cNvPr>
                <p:cNvGrpSpPr/>
                <p:nvPr/>
              </p:nvGrpSpPr>
              <p:grpSpPr>
                <a:xfrm>
                  <a:off x="4097691" y="3765378"/>
                  <a:ext cx="579609" cy="167903"/>
                  <a:chOff x="1706391" y="4867729"/>
                  <a:chExt cx="579609" cy="167903"/>
                </a:xfrm>
              </p:grpSpPr>
              <p:sp>
                <p:nvSpPr>
                  <p:cNvPr id="140" name="矩形 139">
                    <a:extLst>
                      <a:ext uri="{FF2B5EF4-FFF2-40B4-BE49-F238E27FC236}">
                        <a16:creationId xmlns:a16="http://schemas.microsoft.com/office/drawing/2014/main" id="{38FAD3D1-6CFE-3333-F1DB-97F9A967384A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67729"/>
                    <a:ext cx="399728" cy="167903"/>
                  </a:xfrm>
                  <a:prstGeom prst="rect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chemeClr val="accent4"/>
                      </a:solidFill>
                    </a:endParaRPr>
                  </a:p>
                </p:txBody>
              </p:sp>
              <p:cxnSp>
                <p:nvCxnSpPr>
                  <p:cNvPr id="141" name="直接箭头连接符 140">
                    <a:extLst>
                      <a:ext uri="{FF2B5EF4-FFF2-40B4-BE49-F238E27FC236}">
                        <a16:creationId xmlns:a16="http://schemas.microsoft.com/office/drawing/2014/main" id="{20B9548D-03A9-EC43-6B52-E9CB4D17BA82}"/>
                      </a:ext>
                    </a:extLst>
                  </p:cNvPr>
                  <p:cNvCxnSpPr>
                    <a:stCxn id="140" idx="3"/>
                  </p:cNvCxnSpPr>
                  <p:nvPr/>
                </p:nvCxnSpPr>
                <p:spPr>
                  <a:xfrm flipV="1">
                    <a:off x="2106119" y="4951680"/>
                    <a:ext cx="179881" cy="1"/>
                  </a:xfrm>
                  <a:prstGeom prst="straightConnector1">
                    <a:avLst/>
                  </a:prstGeom>
                  <a:solidFill>
                    <a:srgbClr val="339933"/>
                  </a:solidFill>
                  <a:ln w="19050">
                    <a:solidFill>
                      <a:srgbClr val="339933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3" name="矩形 142">
                  <a:extLst>
                    <a:ext uri="{FF2B5EF4-FFF2-40B4-BE49-F238E27FC236}">
                      <a16:creationId xmlns:a16="http://schemas.microsoft.com/office/drawing/2014/main" id="{6C67C42C-37AB-3AA2-1BAE-A49604E33819}"/>
                    </a:ext>
                  </a:extLst>
                </p:cNvPr>
                <p:cNvSpPr/>
                <p:nvPr/>
              </p:nvSpPr>
              <p:spPr>
                <a:xfrm>
                  <a:off x="4813138" y="3758366"/>
                  <a:ext cx="399728" cy="167903"/>
                </a:xfrm>
                <a:prstGeom prst="rect">
                  <a:avLst/>
                </a:prstGeom>
                <a:solidFill>
                  <a:srgbClr val="339933"/>
                </a:solidFill>
                <a:ln>
                  <a:solidFill>
                    <a:srgbClr val="33993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4"/>
                    </a:solidFill>
                  </a:endParaRPr>
                </a:p>
              </p:txBody>
            </p:sp>
            <p:sp>
              <p:nvSpPr>
                <p:cNvPr id="148" name="弧形 147">
                  <a:extLst>
                    <a:ext uri="{FF2B5EF4-FFF2-40B4-BE49-F238E27FC236}">
                      <a16:creationId xmlns:a16="http://schemas.microsoft.com/office/drawing/2014/main" id="{5B5BDB70-501D-2C62-4677-63E35255D77F}"/>
                    </a:ext>
                  </a:extLst>
                </p:cNvPr>
                <p:cNvSpPr/>
                <p:nvPr/>
              </p:nvSpPr>
              <p:spPr>
                <a:xfrm>
                  <a:off x="4678887" y="3828950"/>
                  <a:ext cx="1081036" cy="991378"/>
                </a:xfrm>
                <a:prstGeom prst="arc">
                  <a:avLst>
                    <a:gd name="adj1" fmla="val 16200000"/>
                    <a:gd name="adj2" fmla="val 18484168"/>
                  </a:avLst>
                </a:prstGeom>
                <a:ln w="19050">
                  <a:solidFill>
                    <a:srgbClr val="339933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177" name="组合 176">
                  <a:extLst>
                    <a:ext uri="{FF2B5EF4-FFF2-40B4-BE49-F238E27FC236}">
                      <a16:creationId xmlns:a16="http://schemas.microsoft.com/office/drawing/2014/main" id="{2968A680-AB17-482F-A14E-BF9960BC4082}"/>
                    </a:ext>
                  </a:extLst>
                </p:cNvPr>
                <p:cNvGrpSpPr/>
                <p:nvPr/>
              </p:nvGrpSpPr>
              <p:grpSpPr>
                <a:xfrm rot="19572177">
                  <a:off x="5573039" y="2232404"/>
                  <a:ext cx="758271" cy="1186105"/>
                  <a:chOff x="4682601" y="1917600"/>
                  <a:chExt cx="1014795" cy="1182812"/>
                </a:xfrm>
              </p:grpSpPr>
              <p:sp>
                <p:nvSpPr>
                  <p:cNvPr id="159" name="矩形 158">
                    <a:extLst>
                      <a:ext uri="{FF2B5EF4-FFF2-40B4-BE49-F238E27FC236}">
                        <a16:creationId xmlns:a16="http://schemas.microsoft.com/office/drawing/2014/main" id="{1AAFF9C9-5B4E-8488-8DE6-E77857366D4A}"/>
                      </a:ext>
                    </a:extLst>
                  </p:cNvPr>
                  <p:cNvSpPr/>
                  <p:nvPr/>
                </p:nvSpPr>
                <p:spPr>
                  <a:xfrm>
                    <a:off x="4682601" y="2932509"/>
                    <a:ext cx="399728" cy="167903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>
                    <a:solidFill>
                      <a:schemeClr val="accent4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accent4"/>
                      </a:solidFill>
                    </a:endParaRPr>
                  </a:p>
                </p:txBody>
              </p:sp>
              <p:sp>
                <p:nvSpPr>
                  <p:cNvPr id="161" name="弧形 160">
                    <a:extLst>
                      <a:ext uri="{FF2B5EF4-FFF2-40B4-BE49-F238E27FC236}">
                        <a16:creationId xmlns:a16="http://schemas.microsoft.com/office/drawing/2014/main" id="{0097A65E-3608-7734-96B9-C2B49D9AA4E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4643304" y="1980314"/>
                    <a:ext cx="1116806" cy="991378"/>
                  </a:xfrm>
                  <a:prstGeom prst="arc">
                    <a:avLst>
                      <a:gd name="adj1" fmla="val 19563312"/>
                      <a:gd name="adj2" fmla="val 720446"/>
                    </a:avLst>
                  </a:prstGeom>
                  <a:ln w="19050">
                    <a:solidFill>
                      <a:schemeClr val="accent4">
                        <a:lumMod val="60000"/>
                        <a:lumOff val="40000"/>
                      </a:schemeClr>
                    </a:solidFill>
                    <a:prstDash val="sysDash"/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accent4"/>
                      </a:solidFill>
                    </a:endParaRPr>
                  </a:p>
                </p:txBody>
              </p:sp>
            </p:grpSp>
            <p:grpSp>
              <p:nvGrpSpPr>
                <p:cNvPr id="162" name="组合 161">
                  <a:extLst>
                    <a:ext uri="{FF2B5EF4-FFF2-40B4-BE49-F238E27FC236}">
                      <a16:creationId xmlns:a16="http://schemas.microsoft.com/office/drawing/2014/main" id="{F4867287-62AC-31CC-C7A2-965D4F446078}"/>
                    </a:ext>
                  </a:extLst>
                </p:cNvPr>
                <p:cNvGrpSpPr/>
                <p:nvPr/>
              </p:nvGrpSpPr>
              <p:grpSpPr>
                <a:xfrm rot="10800000">
                  <a:off x="9534056" y="3220975"/>
                  <a:ext cx="579609" cy="167903"/>
                  <a:chOff x="1680623" y="4593851"/>
                  <a:chExt cx="579609" cy="167903"/>
                </a:xfrm>
              </p:grpSpPr>
              <p:sp>
                <p:nvSpPr>
                  <p:cNvPr id="163" name="矩形 162">
                    <a:extLst>
                      <a:ext uri="{FF2B5EF4-FFF2-40B4-BE49-F238E27FC236}">
                        <a16:creationId xmlns:a16="http://schemas.microsoft.com/office/drawing/2014/main" id="{0FE98B77-9967-AE72-20AD-5DB7731B8769}"/>
                      </a:ext>
                    </a:extLst>
                  </p:cNvPr>
                  <p:cNvSpPr/>
                  <p:nvPr/>
                </p:nvSpPr>
                <p:spPr>
                  <a:xfrm>
                    <a:off x="1680623" y="4593851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64" name="直接箭头连接符 163">
                    <a:extLst>
                      <a:ext uri="{FF2B5EF4-FFF2-40B4-BE49-F238E27FC236}">
                        <a16:creationId xmlns:a16="http://schemas.microsoft.com/office/drawing/2014/main" id="{1BE4E0A3-1FF3-B758-71CF-D183535C123E}"/>
                      </a:ext>
                    </a:extLst>
                  </p:cNvPr>
                  <p:cNvCxnSpPr>
                    <a:stCxn id="163" idx="3"/>
                  </p:cNvCxnSpPr>
                  <p:nvPr/>
                </p:nvCxnSpPr>
                <p:spPr>
                  <a:xfrm flipV="1">
                    <a:off x="2080351" y="4677802"/>
                    <a:ext cx="179881" cy="1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65" name="组合 164">
                  <a:extLst>
                    <a:ext uri="{FF2B5EF4-FFF2-40B4-BE49-F238E27FC236}">
                      <a16:creationId xmlns:a16="http://schemas.microsoft.com/office/drawing/2014/main" id="{1F5760EC-9390-CE81-9E51-EB2D31E162AA}"/>
                    </a:ext>
                  </a:extLst>
                </p:cNvPr>
                <p:cNvGrpSpPr/>
                <p:nvPr/>
              </p:nvGrpSpPr>
              <p:grpSpPr>
                <a:xfrm rot="10800000">
                  <a:off x="7633213" y="3210776"/>
                  <a:ext cx="579609" cy="167903"/>
                  <a:chOff x="1680623" y="4593851"/>
                  <a:chExt cx="579609" cy="167903"/>
                </a:xfrm>
              </p:grpSpPr>
              <p:sp>
                <p:nvSpPr>
                  <p:cNvPr id="166" name="矩形 165">
                    <a:extLst>
                      <a:ext uri="{FF2B5EF4-FFF2-40B4-BE49-F238E27FC236}">
                        <a16:creationId xmlns:a16="http://schemas.microsoft.com/office/drawing/2014/main" id="{6FDDB5FA-EEE8-1CD8-AA9E-4F5469CFF1A8}"/>
                      </a:ext>
                    </a:extLst>
                  </p:cNvPr>
                  <p:cNvSpPr/>
                  <p:nvPr/>
                </p:nvSpPr>
                <p:spPr>
                  <a:xfrm>
                    <a:off x="1680623" y="4593851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67" name="直接箭头连接符 166">
                    <a:extLst>
                      <a:ext uri="{FF2B5EF4-FFF2-40B4-BE49-F238E27FC236}">
                        <a16:creationId xmlns:a16="http://schemas.microsoft.com/office/drawing/2014/main" id="{14DA2121-4DD1-C059-BC91-40F96F17DDF3}"/>
                      </a:ext>
                    </a:extLst>
                  </p:cNvPr>
                  <p:cNvCxnSpPr>
                    <a:stCxn id="166" idx="3"/>
                  </p:cNvCxnSpPr>
                  <p:nvPr/>
                </p:nvCxnSpPr>
                <p:spPr>
                  <a:xfrm flipV="1">
                    <a:off x="2080351" y="4677802"/>
                    <a:ext cx="179881" cy="1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85" name="组合 184">
                  <a:extLst>
                    <a:ext uri="{FF2B5EF4-FFF2-40B4-BE49-F238E27FC236}">
                      <a16:creationId xmlns:a16="http://schemas.microsoft.com/office/drawing/2014/main" id="{02DA12E6-CAD1-ABFD-3655-F4A0C644F237}"/>
                    </a:ext>
                  </a:extLst>
                </p:cNvPr>
                <p:cNvGrpSpPr/>
                <p:nvPr/>
              </p:nvGrpSpPr>
              <p:grpSpPr>
                <a:xfrm rot="3595379">
                  <a:off x="6331023" y="2385947"/>
                  <a:ext cx="758269" cy="1186105"/>
                  <a:chOff x="4682603" y="1917600"/>
                  <a:chExt cx="1014793" cy="1182812"/>
                </a:xfrm>
              </p:grpSpPr>
              <p:sp>
                <p:nvSpPr>
                  <p:cNvPr id="186" name="矩形 185">
                    <a:extLst>
                      <a:ext uri="{FF2B5EF4-FFF2-40B4-BE49-F238E27FC236}">
                        <a16:creationId xmlns:a16="http://schemas.microsoft.com/office/drawing/2014/main" id="{93BD5078-C170-AFE5-9010-A30D952D73DF}"/>
                      </a:ext>
                    </a:extLst>
                  </p:cNvPr>
                  <p:cNvSpPr/>
                  <p:nvPr/>
                </p:nvSpPr>
                <p:spPr>
                  <a:xfrm>
                    <a:off x="4682603" y="2932509"/>
                    <a:ext cx="399728" cy="167903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>
                    <a:solidFill>
                      <a:schemeClr val="accent4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accent4"/>
                      </a:solidFill>
                    </a:endParaRPr>
                  </a:p>
                </p:txBody>
              </p:sp>
              <p:sp>
                <p:nvSpPr>
                  <p:cNvPr id="187" name="弧形 186">
                    <a:extLst>
                      <a:ext uri="{FF2B5EF4-FFF2-40B4-BE49-F238E27FC236}">
                        <a16:creationId xmlns:a16="http://schemas.microsoft.com/office/drawing/2014/main" id="{902D16E2-BADB-441D-F2C7-27EA51AC215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4643304" y="1980314"/>
                    <a:ext cx="1116806" cy="991378"/>
                  </a:xfrm>
                  <a:prstGeom prst="arc">
                    <a:avLst>
                      <a:gd name="adj1" fmla="val 19563312"/>
                      <a:gd name="adj2" fmla="val 720446"/>
                    </a:avLst>
                  </a:prstGeom>
                  <a:ln w="19050">
                    <a:solidFill>
                      <a:schemeClr val="accent4">
                        <a:lumMod val="60000"/>
                        <a:lumOff val="40000"/>
                      </a:schemeClr>
                    </a:solidFill>
                    <a:prstDash val="sysDash"/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accent4"/>
                      </a:solidFill>
                    </a:endParaRPr>
                  </a:p>
                </p:txBody>
              </p:sp>
            </p:grpSp>
            <p:grpSp>
              <p:nvGrpSpPr>
                <p:cNvPr id="181" name="组合 180">
                  <a:extLst>
                    <a:ext uri="{FF2B5EF4-FFF2-40B4-BE49-F238E27FC236}">
                      <a16:creationId xmlns:a16="http://schemas.microsoft.com/office/drawing/2014/main" id="{10528334-8A97-897D-2C6E-6ACF30856013}"/>
                    </a:ext>
                  </a:extLst>
                </p:cNvPr>
                <p:cNvGrpSpPr/>
                <p:nvPr/>
              </p:nvGrpSpPr>
              <p:grpSpPr>
                <a:xfrm rot="10800000">
                  <a:off x="6068532" y="3157151"/>
                  <a:ext cx="653107" cy="167903"/>
                  <a:chOff x="1739546" y="4648177"/>
                  <a:chExt cx="653107" cy="167903"/>
                </a:xfrm>
              </p:grpSpPr>
              <p:sp>
                <p:nvSpPr>
                  <p:cNvPr id="182" name="矩形 181">
                    <a:extLst>
                      <a:ext uri="{FF2B5EF4-FFF2-40B4-BE49-F238E27FC236}">
                        <a16:creationId xmlns:a16="http://schemas.microsoft.com/office/drawing/2014/main" id="{F20A9BE0-6836-041A-CFD4-58ED275F3BDB}"/>
                      </a:ext>
                    </a:extLst>
                  </p:cNvPr>
                  <p:cNvSpPr/>
                  <p:nvPr/>
                </p:nvSpPr>
                <p:spPr>
                  <a:xfrm>
                    <a:off x="1739546" y="4648177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83" name="直接箭头连接符 182">
                    <a:extLst>
                      <a:ext uri="{FF2B5EF4-FFF2-40B4-BE49-F238E27FC236}">
                        <a16:creationId xmlns:a16="http://schemas.microsoft.com/office/drawing/2014/main" id="{817F06AD-B8EC-158D-5397-1D1C1DF439A9}"/>
                      </a:ext>
                    </a:extLst>
                  </p:cNvPr>
                  <p:cNvCxnSpPr>
                    <a:cxnSpLocks/>
                    <a:stCxn id="182" idx="3"/>
                  </p:cNvCxnSpPr>
                  <p:nvPr/>
                </p:nvCxnSpPr>
                <p:spPr>
                  <a:xfrm rot="10800000" flipH="1">
                    <a:off x="2139274" y="4732129"/>
                    <a:ext cx="253379" cy="0"/>
                  </a:xfrm>
                  <a:prstGeom prst="straightConnector1">
                    <a:avLst/>
                  </a:prstGeom>
                  <a:ln w="19050">
                    <a:prstDash val="sysDash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97" name="组合 196">
                  <a:extLst>
                    <a:ext uri="{FF2B5EF4-FFF2-40B4-BE49-F238E27FC236}">
                      <a16:creationId xmlns:a16="http://schemas.microsoft.com/office/drawing/2014/main" id="{91546A6C-905F-5A3F-F97C-29E48C087F60}"/>
                    </a:ext>
                  </a:extLst>
                </p:cNvPr>
                <p:cNvGrpSpPr/>
                <p:nvPr/>
              </p:nvGrpSpPr>
              <p:grpSpPr>
                <a:xfrm rot="10800000">
                  <a:off x="7984330" y="2937876"/>
                  <a:ext cx="579609" cy="167903"/>
                  <a:chOff x="1706391" y="4867729"/>
                  <a:chExt cx="579609" cy="167903"/>
                </a:xfrm>
              </p:grpSpPr>
              <p:sp>
                <p:nvSpPr>
                  <p:cNvPr id="198" name="矩形 197">
                    <a:extLst>
                      <a:ext uri="{FF2B5EF4-FFF2-40B4-BE49-F238E27FC236}">
                        <a16:creationId xmlns:a16="http://schemas.microsoft.com/office/drawing/2014/main" id="{E47E8A8C-F2D4-B373-36EC-CA135D071245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67729"/>
                    <a:ext cx="399728" cy="167903"/>
                  </a:xfrm>
                  <a:prstGeom prst="rect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chemeClr val="accent4"/>
                      </a:solidFill>
                    </a:endParaRPr>
                  </a:p>
                </p:txBody>
              </p:sp>
              <p:cxnSp>
                <p:nvCxnSpPr>
                  <p:cNvPr id="199" name="直接箭头连接符 198">
                    <a:extLst>
                      <a:ext uri="{FF2B5EF4-FFF2-40B4-BE49-F238E27FC236}">
                        <a16:creationId xmlns:a16="http://schemas.microsoft.com/office/drawing/2014/main" id="{091F2CB7-319F-F4DE-6E7F-EE7FA8EC86EE}"/>
                      </a:ext>
                    </a:extLst>
                  </p:cNvPr>
                  <p:cNvCxnSpPr>
                    <a:stCxn id="198" idx="3"/>
                  </p:cNvCxnSpPr>
                  <p:nvPr/>
                </p:nvCxnSpPr>
                <p:spPr>
                  <a:xfrm flipV="1">
                    <a:off x="2106119" y="4951680"/>
                    <a:ext cx="179881" cy="1"/>
                  </a:xfrm>
                  <a:prstGeom prst="straightConnector1">
                    <a:avLst/>
                  </a:prstGeom>
                  <a:solidFill>
                    <a:srgbClr val="339933"/>
                  </a:solidFill>
                  <a:ln w="19050">
                    <a:solidFill>
                      <a:srgbClr val="339933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0" name="组合 199">
                  <a:extLst>
                    <a:ext uri="{FF2B5EF4-FFF2-40B4-BE49-F238E27FC236}">
                      <a16:creationId xmlns:a16="http://schemas.microsoft.com/office/drawing/2014/main" id="{9F993B43-0DE2-5E48-898E-2034EAF4886A}"/>
                    </a:ext>
                  </a:extLst>
                </p:cNvPr>
                <p:cNvGrpSpPr/>
                <p:nvPr/>
              </p:nvGrpSpPr>
              <p:grpSpPr>
                <a:xfrm rot="10800000">
                  <a:off x="8689784" y="2941668"/>
                  <a:ext cx="579609" cy="167903"/>
                  <a:chOff x="1706391" y="4867729"/>
                  <a:chExt cx="579609" cy="167903"/>
                </a:xfrm>
              </p:grpSpPr>
              <p:sp>
                <p:nvSpPr>
                  <p:cNvPr id="201" name="矩形 200">
                    <a:extLst>
                      <a:ext uri="{FF2B5EF4-FFF2-40B4-BE49-F238E27FC236}">
                        <a16:creationId xmlns:a16="http://schemas.microsoft.com/office/drawing/2014/main" id="{B3BA3CD0-E92E-5277-3E20-643D3B4F8187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67729"/>
                    <a:ext cx="399728" cy="167903"/>
                  </a:xfrm>
                  <a:prstGeom prst="rect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chemeClr val="accent4"/>
                      </a:solidFill>
                    </a:endParaRPr>
                  </a:p>
                </p:txBody>
              </p:sp>
              <p:cxnSp>
                <p:nvCxnSpPr>
                  <p:cNvPr id="202" name="直接箭头连接符 201">
                    <a:extLst>
                      <a:ext uri="{FF2B5EF4-FFF2-40B4-BE49-F238E27FC236}">
                        <a16:creationId xmlns:a16="http://schemas.microsoft.com/office/drawing/2014/main" id="{4F8E8AC8-0EA7-4C30-E3BD-B5AE01B90125}"/>
                      </a:ext>
                    </a:extLst>
                  </p:cNvPr>
                  <p:cNvCxnSpPr>
                    <a:stCxn id="201" idx="3"/>
                  </p:cNvCxnSpPr>
                  <p:nvPr/>
                </p:nvCxnSpPr>
                <p:spPr>
                  <a:xfrm flipV="1">
                    <a:off x="2106119" y="4951680"/>
                    <a:ext cx="179881" cy="1"/>
                  </a:xfrm>
                  <a:prstGeom prst="straightConnector1">
                    <a:avLst/>
                  </a:prstGeom>
                  <a:solidFill>
                    <a:srgbClr val="339933"/>
                  </a:solidFill>
                  <a:ln w="19050">
                    <a:solidFill>
                      <a:srgbClr val="339933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3" name="组合 202">
                  <a:extLst>
                    <a:ext uri="{FF2B5EF4-FFF2-40B4-BE49-F238E27FC236}">
                      <a16:creationId xmlns:a16="http://schemas.microsoft.com/office/drawing/2014/main" id="{A402266E-D8DA-A642-C057-0A77D5E2D2AA}"/>
                    </a:ext>
                  </a:extLst>
                </p:cNvPr>
                <p:cNvGrpSpPr/>
                <p:nvPr/>
              </p:nvGrpSpPr>
              <p:grpSpPr>
                <a:xfrm rot="10800000">
                  <a:off x="9376043" y="2944942"/>
                  <a:ext cx="579609" cy="167903"/>
                  <a:chOff x="1706391" y="4867729"/>
                  <a:chExt cx="579609" cy="167903"/>
                </a:xfrm>
              </p:grpSpPr>
              <p:sp>
                <p:nvSpPr>
                  <p:cNvPr id="204" name="矩形 203">
                    <a:extLst>
                      <a:ext uri="{FF2B5EF4-FFF2-40B4-BE49-F238E27FC236}">
                        <a16:creationId xmlns:a16="http://schemas.microsoft.com/office/drawing/2014/main" id="{4934FFDE-C909-9BA1-E981-7912799A7022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67729"/>
                    <a:ext cx="399728" cy="167903"/>
                  </a:xfrm>
                  <a:prstGeom prst="rect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chemeClr val="accent4"/>
                      </a:solidFill>
                    </a:endParaRPr>
                  </a:p>
                </p:txBody>
              </p:sp>
              <p:cxnSp>
                <p:nvCxnSpPr>
                  <p:cNvPr id="205" name="直接箭头连接符 204">
                    <a:extLst>
                      <a:ext uri="{FF2B5EF4-FFF2-40B4-BE49-F238E27FC236}">
                        <a16:creationId xmlns:a16="http://schemas.microsoft.com/office/drawing/2014/main" id="{1AC6E3F5-EC56-7CAE-729F-3A81C4862939}"/>
                      </a:ext>
                    </a:extLst>
                  </p:cNvPr>
                  <p:cNvCxnSpPr>
                    <a:stCxn id="204" idx="3"/>
                  </p:cNvCxnSpPr>
                  <p:nvPr/>
                </p:nvCxnSpPr>
                <p:spPr>
                  <a:xfrm flipV="1">
                    <a:off x="2106119" y="4951680"/>
                    <a:ext cx="179881" cy="1"/>
                  </a:xfrm>
                  <a:prstGeom prst="straightConnector1">
                    <a:avLst/>
                  </a:prstGeom>
                  <a:solidFill>
                    <a:srgbClr val="339933"/>
                  </a:solidFill>
                  <a:ln w="19050">
                    <a:solidFill>
                      <a:srgbClr val="339933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6" name="组合 205">
                  <a:extLst>
                    <a:ext uri="{FF2B5EF4-FFF2-40B4-BE49-F238E27FC236}">
                      <a16:creationId xmlns:a16="http://schemas.microsoft.com/office/drawing/2014/main" id="{8D21BFB0-719B-38B4-2902-4B73D8096CDD}"/>
                    </a:ext>
                  </a:extLst>
                </p:cNvPr>
                <p:cNvGrpSpPr/>
                <p:nvPr/>
              </p:nvGrpSpPr>
              <p:grpSpPr>
                <a:xfrm>
                  <a:off x="7164495" y="3485756"/>
                  <a:ext cx="579609" cy="167903"/>
                  <a:chOff x="1706391" y="4867729"/>
                  <a:chExt cx="579609" cy="167903"/>
                </a:xfrm>
              </p:grpSpPr>
              <p:sp>
                <p:nvSpPr>
                  <p:cNvPr id="207" name="矩形 206">
                    <a:extLst>
                      <a:ext uri="{FF2B5EF4-FFF2-40B4-BE49-F238E27FC236}">
                        <a16:creationId xmlns:a16="http://schemas.microsoft.com/office/drawing/2014/main" id="{BCE48A5A-2ECB-2C54-AB43-AA49E869C33F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67729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208" name="直接箭头连接符 207">
                    <a:extLst>
                      <a:ext uri="{FF2B5EF4-FFF2-40B4-BE49-F238E27FC236}">
                        <a16:creationId xmlns:a16="http://schemas.microsoft.com/office/drawing/2014/main" id="{3569B732-C673-5196-92C2-9795883301EB}"/>
                      </a:ext>
                    </a:extLst>
                  </p:cNvPr>
                  <p:cNvCxnSpPr>
                    <a:stCxn id="207" idx="3"/>
                  </p:cNvCxnSpPr>
                  <p:nvPr/>
                </p:nvCxnSpPr>
                <p:spPr>
                  <a:xfrm flipV="1">
                    <a:off x="2106119" y="4951680"/>
                    <a:ext cx="179881" cy="1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9" name="组合 208">
                  <a:extLst>
                    <a:ext uri="{FF2B5EF4-FFF2-40B4-BE49-F238E27FC236}">
                      <a16:creationId xmlns:a16="http://schemas.microsoft.com/office/drawing/2014/main" id="{5CE2B36C-9B97-A7AF-4AD4-BBF7D91D58D3}"/>
                    </a:ext>
                  </a:extLst>
                </p:cNvPr>
                <p:cNvGrpSpPr/>
                <p:nvPr/>
              </p:nvGrpSpPr>
              <p:grpSpPr>
                <a:xfrm>
                  <a:off x="9260103" y="3490859"/>
                  <a:ext cx="579609" cy="167903"/>
                  <a:chOff x="1706391" y="4867729"/>
                  <a:chExt cx="579609" cy="167903"/>
                </a:xfrm>
              </p:grpSpPr>
              <p:sp>
                <p:nvSpPr>
                  <p:cNvPr id="210" name="矩形 209">
                    <a:extLst>
                      <a:ext uri="{FF2B5EF4-FFF2-40B4-BE49-F238E27FC236}">
                        <a16:creationId xmlns:a16="http://schemas.microsoft.com/office/drawing/2014/main" id="{CA93BA08-7319-BFC8-DC42-2351A9AA21F6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67729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211" name="直接箭头连接符 210">
                    <a:extLst>
                      <a:ext uri="{FF2B5EF4-FFF2-40B4-BE49-F238E27FC236}">
                        <a16:creationId xmlns:a16="http://schemas.microsoft.com/office/drawing/2014/main" id="{D2AFF31C-E97D-2CAA-86D7-9366B788540B}"/>
                      </a:ext>
                    </a:extLst>
                  </p:cNvPr>
                  <p:cNvCxnSpPr>
                    <a:stCxn id="210" idx="3"/>
                  </p:cNvCxnSpPr>
                  <p:nvPr/>
                </p:nvCxnSpPr>
                <p:spPr>
                  <a:xfrm flipV="1">
                    <a:off x="2106119" y="4951680"/>
                    <a:ext cx="179881" cy="1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4" name="矩形 213">
                  <a:extLst>
                    <a:ext uri="{FF2B5EF4-FFF2-40B4-BE49-F238E27FC236}">
                      <a16:creationId xmlns:a16="http://schemas.microsoft.com/office/drawing/2014/main" id="{8722BB88-C054-E484-B8FE-80C92D49E9FF}"/>
                    </a:ext>
                  </a:extLst>
                </p:cNvPr>
                <p:cNvSpPr/>
                <p:nvPr/>
              </p:nvSpPr>
              <p:spPr>
                <a:xfrm>
                  <a:off x="7101964" y="2940239"/>
                  <a:ext cx="399728" cy="167903"/>
                </a:xfrm>
                <a:prstGeom prst="rect">
                  <a:avLst/>
                </a:prstGeom>
                <a:solidFill>
                  <a:srgbClr val="339933"/>
                </a:solidFill>
                <a:ln>
                  <a:solidFill>
                    <a:srgbClr val="33993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4"/>
                    </a:solidFill>
                  </a:endParaRPr>
                </a:p>
              </p:txBody>
            </p:sp>
            <p:sp>
              <p:nvSpPr>
                <p:cNvPr id="216" name="弧形 215">
                  <a:extLst>
                    <a:ext uri="{FF2B5EF4-FFF2-40B4-BE49-F238E27FC236}">
                      <a16:creationId xmlns:a16="http://schemas.microsoft.com/office/drawing/2014/main" id="{9386E3C5-F2A8-64B9-6BBF-4BAEC4CFB852}"/>
                    </a:ext>
                  </a:extLst>
                </p:cNvPr>
                <p:cNvSpPr/>
                <p:nvPr/>
              </p:nvSpPr>
              <p:spPr>
                <a:xfrm rot="10800000">
                  <a:off x="6478434" y="2038366"/>
                  <a:ext cx="1116806" cy="991378"/>
                </a:xfrm>
                <a:prstGeom prst="arc">
                  <a:avLst>
                    <a:gd name="adj1" fmla="val 15809528"/>
                    <a:gd name="adj2" fmla="val 18542858"/>
                  </a:avLst>
                </a:prstGeom>
                <a:ln w="19050">
                  <a:solidFill>
                    <a:srgbClr val="339933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220" name="组合 219">
                  <a:extLst>
                    <a:ext uri="{FF2B5EF4-FFF2-40B4-BE49-F238E27FC236}">
                      <a16:creationId xmlns:a16="http://schemas.microsoft.com/office/drawing/2014/main" id="{1CC26FAD-0B40-2741-26B5-A80FA7F13049}"/>
                    </a:ext>
                  </a:extLst>
                </p:cNvPr>
                <p:cNvGrpSpPr/>
                <p:nvPr/>
              </p:nvGrpSpPr>
              <p:grpSpPr>
                <a:xfrm rot="16200000">
                  <a:off x="6408613" y="6028803"/>
                  <a:ext cx="579609" cy="167903"/>
                  <a:chOff x="1706391" y="4867729"/>
                  <a:chExt cx="579609" cy="167903"/>
                </a:xfrm>
              </p:grpSpPr>
              <p:sp>
                <p:nvSpPr>
                  <p:cNvPr id="221" name="矩形 220">
                    <a:extLst>
                      <a:ext uri="{FF2B5EF4-FFF2-40B4-BE49-F238E27FC236}">
                        <a16:creationId xmlns:a16="http://schemas.microsoft.com/office/drawing/2014/main" id="{09724925-9C3E-0AEC-DCA4-688064C54356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67729"/>
                    <a:ext cx="399728" cy="167903"/>
                  </a:xfrm>
                  <a:prstGeom prst="rect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chemeClr val="accent4"/>
                      </a:solidFill>
                    </a:endParaRPr>
                  </a:p>
                </p:txBody>
              </p:sp>
              <p:cxnSp>
                <p:nvCxnSpPr>
                  <p:cNvPr id="222" name="直接箭头连接符 221">
                    <a:extLst>
                      <a:ext uri="{FF2B5EF4-FFF2-40B4-BE49-F238E27FC236}">
                        <a16:creationId xmlns:a16="http://schemas.microsoft.com/office/drawing/2014/main" id="{BD68B5B5-CE9B-3252-C8F7-B4CC9E05A598}"/>
                      </a:ext>
                    </a:extLst>
                  </p:cNvPr>
                  <p:cNvCxnSpPr>
                    <a:stCxn id="221" idx="3"/>
                  </p:cNvCxnSpPr>
                  <p:nvPr/>
                </p:nvCxnSpPr>
                <p:spPr>
                  <a:xfrm flipV="1">
                    <a:off x="2106119" y="4951680"/>
                    <a:ext cx="179881" cy="1"/>
                  </a:xfrm>
                  <a:prstGeom prst="straightConnector1">
                    <a:avLst/>
                  </a:prstGeom>
                  <a:solidFill>
                    <a:srgbClr val="339933"/>
                  </a:solidFill>
                  <a:ln w="19050">
                    <a:solidFill>
                      <a:srgbClr val="339933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23" name="组合 222">
                  <a:extLst>
                    <a:ext uri="{FF2B5EF4-FFF2-40B4-BE49-F238E27FC236}">
                      <a16:creationId xmlns:a16="http://schemas.microsoft.com/office/drawing/2014/main" id="{EE742004-9170-4B35-6288-8CAFE6386332}"/>
                    </a:ext>
                  </a:extLst>
                </p:cNvPr>
                <p:cNvGrpSpPr/>
                <p:nvPr/>
              </p:nvGrpSpPr>
              <p:grpSpPr>
                <a:xfrm rot="16200000">
                  <a:off x="6365241" y="5199733"/>
                  <a:ext cx="579609" cy="167903"/>
                  <a:chOff x="1706391" y="4867729"/>
                  <a:chExt cx="579609" cy="167903"/>
                </a:xfrm>
              </p:grpSpPr>
              <p:sp>
                <p:nvSpPr>
                  <p:cNvPr id="224" name="矩形 223">
                    <a:extLst>
                      <a:ext uri="{FF2B5EF4-FFF2-40B4-BE49-F238E27FC236}">
                        <a16:creationId xmlns:a16="http://schemas.microsoft.com/office/drawing/2014/main" id="{15241759-EB73-1B7A-811A-F17BE884C089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67729"/>
                    <a:ext cx="399728" cy="167903"/>
                  </a:xfrm>
                  <a:prstGeom prst="rect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chemeClr val="accent4"/>
                      </a:solidFill>
                    </a:endParaRPr>
                  </a:p>
                </p:txBody>
              </p:sp>
              <p:cxnSp>
                <p:nvCxnSpPr>
                  <p:cNvPr id="225" name="直接箭头连接符 224">
                    <a:extLst>
                      <a:ext uri="{FF2B5EF4-FFF2-40B4-BE49-F238E27FC236}">
                        <a16:creationId xmlns:a16="http://schemas.microsoft.com/office/drawing/2014/main" id="{66F099F0-DA6B-D319-31DA-ADBB6462B383}"/>
                      </a:ext>
                    </a:extLst>
                  </p:cNvPr>
                  <p:cNvCxnSpPr>
                    <a:stCxn id="224" idx="3"/>
                  </p:cNvCxnSpPr>
                  <p:nvPr/>
                </p:nvCxnSpPr>
                <p:spPr>
                  <a:xfrm flipV="1">
                    <a:off x="2106119" y="4951680"/>
                    <a:ext cx="179881" cy="1"/>
                  </a:xfrm>
                  <a:prstGeom prst="straightConnector1">
                    <a:avLst/>
                  </a:prstGeom>
                  <a:solidFill>
                    <a:srgbClr val="339933"/>
                  </a:solidFill>
                  <a:ln w="19050">
                    <a:solidFill>
                      <a:srgbClr val="339933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26" name="矩形 225">
                  <a:extLst>
                    <a:ext uri="{FF2B5EF4-FFF2-40B4-BE49-F238E27FC236}">
                      <a16:creationId xmlns:a16="http://schemas.microsoft.com/office/drawing/2014/main" id="{A39EEC22-AEB8-E4C6-4205-8BD74934F9D0}"/>
                    </a:ext>
                  </a:extLst>
                </p:cNvPr>
                <p:cNvSpPr/>
                <p:nvPr/>
              </p:nvSpPr>
              <p:spPr>
                <a:xfrm rot="16200000">
                  <a:off x="6456807" y="4586204"/>
                  <a:ext cx="399728" cy="167903"/>
                </a:xfrm>
                <a:prstGeom prst="rect">
                  <a:avLst/>
                </a:prstGeom>
                <a:solidFill>
                  <a:srgbClr val="339933"/>
                </a:solidFill>
                <a:ln>
                  <a:solidFill>
                    <a:srgbClr val="33993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accent4"/>
                    </a:solidFill>
                  </a:endParaRPr>
                </a:p>
              </p:txBody>
            </p:sp>
            <p:sp>
              <p:nvSpPr>
                <p:cNvPr id="227" name="弧形 226">
                  <a:extLst>
                    <a:ext uri="{FF2B5EF4-FFF2-40B4-BE49-F238E27FC236}">
                      <a16:creationId xmlns:a16="http://schemas.microsoft.com/office/drawing/2014/main" id="{C80C6816-8FFD-2E96-F3C7-60B0E204940D}"/>
                    </a:ext>
                  </a:extLst>
                </p:cNvPr>
                <p:cNvSpPr/>
                <p:nvPr/>
              </p:nvSpPr>
              <p:spPr>
                <a:xfrm rot="16200000">
                  <a:off x="6637134" y="4009946"/>
                  <a:ext cx="1061071" cy="991378"/>
                </a:xfrm>
                <a:prstGeom prst="arc">
                  <a:avLst>
                    <a:gd name="adj1" fmla="val 16200000"/>
                    <a:gd name="adj2" fmla="val 18899596"/>
                  </a:avLst>
                </a:prstGeom>
                <a:ln w="19050">
                  <a:solidFill>
                    <a:srgbClr val="339933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228" name="组合 227">
                  <a:extLst>
                    <a:ext uri="{FF2B5EF4-FFF2-40B4-BE49-F238E27FC236}">
                      <a16:creationId xmlns:a16="http://schemas.microsoft.com/office/drawing/2014/main" id="{BE4B00FD-82D0-4529-DD30-62322E179AF7}"/>
                    </a:ext>
                  </a:extLst>
                </p:cNvPr>
                <p:cNvGrpSpPr/>
                <p:nvPr/>
              </p:nvGrpSpPr>
              <p:grpSpPr>
                <a:xfrm rot="5400000">
                  <a:off x="5506611" y="1353750"/>
                  <a:ext cx="579609" cy="167903"/>
                  <a:chOff x="1706391" y="4867729"/>
                  <a:chExt cx="579609" cy="167903"/>
                </a:xfrm>
              </p:grpSpPr>
              <p:sp>
                <p:nvSpPr>
                  <p:cNvPr id="229" name="矩形 228">
                    <a:extLst>
                      <a:ext uri="{FF2B5EF4-FFF2-40B4-BE49-F238E27FC236}">
                        <a16:creationId xmlns:a16="http://schemas.microsoft.com/office/drawing/2014/main" id="{96117631-D4DD-F15D-B1B0-5851578CC493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67729"/>
                    <a:ext cx="399728" cy="167903"/>
                  </a:xfrm>
                  <a:prstGeom prst="rect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chemeClr val="accent4"/>
                      </a:solidFill>
                    </a:endParaRPr>
                  </a:p>
                </p:txBody>
              </p:sp>
              <p:cxnSp>
                <p:nvCxnSpPr>
                  <p:cNvPr id="230" name="直接箭头连接符 229">
                    <a:extLst>
                      <a:ext uri="{FF2B5EF4-FFF2-40B4-BE49-F238E27FC236}">
                        <a16:creationId xmlns:a16="http://schemas.microsoft.com/office/drawing/2014/main" id="{235A62EA-0755-3C2E-3750-3C49BCBB5A77}"/>
                      </a:ext>
                    </a:extLst>
                  </p:cNvPr>
                  <p:cNvCxnSpPr>
                    <a:stCxn id="229" idx="3"/>
                  </p:cNvCxnSpPr>
                  <p:nvPr/>
                </p:nvCxnSpPr>
                <p:spPr>
                  <a:xfrm flipV="1">
                    <a:off x="2106119" y="4951680"/>
                    <a:ext cx="179881" cy="1"/>
                  </a:xfrm>
                  <a:prstGeom prst="straightConnector1">
                    <a:avLst/>
                  </a:prstGeom>
                  <a:solidFill>
                    <a:srgbClr val="339933"/>
                  </a:solidFill>
                  <a:ln w="19050">
                    <a:solidFill>
                      <a:srgbClr val="339933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32" name="矩形 231">
                  <a:extLst>
                    <a:ext uri="{FF2B5EF4-FFF2-40B4-BE49-F238E27FC236}">
                      <a16:creationId xmlns:a16="http://schemas.microsoft.com/office/drawing/2014/main" id="{BEC13453-119D-66A8-E3AF-5FD4C51123E3}"/>
                    </a:ext>
                  </a:extLst>
                </p:cNvPr>
                <p:cNvSpPr/>
                <p:nvPr/>
              </p:nvSpPr>
              <p:spPr>
                <a:xfrm rot="5400000">
                  <a:off x="5628526" y="2281686"/>
                  <a:ext cx="399728" cy="167903"/>
                </a:xfrm>
                <a:prstGeom prst="rect">
                  <a:avLst/>
                </a:prstGeom>
                <a:solidFill>
                  <a:srgbClr val="339933"/>
                </a:solidFill>
                <a:ln>
                  <a:solidFill>
                    <a:srgbClr val="33993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accent4"/>
                    </a:solidFill>
                  </a:endParaRPr>
                </a:p>
              </p:txBody>
            </p:sp>
            <p:sp>
              <p:nvSpPr>
                <p:cNvPr id="234" name="弧形 233">
                  <a:extLst>
                    <a:ext uri="{FF2B5EF4-FFF2-40B4-BE49-F238E27FC236}">
                      <a16:creationId xmlns:a16="http://schemas.microsoft.com/office/drawing/2014/main" id="{72E3CC36-9B4D-70B9-8E72-07A58CE4348F}"/>
                    </a:ext>
                  </a:extLst>
                </p:cNvPr>
                <p:cNvSpPr/>
                <p:nvPr/>
              </p:nvSpPr>
              <p:spPr>
                <a:xfrm rot="5400000">
                  <a:off x="4766970" y="2132299"/>
                  <a:ext cx="1116806" cy="991378"/>
                </a:xfrm>
                <a:prstGeom prst="arc">
                  <a:avLst>
                    <a:gd name="adj1" fmla="val 15809528"/>
                    <a:gd name="adj2" fmla="val 18499394"/>
                  </a:avLst>
                </a:prstGeom>
                <a:ln w="19050">
                  <a:solidFill>
                    <a:srgbClr val="339933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235" name="组合 234">
                  <a:extLst>
                    <a:ext uri="{FF2B5EF4-FFF2-40B4-BE49-F238E27FC236}">
                      <a16:creationId xmlns:a16="http://schemas.microsoft.com/office/drawing/2014/main" id="{D1BFDAC6-B2BE-6282-8F25-014994DCFE36}"/>
                    </a:ext>
                  </a:extLst>
                </p:cNvPr>
                <p:cNvGrpSpPr/>
                <p:nvPr/>
              </p:nvGrpSpPr>
              <p:grpSpPr>
                <a:xfrm rot="10800000">
                  <a:off x="4482171" y="3204583"/>
                  <a:ext cx="579609" cy="167903"/>
                  <a:chOff x="1680623" y="4593851"/>
                  <a:chExt cx="579609" cy="167903"/>
                </a:xfrm>
              </p:grpSpPr>
              <p:sp>
                <p:nvSpPr>
                  <p:cNvPr id="236" name="矩形 235">
                    <a:extLst>
                      <a:ext uri="{FF2B5EF4-FFF2-40B4-BE49-F238E27FC236}">
                        <a16:creationId xmlns:a16="http://schemas.microsoft.com/office/drawing/2014/main" id="{28C372AF-9AEE-E70A-DB62-2FDB190AA5A5}"/>
                      </a:ext>
                    </a:extLst>
                  </p:cNvPr>
                  <p:cNvSpPr/>
                  <p:nvPr/>
                </p:nvSpPr>
                <p:spPr>
                  <a:xfrm>
                    <a:off x="1680623" y="4593851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237" name="直接箭头连接符 236">
                    <a:extLst>
                      <a:ext uri="{FF2B5EF4-FFF2-40B4-BE49-F238E27FC236}">
                        <a16:creationId xmlns:a16="http://schemas.microsoft.com/office/drawing/2014/main" id="{E0FD1359-DE63-FC38-DA6B-E4484C1AAB09}"/>
                      </a:ext>
                    </a:extLst>
                  </p:cNvPr>
                  <p:cNvCxnSpPr>
                    <a:stCxn id="236" idx="3"/>
                  </p:cNvCxnSpPr>
                  <p:nvPr/>
                </p:nvCxnSpPr>
                <p:spPr>
                  <a:xfrm flipV="1">
                    <a:off x="2080351" y="4677802"/>
                    <a:ext cx="179881" cy="1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39" name="组合 238">
                  <a:extLst>
                    <a:ext uri="{FF2B5EF4-FFF2-40B4-BE49-F238E27FC236}">
                      <a16:creationId xmlns:a16="http://schemas.microsoft.com/office/drawing/2014/main" id="{88186F0E-91CF-DF7A-E43E-F9F1BFAFA76E}"/>
                    </a:ext>
                  </a:extLst>
                </p:cNvPr>
                <p:cNvGrpSpPr/>
                <p:nvPr/>
              </p:nvGrpSpPr>
              <p:grpSpPr>
                <a:xfrm rot="10800000">
                  <a:off x="3215356" y="3186201"/>
                  <a:ext cx="579609" cy="167903"/>
                  <a:chOff x="1680623" y="4593851"/>
                  <a:chExt cx="579609" cy="167903"/>
                </a:xfrm>
              </p:grpSpPr>
              <p:sp>
                <p:nvSpPr>
                  <p:cNvPr id="240" name="矩形 239">
                    <a:extLst>
                      <a:ext uri="{FF2B5EF4-FFF2-40B4-BE49-F238E27FC236}">
                        <a16:creationId xmlns:a16="http://schemas.microsoft.com/office/drawing/2014/main" id="{9A6B4EF4-9513-8576-FA84-8FA385707DDF}"/>
                      </a:ext>
                    </a:extLst>
                  </p:cNvPr>
                  <p:cNvSpPr/>
                  <p:nvPr/>
                </p:nvSpPr>
                <p:spPr>
                  <a:xfrm>
                    <a:off x="1680623" y="4593851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241" name="直接箭头连接符 240">
                    <a:extLst>
                      <a:ext uri="{FF2B5EF4-FFF2-40B4-BE49-F238E27FC236}">
                        <a16:creationId xmlns:a16="http://schemas.microsoft.com/office/drawing/2014/main" id="{FD83826C-B48C-9107-55D0-8019EA0E982D}"/>
                      </a:ext>
                    </a:extLst>
                  </p:cNvPr>
                  <p:cNvCxnSpPr>
                    <a:stCxn id="240" idx="3"/>
                  </p:cNvCxnSpPr>
                  <p:nvPr/>
                </p:nvCxnSpPr>
                <p:spPr>
                  <a:xfrm flipV="1">
                    <a:off x="2080351" y="4677802"/>
                    <a:ext cx="179881" cy="1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42" name="组合 241">
                  <a:extLst>
                    <a:ext uri="{FF2B5EF4-FFF2-40B4-BE49-F238E27FC236}">
                      <a16:creationId xmlns:a16="http://schemas.microsoft.com/office/drawing/2014/main" id="{B89558AA-11EE-5B25-C8B7-A2DE010A0452}"/>
                    </a:ext>
                  </a:extLst>
                </p:cNvPr>
                <p:cNvGrpSpPr/>
                <p:nvPr/>
              </p:nvGrpSpPr>
              <p:grpSpPr>
                <a:xfrm>
                  <a:off x="7262922" y="3745550"/>
                  <a:ext cx="579609" cy="167903"/>
                  <a:chOff x="1706391" y="4867729"/>
                  <a:chExt cx="579609" cy="167903"/>
                </a:xfrm>
              </p:grpSpPr>
              <p:sp>
                <p:nvSpPr>
                  <p:cNvPr id="243" name="矩形 242">
                    <a:extLst>
                      <a:ext uri="{FF2B5EF4-FFF2-40B4-BE49-F238E27FC236}">
                        <a16:creationId xmlns:a16="http://schemas.microsoft.com/office/drawing/2014/main" id="{F1A9169E-C5AB-78A5-A47B-568AB6D790CF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67729"/>
                    <a:ext cx="399728" cy="167903"/>
                  </a:xfrm>
                  <a:prstGeom prst="rect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chemeClr val="accent4"/>
                      </a:solidFill>
                    </a:endParaRPr>
                  </a:p>
                </p:txBody>
              </p:sp>
              <p:cxnSp>
                <p:nvCxnSpPr>
                  <p:cNvPr id="244" name="直接箭头连接符 243">
                    <a:extLst>
                      <a:ext uri="{FF2B5EF4-FFF2-40B4-BE49-F238E27FC236}">
                        <a16:creationId xmlns:a16="http://schemas.microsoft.com/office/drawing/2014/main" id="{7433521C-7362-CE80-4898-749F14097DF0}"/>
                      </a:ext>
                    </a:extLst>
                  </p:cNvPr>
                  <p:cNvCxnSpPr>
                    <a:stCxn id="243" idx="3"/>
                  </p:cNvCxnSpPr>
                  <p:nvPr/>
                </p:nvCxnSpPr>
                <p:spPr>
                  <a:xfrm flipV="1">
                    <a:off x="2106119" y="4951680"/>
                    <a:ext cx="179881" cy="1"/>
                  </a:xfrm>
                  <a:prstGeom prst="straightConnector1">
                    <a:avLst/>
                  </a:prstGeom>
                  <a:solidFill>
                    <a:srgbClr val="339933"/>
                  </a:solidFill>
                  <a:ln w="19050">
                    <a:solidFill>
                      <a:srgbClr val="339933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48" name="组合 247">
                  <a:extLst>
                    <a:ext uri="{FF2B5EF4-FFF2-40B4-BE49-F238E27FC236}">
                      <a16:creationId xmlns:a16="http://schemas.microsoft.com/office/drawing/2014/main" id="{901F917A-E4F8-36DD-A1A5-97357B05355F}"/>
                    </a:ext>
                  </a:extLst>
                </p:cNvPr>
                <p:cNvGrpSpPr/>
                <p:nvPr/>
              </p:nvGrpSpPr>
              <p:grpSpPr>
                <a:xfrm rot="16200000">
                  <a:off x="6365531" y="2006507"/>
                  <a:ext cx="579609" cy="167903"/>
                  <a:chOff x="1706391" y="4867729"/>
                  <a:chExt cx="579609" cy="167903"/>
                </a:xfrm>
              </p:grpSpPr>
              <p:sp>
                <p:nvSpPr>
                  <p:cNvPr id="249" name="矩形 248">
                    <a:extLst>
                      <a:ext uri="{FF2B5EF4-FFF2-40B4-BE49-F238E27FC236}">
                        <a16:creationId xmlns:a16="http://schemas.microsoft.com/office/drawing/2014/main" id="{3E78522D-032E-C906-AF5C-702941858A95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67729"/>
                    <a:ext cx="399728" cy="167903"/>
                  </a:xfrm>
                  <a:prstGeom prst="rect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chemeClr val="accent4"/>
                      </a:solidFill>
                    </a:endParaRPr>
                  </a:p>
                </p:txBody>
              </p:sp>
              <p:cxnSp>
                <p:nvCxnSpPr>
                  <p:cNvPr id="250" name="直接箭头连接符 249">
                    <a:extLst>
                      <a:ext uri="{FF2B5EF4-FFF2-40B4-BE49-F238E27FC236}">
                        <a16:creationId xmlns:a16="http://schemas.microsoft.com/office/drawing/2014/main" id="{A3373952-88B3-0172-A6E3-CADEB034D0F0}"/>
                      </a:ext>
                    </a:extLst>
                  </p:cNvPr>
                  <p:cNvCxnSpPr>
                    <a:stCxn id="249" idx="3"/>
                  </p:cNvCxnSpPr>
                  <p:nvPr/>
                </p:nvCxnSpPr>
                <p:spPr>
                  <a:xfrm flipV="1">
                    <a:off x="2106119" y="4951680"/>
                    <a:ext cx="179881" cy="1"/>
                  </a:xfrm>
                  <a:prstGeom prst="straightConnector1">
                    <a:avLst/>
                  </a:prstGeom>
                  <a:solidFill>
                    <a:srgbClr val="339933"/>
                  </a:solidFill>
                  <a:ln w="19050">
                    <a:solidFill>
                      <a:srgbClr val="339933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51" name="组合 250">
                  <a:extLst>
                    <a:ext uri="{FF2B5EF4-FFF2-40B4-BE49-F238E27FC236}">
                      <a16:creationId xmlns:a16="http://schemas.microsoft.com/office/drawing/2014/main" id="{661983A7-7336-2023-CAE8-6C0DF0E803EA}"/>
                    </a:ext>
                  </a:extLst>
                </p:cNvPr>
                <p:cNvGrpSpPr/>
                <p:nvPr/>
              </p:nvGrpSpPr>
              <p:grpSpPr>
                <a:xfrm rot="5400000">
                  <a:off x="5801495" y="986928"/>
                  <a:ext cx="579609" cy="167903"/>
                  <a:chOff x="1680623" y="4593851"/>
                  <a:chExt cx="579609" cy="167903"/>
                </a:xfrm>
              </p:grpSpPr>
              <p:sp>
                <p:nvSpPr>
                  <p:cNvPr id="252" name="矩形 251">
                    <a:extLst>
                      <a:ext uri="{FF2B5EF4-FFF2-40B4-BE49-F238E27FC236}">
                        <a16:creationId xmlns:a16="http://schemas.microsoft.com/office/drawing/2014/main" id="{2903CDB9-2EFE-128C-6BF2-ADAFB32A6517}"/>
                      </a:ext>
                    </a:extLst>
                  </p:cNvPr>
                  <p:cNvSpPr/>
                  <p:nvPr/>
                </p:nvSpPr>
                <p:spPr>
                  <a:xfrm>
                    <a:off x="1680623" y="4593851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253" name="直接箭头连接符 252">
                    <a:extLst>
                      <a:ext uri="{FF2B5EF4-FFF2-40B4-BE49-F238E27FC236}">
                        <a16:creationId xmlns:a16="http://schemas.microsoft.com/office/drawing/2014/main" id="{CF2C1665-5E3E-E070-B64C-371401C6C110}"/>
                      </a:ext>
                    </a:extLst>
                  </p:cNvPr>
                  <p:cNvCxnSpPr>
                    <a:stCxn id="252" idx="3"/>
                  </p:cNvCxnSpPr>
                  <p:nvPr/>
                </p:nvCxnSpPr>
                <p:spPr>
                  <a:xfrm flipV="1">
                    <a:off x="2080351" y="4677802"/>
                    <a:ext cx="179881" cy="1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54" name="组合 253">
                  <a:extLst>
                    <a:ext uri="{FF2B5EF4-FFF2-40B4-BE49-F238E27FC236}">
                      <a16:creationId xmlns:a16="http://schemas.microsoft.com/office/drawing/2014/main" id="{47A3FDDE-7B3B-E95D-C943-4C5013CDF323}"/>
                    </a:ext>
                  </a:extLst>
                </p:cNvPr>
                <p:cNvGrpSpPr/>
                <p:nvPr/>
              </p:nvGrpSpPr>
              <p:grpSpPr>
                <a:xfrm rot="5400000">
                  <a:off x="5795311" y="2187362"/>
                  <a:ext cx="579609" cy="167903"/>
                  <a:chOff x="1680623" y="4593851"/>
                  <a:chExt cx="579609" cy="167903"/>
                </a:xfrm>
              </p:grpSpPr>
              <p:sp>
                <p:nvSpPr>
                  <p:cNvPr id="255" name="矩形 254">
                    <a:extLst>
                      <a:ext uri="{FF2B5EF4-FFF2-40B4-BE49-F238E27FC236}">
                        <a16:creationId xmlns:a16="http://schemas.microsoft.com/office/drawing/2014/main" id="{40C7FF93-9D86-9EB4-78BA-CF6DAF3823BF}"/>
                      </a:ext>
                    </a:extLst>
                  </p:cNvPr>
                  <p:cNvSpPr/>
                  <p:nvPr/>
                </p:nvSpPr>
                <p:spPr>
                  <a:xfrm>
                    <a:off x="1680623" y="4593851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256" name="直接箭头连接符 255">
                    <a:extLst>
                      <a:ext uri="{FF2B5EF4-FFF2-40B4-BE49-F238E27FC236}">
                        <a16:creationId xmlns:a16="http://schemas.microsoft.com/office/drawing/2014/main" id="{6880983E-0129-499D-BB14-9688D1303CBA}"/>
                      </a:ext>
                    </a:extLst>
                  </p:cNvPr>
                  <p:cNvCxnSpPr>
                    <a:stCxn id="255" idx="3"/>
                  </p:cNvCxnSpPr>
                  <p:nvPr/>
                </p:nvCxnSpPr>
                <p:spPr>
                  <a:xfrm flipV="1">
                    <a:off x="2080351" y="4677802"/>
                    <a:ext cx="179881" cy="1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57" name="组合 256">
                  <a:extLst>
                    <a:ext uri="{FF2B5EF4-FFF2-40B4-BE49-F238E27FC236}">
                      <a16:creationId xmlns:a16="http://schemas.microsoft.com/office/drawing/2014/main" id="{144ED923-F30A-41EA-7BA3-320594DF8CF5}"/>
                    </a:ext>
                  </a:extLst>
                </p:cNvPr>
                <p:cNvGrpSpPr/>
                <p:nvPr/>
              </p:nvGrpSpPr>
              <p:grpSpPr>
                <a:xfrm rot="5400000">
                  <a:off x="5767780" y="4598925"/>
                  <a:ext cx="579609" cy="167903"/>
                  <a:chOff x="1680623" y="4593851"/>
                  <a:chExt cx="579609" cy="167903"/>
                </a:xfrm>
              </p:grpSpPr>
              <p:sp>
                <p:nvSpPr>
                  <p:cNvPr id="258" name="矩形 257">
                    <a:extLst>
                      <a:ext uri="{FF2B5EF4-FFF2-40B4-BE49-F238E27FC236}">
                        <a16:creationId xmlns:a16="http://schemas.microsoft.com/office/drawing/2014/main" id="{4716331E-2570-BD42-87B4-B29594895CEB}"/>
                      </a:ext>
                    </a:extLst>
                  </p:cNvPr>
                  <p:cNvSpPr/>
                  <p:nvPr/>
                </p:nvSpPr>
                <p:spPr>
                  <a:xfrm>
                    <a:off x="1680623" y="4593851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259" name="直接箭头连接符 258">
                    <a:extLst>
                      <a:ext uri="{FF2B5EF4-FFF2-40B4-BE49-F238E27FC236}">
                        <a16:creationId xmlns:a16="http://schemas.microsoft.com/office/drawing/2014/main" id="{5878D1AB-6EFE-737B-D532-658402B8F955}"/>
                      </a:ext>
                    </a:extLst>
                  </p:cNvPr>
                  <p:cNvCxnSpPr>
                    <a:stCxn id="258" idx="3"/>
                  </p:cNvCxnSpPr>
                  <p:nvPr/>
                </p:nvCxnSpPr>
                <p:spPr>
                  <a:xfrm flipV="1">
                    <a:off x="2080351" y="4677802"/>
                    <a:ext cx="179881" cy="1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60" name="组合 259">
                  <a:extLst>
                    <a:ext uri="{FF2B5EF4-FFF2-40B4-BE49-F238E27FC236}">
                      <a16:creationId xmlns:a16="http://schemas.microsoft.com/office/drawing/2014/main" id="{32A42083-C64D-2ACD-61A8-A43FFCDC1A4E}"/>
                    </a:ext>
                  </a:extLst>
                </p:cNvPr>
                <p:cNvGrpSpPr/>
                <p:nvPr/>
              </p:nvGrpSpPr>
              <p:grpSpPr>
                <a:xfrm rot="5400000">
                  <a:off x="5770073" y="6093046"/>
                  <a:ext cx="579609" cy="167903"/>
                  <a:chOff x="1680623" y="4593851"/>
                  <a:chExt cx="579609" cy="167903"/>
                </a:xfrm>
              </p:grpSpPr>
              <p:sp>
                <p:nvSpPr>
                  <p:cNvPr id="261" name="矩形 260">
                    <a:extLst>
                      <a:ext uri="{FF2B5EF4-FFF2-40B4-BE49-F238E27FC236}">
                        <a16:creationId xmlns:a16="http://schemas.microsoft.com/office/drawing/2014/main" id="{838ABD69-B368-64B4-83A1-DCDA93AA76E4}"/>
                      </a:ext>
                    </a:extLst>
                  </p:cNvPr>
                  <p:cNvSpPr/>
                  <p:nvPr/>
                </p:nvSpPr>
                <p:spPr>
                  <a:xfrm>
                    <a:off x="1680623" y="4593851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262" name="直接箭头连接符 261">
                    <a:extLst>
                      <a:ext uri="{FF2B5EF4-FFF2-40B4-BE49-F238E27FC236}">
                        <a16:creationId xmlns:a16="http://schemas.microsoft.com/office/drawing/2014/main" id="{ACD2B0E2-7652-BE4D-C121-70D24623B9D0}"/>
                      </a:ext>
                    </a:extLst>
                  </p:cNvPr>
                  <p:cNvCxnSpPr>
                    <a:stCxn id="261" idx="3"/>
                  </p:cNvCxnSpPr>
                  <p:nvPr/>
                </p:nvCxnSpPr>
                <p:spPr>
                  <a:xfrm flipV="1">
                    <a:off x="2080351" y="4677802"/>
                    <a:ext cx="179881" cy="1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63" name="组合 262">
                  <a:extLst>
                    <a:ext uri="{FF2B5EF4-FFF2-40B4-BE49-F238E27FC236}">
                      <a16:creationId xmlns:a16="http://schemas.microsoft.com/office/drawing/2014/main" id="{19202708-3347-B2C4-1274-B2D7931B8D13}"/>
                    </a:ext>
                  </a:extLst>
                </p:cNvPr>
                <p:cNvGrpSpPr/>
                <p:nvPr/>
              </p:nvGrpSpPr>
              <p:grpSpPr>
                <a:xfrm rot="16200000">
                  <a:off x="6126149" y="6045614"/>
                  <a:ext cx="579609" cy="167903"/>
                  <a:chOff x="1680623" y="4593851"/>
                  <a:chExt cx="579609" cy="167903"/>
                </a:xfrm>
              </p:grpSpPr>
              <p:sp>
                <p:nvSpPr>
                  <p:cNvPr id="264" name="矩形 263">
                    <a:extLst>
                      <a:ext uri="{FF2B5EF4-FFF2-40B4-BE49-F238E27FC236}">
                        <a16:creationId xmlns:a16="http://schemas.microsoft.com/office/drawing/2014/main" id="{10D10B67-9D58-E206-E547-69AA84FE4FF7}"/>
                      </a:ext>
                    </a:extLst>
                  </p:cNvPr>
                  <p:cNvSpPr/>
                  <p:nvPr/>
                </p:nvSpPr>
                <p:spPr>
                  <a:xfrm>
                    <a:off x="1680623" y="4593851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265" name="直接箭头连接符 264">
                    <a:extLst>
                      <a:ext uri="{FF2B5EF4-FFF2-40B4-BE49-F238E27FC236}">
                        <a16:creationId xmlns:a16="http://schemas.microsoft.com/office/drawing/2014/main" id="{5EFF1B29-E98C-F3CB-6154-FBD8750376EB}"/>
                      </a:ext>
                    </a:extLst>
                  </p:cNvPr>
                  <p:cNvCxnSpPr>
                    <a:stCxn id="264" idx="3"/>
                  </p:cNvCxnSpPr>
                  <p:nvPr/>
                </p:nvCxnSpPr>
                <p:spPr>
                  <a:xfrm flipV="1">
                    <a:off x="2080351" y="4677802"/>
                    <a:ext cx="179881" cy="1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66" name="组合 265">
                  <a:extLst>
                    <a:ext uri="{FF2B5EF4-FFF2-40B4-BE49-F238E27FC236}">
                      <a16:creationId xmlns:a16="http://schemas.microsoft.com/office/drawing/2014/main" id="{34ABF08F-5288-749D-12AD-8598497DDC9C}"/>
                    </a:ext>
                  </a:extLst>
                </p:cNvPr>
                <p:cNvGrpSpPr/>
                <p:nvPr/>
              </p:nvGrpSpPr>
              <p:grpSpPr>
                <a:xfrm rot="16200000">
                  <a:off x="6103451" y="5343520"/>
                  <a:ext cx="579651" cy="167903"/>
                  <a:chOff x="1680623" y="4593851"/>
                  <a:chExt cx="579651" cy="167903"/>
                </a:xfrm>
              </p:grpSpPr>
              <p:sp>
                <p:nvSpPr>
                  <p:cNvPr id="267" name="矩形 266">
                    <a:extLst>
                      <a:ext uri="{FF2B5EF4-FFF2-40B4-BE49-F238E27FC236}">
                        <a16:creationId xmlns:a16="http://schemas.microsoft.com/office/drawing/2014/main" id="{9AD5BD65-D43A-1958-0144-436B123D6F48}"/>
                      </a:ext>
                    </a:extLst>
                  </p:cNvPr>
                  <p:cNvSpPr/>
                  <p:nvPr/>
                </p:nvSpPr>
                <p:spPr>
                  <a:xfrm>
                    <a:off x="1680623" y="4593851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268" name="直接箭头连接符 267">
                    <a:extLst>
                      <a:ext uri="{FF2B5EF4-FFF2-40B4-BE49-F238E27FC236}">
                        <a16:creationId xmlns:a16="http://schemas.microsoft.com/office/drawing/2014/main" id="{8A2994A2-0A75-E91A-ED31-B88CD0FDD8A5}"/>
                      </a:ext>
                    </a:extLst>
                  </p:cNvPr>
                  <p:cNvCxnSpPr>
                    <a:cxnSpLocks/>
                    <a:stCxn id="267" idx="3"/>
                  </p:cNvCxnSpPr>
                  <p:nvPr/>
                </p:nvCxnSpPr>
                <p:spPr>
                  <a:xfrm flipV="1">
                    <a:off x="2080394" y="4677801"/>
                    <a:ext cx="179880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69" name="组合 268">
                  <a:extLst>
                    <a:ext uri="{FF2B5EF4-FFF2-40B4-BE49-F238E27FC236}">
                      <a16:creationId xmlns:a16="http://schemas.microsoft.com/office/drawing/2014/main" id="{F29D1B6F-8727-7E4C-F46A-E33DFF98D0C6}"/>
                    </a:ext>
                  </a:extLst>
                </p:cNvPr>
                <p:cNvGrpSpPr/>
                <p:nvPr/>
              </p:nvGrpSpPr>
              <p:grpSpPr>
                <a:xfrm rot="16200000">
                  <a:off x="5530013" y="3739943"/>
                  <a:ext cx="758271" cy="1186105"/>
                  <a:chOff x="4682601" y="1917600"/>
                  <a:chExt cx="1014795" cy="1182812"/>
                </a:xfrm>
              </p:grpSpPr>
              <p:sp>
                <p:nvSpPr>
                  <p:cNvPr id="270" name="矩形 269">
                    <a:extLst>
                      <a:ext uri="{FF2B5EF4-FFF2-40B4-BE49-F238E27FC236}">
                        <a16:creationId xmlns:a16="http://schemas.microsoft.com/office/drawing/2014/main" id="{23081400-2272-22E4-99EF-4985B0FB74CC}"/>
                      </a:ext>
                    </a:extLst>
                  </p:cNvPr>
                  <p:cNvSpPr/>
                  <p:nvPr/>
                </p:nvSpPr>
                <p:spPr>
                  <a:xfrm>
                    <a:off x="4682601" y="2932509"/>
                    <a:ext cx="399728" cy="167903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>
                    <a:solidFill>
                      <a:schemeClr val="accent4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accent4"/>
                      </a:solidFill>
                    </a:endParaRPr>
                  </a:p>
                </p:txBody>
              </p:sp>
              <p:sp>
                <p:nvSpPr>
                  <p:cNvPr id="271" name="弧形 270">
                    <a:extLst>
                      <a:ext uri="{FF2B5EF4-FFF2-40B4-BE49-F238E27FC236}">
                        <a16:creationId xmlns:a16="http://schemas.microsoft.com/office/drawing/2014/main" id="{30B78BDA-1771-B734-86EA-775E1271C96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4643304" y="1980314"/>
                    <a:ext cx="1116806" cy="991378"/>
                  </a:xfrm>
                  <a:prstGeom prst="arc">
                    <a:avLst>
                      <a:gd name="adj1" fmla="val 19563312"/>
                      <a:gd name="adj2" fmla="val 720446"/>
                    </a:avLst>
                  </a:prstGeom>
                  <a:ln w="19050">
                    <a:solidFill>
                      <a:schemeClr val="accent4">
                        <a:lumMod val="60000"/>
                        <a:lumOff val="40000"/>
                      </a:schemeClr>
                    </a:solidFill>
                    <a:prstDash val="sysDash"/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accent4"/>
                      </a:solidFill>
                    </a:endParaRPr>
                  </a:p>
                </p:txBody>
              </p:sp>
            </p:grpSp>
            <p:grpSp>
              <p:nvGrpSpPr>
                <p:cNvPr id="272" name="组合 271">
                  <a:extLst>
                    <a:ext uri="{FF2B5EF4-FFF2-40B4-BE49-F238E27FC236}">
                      <a16:creationId xmlns:a16="http://schemas.microsoft.com/office/drawing/2014/main" id="{629154EE-E4EF-F386-0DF5-039CC1F7EE36}"/>
                    </a:ext>
                  </a:extLst>
                </p:cNvPr>
                <p:cNvGrpSpPr/>
                <p:nvPr/>
              </p:nvGrpSpPr>
              <p:grpSpPr>
                <a:xfrm rot="16200000">
                  <a:off x="6107115" y="1737466"/>
                  <a:ext cx="579609" cy="167903"/>
                  <a:chOff x="1680623" y="4593851"/>
                  <a:chExt cx="579609" cy="167903"/>
                </a:xfrm>
              </p:grpSpPr>
              <p:sp>
                <p:nvSpPr>
                  <p:cNvPr id="273" name="矩形 272">
                    <a:extLst>
                      <a:ext uri="{FF2B5EF4-FFF2-40B4-BE49-F238E27FC236}">
                        <a16:creationId xmlns:a16="http://schemas.microsoft.com/office/drawing/2014/main" id="{2ADC38F2-2267-BADF-3E17-492273E0D7C1}"/>
                      </a:ext>
                    </a:extLst>
                  </p:cNvPr>
                  <p:cNvSpPr/>
                  <p:nvPr/>
                </p:nvSpPr>
                <p:spPr>
                  <a:xfrm>
                    <a:off x="1680623" y="4593851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274" name="直接箭头连接符 273">
                    <a:extLst>
                      <a:ext uri="{FF2B5EF4-FFF2-40B4-BE49-F238E27FC236}">
                        <a16:creationId xmlns:a16="http://schemas.microsoft.com/office/drawing/2014/main" id="{B5AB43E0-EEAC-9CD0-E449-31A76833A3D0}"/>
                      </a:ext>
                    </a:extLst>
                  </p:cNvPr>
                  <p:cNvCxnSpPr>
                    <a:stCxn id="273" idx="3"/>
                  </p:cNvCxnSpPr>
                  <p:nvPr/>
                </p:nvCxnSpPr>
                <p:spPr>
                  <a:xfrm flipV="1">
                    <a:off x="2080351" y="4677802"/>
                    <a:ext cx="179881" cy="1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5" name="组合 274">
                  <a:extLst>
                    <a:ext uri="{FF2B5EF4-FFF2-40B4-BE49-F238E27FC236}">
                      <a16:creationId xmlns:a16="http://schemas.microsoft.com/office/drawing/2014/main" id="{98620A80-3B8E-F913-6385-7A199DA03293}"/>
                    </a:ext>
                  </a:extLst>
                </p:cNvPr>
                <p:cNvGrpSpPr/>
                <p:nvPr/>
              </p:nvGrpSpPr>
              <p:grpSpPr>
                <a:xfrm rot="16200000">
                  <a:off x="6103271" y="963460"/>
                  <a:ext cx="579609" cy="167903"/>
                  <a:chOff x="1680623" y="4593851"/>
                  <a:chExt cx="579609" cy="167903"/>
                </a:xfrm>
              </p:grpSpPr>
              <p:sp>
                <p:nvSpPr>
                  <p:cNvPr id="276" name="矩形 275">
                    <a:extLst>
                      <a:ext uri="{FF2B5EF4-FFF2-40B4-BE49-F238E27FC236}">
                        <a16:creationId xmlns:a16="http://schemas.microsoft.com/office/drawing/2014/main" id="{3E78E4C7-077A-439A-7A49-08425762F78D}"/>
                      </a:ext>
                    </a:extLst>
                  </p:cNvPr>
                  <p:cNvSpPr/>
                  <p:nvPr/>
                </p:nvSpPr>
                <p:spPr>
                  <a:xfrm>
                    <a:off x="1680623" y="4593851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277" name="直接箭头连接符 276">
                    <a:extLst>
                      <a:ext uri="{FF2B5EF4-FFF2-40B4-BE49-F238E27FC236}">
                        <a16:creationId xmlns:a16="http://schemas.microsoft.com/office/drawing/2014/main" id="{E6FB89DB-2B17-B340-40F1-BB1D8AB41C3E}"/>
                      </a:ext>
                    </a:extLst>
                  </p:cNvPr>
                  <p:cNvCxnSpPr>
                    <a:stCxn id="276" idx="3"/>
                  </p:cNvCxnSpPr>
                  <p:nvPr/>
                </p:nvCxnSpPr>
                <p:spPr>
                  <a:xfrm flipV="1">
                    <a:off x="2080351" y="4677802"/>
                    <a:ext cx="179881" cy="1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78" name="弧形 277">
                  <a:extLst>
                    <a:ext uri="{FF2B5EF4-FFF2-40B4-BE49-F238E27FC236}">
                      <a16:creationId xmlns:a16="http://schemas.microsoft.com/office/drawing/2014/main" id="{6F1418C9-E4B0-8444-7AAD-E192EF88A9D3}"/>
                    </a:ext>
                  </a:extLst>
                </p:cNvPr>
                <p:cNvSpPr/>
                <p:nvPr/>
              </p:nvSpPr>
              <p:spPr>
                <a:xfrm rot="5400000">
                  <a:off x="4511838" y="1714274"/>
                  <a:ext cx="1915522" cy="1799152"/>
                </a:xfrm>
                <a:prstGeom prst="arc">
                  <a:avLst>
                    <a:gd name="adj1" fmla="val 16200000"/>
                    <a:gd name="adj2" fmla="val 294151"/>
                  </a:avLst>
                </a:prstGeom>
                <a:ln w="19050">
                  <a:solidFill>
                    <a:schemeClr val="tx1"/>
                  </a:solidFill>
                  <a:prstDash val="sysDash"/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280" name="直接箭头连接符 279">
                  <a:extLst>
                    <a:ext uri="{FF2B5EF4-FFF2-40B4-BE49-F238E27FC236}">
                      <a16:creationId xmlns:a16="http://schemas.microsoft.com/office/drawing/2014/main" id="{2AE6B294-DE73-1E6F-8E8D-20CE6A3CDE41}"/>
                    </a:ext>
                  </a:extLst>
                </p:cNvPr>
                <p:cNvCxnSpPr>
                  <a:stCxn id="278" idx="2"/>
                </p:cNvCxnSpPr>
                <p:nvPr/>
              </p:nvCxnSpPr>
              <p:spPr>
                <a:xfrm>
                  <a:off x="5387788" y="3567642"/>
                  <a:ext cx="1714176" cy="3969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prstDash val="sys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直接箭头连接符 281">
                  <a:extLst>
                    <a:ext uri="{FF2B5EF4-FFF2-40B4-BE49-F238E27FC236}">
                      <a16:creationId xmlns:a16="http://schemas.microsoft.com/office/drawing/2014/main" id="{25777EB1-E6F2-31FC-865A-6307E79DE2E2}"/>
                    </a:ext>
                  </a:extLst>
                </p:cNvPr>
                <p:cNvCxnSpPr/>
                <p:nvPr/>
              </p:nvCxnSpPr>
              <p:spPr>
                <a:xfrm>
                  <a:off x="6065097" y="2606003"/>
                  <a:ext cx="0" cy="164610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prstDash val="sys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3" name="弧形 282">
                  <a:extLst>
                    <a:ext uri="{FF2B5EF4-FFF2-40B4-BE49-F238E27FC236}">
                      <a16:creationId xmlns:a16="http://schemas.microsoft.com/office/drawing/2014/main" id="{B93443AC-94C7-6CC2-DC08-B7C28FF6B53D}"/>
                    </a:ext>
                  </a:extLst>
                </p:cNvPr>
                <p:cNvSpPr/>
                <p:nvPr/>
              </p:nvSpPr>
              <p:spPr>
                <a:xfrm rot="10800000">
                  <a:off x="6060818" y="1799838"/>
                  <a:ext cx="2044577" cy="1754367"/>
                </a:xfrm>
                <a:prstGeom prst="arc">
                  <a:avLst>
                    <a:gd name="adj1" fmla="val 16157582"/>
                    <a:gd name="adj2" fmla="val 294151"/>
                  </a:avLst>
                </a:prstGeom>
                <a:ln w="19050">
                  <a:solidFill>
                    <a:schemeClr val="tx1"/>
                  </a:solidFill>
                  <a:prstDash val="sysDash"/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284" name="直接箭头连接符 283">
                  <a:extLst>
                    <a:ext uri="{FF2B5EF4-FFF2-40B4-BE49-F238E27FC236}">
                      <a16:creationId xmlns:a16="http://schemas.microsoft.com/office/drawing/2014/main" id="{6318132B-6DBE-C083-D2DA-1C300DB74826}"/>
                    </a:ext>
                  </a:extLst>
                </p:cNvPr>
                <p:cNvCxnSpPr/>
                <p:nvPr/>
              </p:nvCxnSpPr>
              <p:spPr>
                <a:xfrm>
                  <a:off x="6407150" y="2606003"/>
                  <a:ext cx="0" cy="164610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prstDash val="sysDash"/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5" name="弧形 284">
                  <a:extLst>
                    <a:ext uri="{FF2B5EF4-FFF2-40B4-BE49-F238E27FC236}">
                      <a16:creationId xmlns:a16="http://schemas.microsoft.com/office/drawing/2014/main" id="{2F40E0B3-8545-804D-CFE0-CE8D3E0DC84A}"/>
                    </a:ext>
                  </a:extLst>
                </p:cNvPr>
                <p:cNvSpPr/>
                <p:nvPr/>
              </p:nvSpPr>
              <p:spPr>
                <a:xfrm>
                  <a:off x="4483226" y="3340731"/>
                  <a:ext cx="1923921" cy="1749179"/>
                </a:xfrm>
                <a:prstGeom prst="arc">
                  <a:avLst>
                    <a:gd name="adj1" fmla="val 16016228"/>
                    <a:gd name="adj2" fmla="val 274145"/>
                  </a:avLst>
                </a:prstGeom>
                <a:ln w="19050">
                  <a:solidFill>
                    <a:schemeClr val="tx1"/>
                  </a:solidFill>
                  <a:prstDash val="sysDash"/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286" name="直接箭头连接符 285">
                  <a:extLst>
                    <a:ext uri="{FF2B5EF4-FFF2-40B4-BE49-F238E27FC236}">
                      <a16:creationId xmlns:a16="http://schemas.microsoft.com/office/drawing/2014/main" id="{1C109685-E8F9-EA58-8B27-2BAACA895BF8}"/>
                    </a:ext>
                  </a:extLst>
                </p:cNvPr>
                <p:cNvCxnSpPr/>
                <p:nvPr/>
              </p:nvCxnSpPr>
              <p:spPr>
                <a:xfrm>
                  <a:off x="5379331" y="3310874"/>
                  <a:ext cx="1714176" cy="3969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prstDash val="sysDash"/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7" name="弧形 286">
                  <a:extLst>
                    <a:ext uri="{FF2B5EF4-FFF2-40B4-BE49-F238E27FC236}">
                      <a16:creationId xmlns:a16="http://schemas.microsoft.com/office/drawing/2014/main" id="{8B28E149-4A85-0717-18C5-3FEE0D96ADF8}"/>
                    </a:ext>
                  </a:extLst>
                </p:cNvPr>
                <p:cNvSpPr/>
                <p:nvPr/>
              </p:nvSpPr>
              <p:spPr>
                <a:xfrm rot="16200000">
                  <a:off x="5948043" y="3463303"/>
                  <a:ext cx="1992620" cy="1717866"/>
                </a:xfrm>
                <a:prstGeom prst="arc">
                  <a:avLst>
                    <a:gd name="adj1" fmla="val 16566475"/>
                    <a:gd name="adj2" fmla="val 294151"/>
                  </a:avLst>
                </a:prstGeom>
                <a:ln w="19050">
                  <a:solidFill>
                    <a:schemeClr val="tx1"/>
                  </a:solidFill>
                  <a:prstDash val="sysDash"/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88" name="椭圆 287">
                  <a:extLst>
                    <a:ext uri="{FF2B5EF4-FFF2-40B4-BE49-F238E27FC236}">
                      <a16:creationId xmlns:a16="http://schemas.microsoft.com/office/drawing/2014/main" id="{B4977835-1DFB-C7BB-10DC-09971DB74A9A}"/>
                    </a:ext>
                  </a:extLst>
                </p:cNvPr>
                <p:cNvSpPr/>
                <p:nvPr/>
              </p:nvSpPr>
              <p:spPr>
                <a:xfrm>
                  <a:off x="6050281" y="3282068"/>
                  <a:ext cx="45719" cy="45719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9" name="椭圆 288">
                  <a:extLst>
                    <a:ext uri="{FF2B5EF4-FFF2-40B4-BE49-F238E27FC236}">
                      <a16:creationId xmlns:a16="http://schemas.microsoft.com/office/drawing/2014/main" id="{EE37A4EF-AF7F-4646-9A55-569A03F0782D}"/>
                    </a:ext>
                  </a:extLst>
                </p:cNvPr>
                <p:cNvSpPr/>
                <p:nvPr/>
              </p:nvSpPr>
              <p:spPr>
                <a:xfrm>
                  <a:off x="5885099" y="3429012"/>
                  <a:ext cx="45719" cy="45719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0" name="椭圆 289">
                  <a:extLst>
                    <a:ext uri="{FF2B5EF4-FFF2-40B4-BE49-F238E27FC236}">
                      <a16:creationId xmlns:a16="http://schemas.microsoft.com/office/drawing/2014/main" id="{15E32506-2816-C240-E8B1-92AC95A0D477}"/>
                    </a:ext>
                  </a:extLst>
                </p:cNvPr>
                <p:cNvSpPr/>
                <p:nvPr/>
              </p:nvSpPr>
              <p:spPr>
                <a:xfrm>
                  <a:off x="6046641" y="3538367"/>
                  <a:ext cx="45719" cy="45719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1" name="椭圆 290">
                  <a:extLst>
                    <a:ext uri="{FF2B5EF4-FFF2-40B4-BE49-F238E27FC236}">
                      <a16:creationId xmlns:a16="http://schemas.microsoft.com/office/drawing/2014/main" id="{79A7BECE-36B8-E0E5-62A9-697DCA388CE7}"/>
                    </a:ext>
                  </a:extLst>
                </p:cNvPr>
                <p:cNvSpPr/>
                <p:nvPr/>
              </p:nvSpPr>
              <p:spPr>
                <a:xfrm>
                  <a:off x="6230250" y="3701672"/>
                  <a:ext cx="45719" cy="45719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2" name="椭圆 291">
                  <a:extLst>
                    <a:ext uri="{FF2B5EF4-FFF2-40B4-BE49-F238E27FC236}">
                      <a16:creationId xmlns:a16="http://schemas.microsoft.com/office/drawing/2014/main" id="{7B4C4AEB-BB83-E51F-55D3-D73D50531BE6}"/>
                    </a:ext>
                  </a:extLst>
                </p:cNvPr>
                <p:cNvSpPr/>
                <p:nvPr/>
              </p:nvSpPr>
              <p:spPr>
                <a:xfrm>
                  <a:off x="6385157" y="3544289"/>
                  <a:ext cx="45719" cy="45719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3" name="椭圆 292">
                  <a:extLst>
                    <a:ext uri="{FF2B5EF4-FFF2-40B4-BE49-F238E27FC236}">
                      <a16:creationId xmlns:a16="http://schemas.microsoft.com/office/drawing/2014/main" id="{22C2B432-045F-C6AA-4096-218F50DB80D7}"/>
                    </a:ext>
                  </a:extLst>
                </p:cNvPr>
                <p:cNvSpPr/>
                <p:nvPr/>
              </p:nvSpPr>
              <p:spPr>
                <a:xfrm>
                  <a:off x="6385156" y="3297525"/>
                  <a:ext cx="45719" cy="45719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4" name="椭圆 293">
                  <a:extLst>
                    <a:ext uri="{FF2B5EF4-FFF2-40B4-BE49-F238E27FC236}">
                      <a16:creationId xmlns:a16="http://schemas.microsoft.com/office/drawing/2014/main" id="{0BEA80AC-6644-BF46-7A9A-6C34307615B4}"/>
                    </a:ext>
                  </a:extLst>
                </p:cNvPr>
                <p:cNvSpPr/>
                <p:nvPr/>
              </p:nvSpPr>
              <p:spPr>
                <a:xfrm>
                  <a:off x="6201948" y="3124590"/>
                  <a:ext cx="45719" cy="45719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5" name="椭圆 294">
                  <a:extLst>
                    <a:ext uri="{FF2B5EF4-FFF2-40B4-BE49-F238E27FC236}">
                      <a16:creationId xmlns:a16="http://schemas.microsoft.com/office/drawing/2014/main" id="{A79F0431-C911-2C4A-35B2-802C514D2874}"/>
                    </a:ext>
                  </a:extLst>
                </p:cNvPr>
                <p:cNvSpPr/>
                <p:nvPr/>
              </p:nvSpPr>
              <p:spPr>
                <a:xfrm>
                  <a:off x="6541678" y="3401491"/>
                  <a:ext cx="45719" cy="45719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8" name="矩形 297">
                  <a:extLst>
                    <a:ext uri="{FF2B5EF4-FFF2-40B4-BE49-F238E27FC236}">
                      <a16:creationId xmlns:a16="http://schemas.microsoft.com/office/drawing/2014/main" id="{3F38BE84-EA12-6596-E763-06F67AE5A705}"/>
                    </a:ext>
                  </a:extLst>
                </p:cNvPr>
                <p:cNvSpPr/>
                <p:nvPr/>
              </p:nvSpPr>
              <p:spPr>
                <a:xfrm>
                  <a:off x="5858609" y="2839961"/>
                  <a:ext cx="899883" cy="724812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9" name="矩形 298">
                  <a:extLst>
                    <a:ext uri="{FF2B5EF4-FFF2-40B4-BE49-F238E27FC236}">
                      <a16:creationId xmlns:a16="http://schemas.microsoft.com/office/drawing/2014/main" id="{3FE59F60-EFBC-998C-1953-B368290D0827}"/>
                    </a:ext>
                  </a:extLst>
                </p:cNvPr>
                <p:cNvSpPr/>
                <p:nvPr/>
              </p:nvSpPr>
              <p:spPr>
                <a:xfrm>
                  <a:off x="2838970" y="875618"/>
                  <a:ext cx="2299847" cy="185859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300" name="组合 299">
                  <a:extLst>
                    <a:ext uri="{FF2B5EF4-FFF2-40B4-BE49-F238E27FC236}">
                      <a16:creationId xmlns:a16="http://schemas.microsoft.com/office/drawing/2014/main" id="{EC75F96D-D07C-01AC-3F50-A6D02A2C7E4B}"/>
                    </a:ext>
                  </a:extLst>
                </p:cNvPr>
                <p:cNvGrpSpPr/>
                <p:nvPr/>
              </p:nvGrpSpPr>
              <p:grpSpPr>
                <a:xfrm rot="3595379">
                  <a:off x="3772915" y="492040"/>
                  <a:ext cx="1533888" cy="1809272"/>
                  <a:chOff x="4682603" y="1917600"/>
                  <a:chExt cx="1014793" cy="1182812"/>
                </a:xfrm>
              </p:grpSpPr>
              <p:sp>
                <p:nvSpPr>
                  <p:cNvPr id="301" name="矩形 300">
                    <a:extLst>
                      <a:ext uri="{FF2B5EF4-FFF2-40B4-BE49-F238E27FC236}">
                        <a16:creationId xmlns:a16="http://schemas.microsoft.com/office/drawing/2014/main" id="{FDDE6093-2BAE-E2E7-270C-42C7F2AA0BF1}"/>
                      </a:ext>
                    </a:extLst>
                  </p:cNvPr>
                  <p:cNvSpPr/>
                  <p:nvPr/>
                </p:nvSpPr>
                <p:spPr>
                  <a:xfrm>
                    <a:off x="4682603" y="2932509"/>
                    <a:ext cx="399728" cy="167903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>
                    <a:solidFill>
                      <a:schemeClr val="accent4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accent4"/>
                      </a:solidFill>
                    </a:endParaRPr>
                  </a:p>
                </p:txBody>
              </p:sp>
              <p:sp>
                <p:nvSpPr>
                  <p:cNvPr id="302" name="弧形 301">
                    <a:extLst>
                      <a:ext uri="{FF2B5EF4-FFF2-40B4-BE49-F238E27FC236}">
                        <a16:creationId xmlns:a16="http://schemas.microsoft.com/office/drawing/2014/main" id="{ACF519D8-DA20-B55C-7758-7AD8F41E3F6D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4643304" y="1980314"/>
                    <a:ext cx="1116806" cy="991378"/>
                  </a:xfrm>
                  <a:prstGeom prst="arc">
                    <a:avLst>
                      <a:gd name="adj1" fmla="val 19563312"/>
                      <a:gd name="adj2" fmla="val 720446"/>
                    </a:avLst>
                  </a:prstGeom>
                  <a:ln w="19050">
                    <a:solidFill>
                      <a:schemeClr val="accent4">
                        <a:lumMod val="60000"/>
                        <a:lumOff val="40000"/>
                      </a:schemeClr>
                    </a:solidFill>
                    <a:prstDash val="sysDash"/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accent4"/>
                      </a:solidFill>
                    </a:endParaRPr>
                  </a:p>
                </p:txBody>
              </p:sp>
            </p:grpSp>
            <p:grpSp>
              <p:nvGrpSpPr>
                <p:cNvPr id="303" name="组合 302">
                  <a:extLst>
                    <a:ext uri="{FF2B5EF4-FFF2-40B4-BE49-F238E27FC236}">
                      <a16:creationId xmlns:a16="http://schemas.microsoft.com/office/drawing/2014/main" id="{39C13411-275F-B40D-6D85-39476ED1BD9D}"/>
                    </a:ext>
                  </a:extLst>
                </p:cNvPr>
                <p:cNvGrpSpPr/>
                <p:nvPr/>
              </p:nvGrpSpPr>
              <p:grpSpPr>
                <a:xfrm rot="19572177">
                  <a:off x="2773381" y="647027"/>
                  <a:ext cx="1426654" cy="1514106"/>
                  <a:chOff x="4682601" y="1917600"/>
                  <a:chExt cx="1014795" cy="1182812"/>
                </a:xfrm>
              </p:grpSpPr>
              <p:sp>
                <p:nvSpPr>
                  <p:cNvPr id="304" name="矩形 303">
                    <a:extLst>
                      <a:ext uri="{FF2B5EF4-FFF2-40B4-BE49-F238E27FC236}">
                        <a16:creationId xmlns:a16="http://schemas.microsoft.com/office/drawing/2014/main" id="{819B9669-8194-8754-C86E-1B6B79DECA99}"/>
                      </a:ext>
                    </a:extLst>
                  </p:cNvPr>
                  <p:cNvSpPr/>
                  <p:nvPr/>
                </p:nvSpPr>
                <p:spPr>
                  <a:xfrm>
                    <a:off x="4682601" y="2932509"/>
                    <a:ext cx="399728" cy="167903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>
                    <a:solidFill>
                      <a:schemeClr val="accent4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accent4"/>
                      </a:solidFill>
                    </a:endParaRPr>
                  </a:p>
                </p:txBody>
              </p:sp>
              <p:sp>
                <p:nvSpPr>
                  <p:cNvPr id="305" name="弧形 304">
                    <a:extLst>
                      <a:ext uri="{FF2B5EF4-FFF2-40B4-BE49-F238E27FC236}">
                        <a16:creationId xmlns:a16="http://schemas.microsoft.com/office/drawing/2014/main" id="{D050BB27-E098-A0BA-C332-4045D6FD2DAB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4643304" y="1980314"/>
                    <a:ext cx="1116806" cy="991378"/>
                  </a:xfrm>
                  <a:prstGeom prst="arc">
                    <a:avLst>
                      <a:gd name="adj1" fmla="val 19563312"/>
                      <a:gd name="adj2" fmla="val 720446"/>
                    </a:avLst>
                  </a:prstGeom>
                  <a:ln w="19050">
                    <a:solidFill>
                      <a:schemeClr val="accent4">
                        <a:lumMod val="60000"/>
                        <a:lumOff val="40000"/>
                      </a:schemeClr>
                    </a:solidFill>
                    <a:prstDash val="sysDash"/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accent4"/>
                      </a:solidFill>
                    </a:endParaRPr>
                  </a:p>
                </p:txBody>
              </p:sp>
            </p:grpSp>
            <p:grpSp>
              <p:nvGrpSpPr>
                <p:cNvPr id="306" name="组合 305">
                  <a:extLst>
                    <a:ext uri="{FF2B5EF4-FFF2-40B4-BE49-F238E27FC236}">
                      <a16:creationId xmlns:a16="http://schemas.microsoft.com/office/drawing/2014/main" id="{19039611-8789-1246-49A9-F20EA47547D8}"/>
                    </a:ext>
                  </a:extLst>
                </p:cNvPr>
                <p:cNvGrpSpPr/>
                <p:nvPr/>
              </p:nvGrpSpPr>
              <p:grpSpPr>
                <a:xfrm rot="10800000">
                  <a:off x="3628406" y="1776763"/>
                  <a:ext cx="1114739" cy="260499"/>
                  <a:chOff x="1739546" y="4648177"/>
                  <a:chExt cx="653107" cy="167903"/>
                </a:xfrm>
              </p:grpSpPr>
              <p:sp>
                <p:nvSpPr>
                  <p:cNvPr id="307" name="矩形 306">
                    <a:extLst>
                      <a:ext uri="{FF2B5EF4-FFF2-40B4-BE49-F238E27FC236}">
                        <a16:creationId xmlns:a16="http://schemas.microsoft.com/office/drawing/2014/main" id="{84593F4E-2C44-4768-8363-8986BEA2106E}"/>
                      </a:ext>
                    </a:extLst>
                  </p:cNvPr>
                  <p:cNvSpPr/>
                  <p:nvPr/>
                </p:nvSpPr>
                <p:spPr>
                  <a:xfrm>
                    <a:off x="1739546" y="4648177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308" name="直接箭头连接符 307">
                    <a:extLst>
                      <a:ext uri="{FF2B5EF4-FFF2-40B4-BE49-F238E27FC236}">
                        <a16:creationId xmlns:a16="http://schemas.microsoft.com/office/drawing/2014/main" id="{F8552240-CBBD-9E85-2BD8-7919F1A6A619}"/>
                      </a:ext>
                    </a:extLst>
                  </p:cNvPr>
                  <p:cNvCxnSpPr>
                    <a:cxnSpLocks/>
                    <a:stCxn id="307" idx="3"/>
                  </p:cNvCxnSpPr>
                  <p:nvPr/>
                </p:nvCxnSpPr>
                <p:spPr>
                  <a:xfrm rot="10800000" flipH="1">
                    <a:off x="2139274" y="4732129"/>
                    <a:ext cx="253379" cy="0"/>
                  </a:xfrm>
                  <a:prstGeom prst="straightConnector1">
                    <a:avLst/>
                  </a:prstGeom>
                  <a:ln w="19050">
                    <a:prstDash val="sysDash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15" name="直接连接符 314">
                  <a:extLst>
                    <a:ext uri="{FF2B5EF4-FFF2-40B4-BE49-F238E27FC236}">
                      <a16:creationId xmlns:a16="http://schemas.microsoft.com/office/drawing/2014/main" id="{73475F0F-3AAC-7F06-78C1-457284A3C3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82313" y="1910473"/>
                  <a:ext cx="1916375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直接箭头连接符 323">
                  <a:extLst>
                    <a:ext uri="{FF2B5EF4-FFF2-40B4-BE49-F238E27FC236}">
                      <a16:creationId xmlns:a16="http://schemas.microsoft.com/office/drawing/2014/main" id="{A6B9DCD9-0305-059F-42AA-E4BEBEC595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37487" y="2733183"/>
                  <a:ext cx="747612" cy="106779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prstDash val="sysDash"/>
                  <a:headEnd type="triangl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25" name="直接箭头连接符 324">
                  <a:extLst>
                    <a:ext uri="{FF2B5EF4-FFF2-40B4-BE49-F238E27FC236}">
                      <a16:creationId xmlns:a16="http://schemas.microsoft.com/office/drawing/2014/main" id="{D8E1F4E8-B0D3-49E5-F3D0-4832314449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29614" y="2743540"/>
                  <a:ext cx="2981768" cy="799518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prstDash val="sysDash"/>
                  <a:headEnd type="triangl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grpSp>
              <p:nvGrpSpPr>
                <p:cNvPr id="461" name="组合 460">
                  <a:extLst>
                    <a:ext uri="{FF2B5EF4-FFF2-40B4-BE49-F238E27FC236}">
                      <a16:creationId xmlns:a16="http://schemas.microsoft.com/office/drawing/2014/main" id="{DD477090-0533-7376-4FC0-DB0EB2F69058}"/>
                    </a:ext>
                  </a:extLst>
                </p:cNvPr>
                <p:cNvGrpSpPr/>
                <p:nvPr/>
              </p:nvGrpSpPr>
              <p:grpSpPr>
                <a:xfrm>
                  <a:off x="8150724" y="949960"/>
                  <a:ext cx="1324414" cy="1276035"/>
                  <a:chOff x="8443418" y="604555"/>
                  <a:chExt cx="1324414" cy="1276035"/>
                </a:xfrm>
              </p:grpSpPr>
              <p:sp>
                <p:nvSpPr>
                  <p:cNvPr id="328" name="椭圆 327">
                    <a:extLst>
                      <a:ext uri="{FF2B5EF4-FFF2-40B4-BE49-F238E27FC236}">
                        <a16:creationId xmlns:a16="http://schemas.microsoft.com/office/drawing/2014/main" id="{51BF4681-CE9D-CF03-8B83-07BF5C909219}"/>
                      </a:ext>
                    </a:extLst>
                  </p:cNvPr>
                  <p:cNvSpPr/>
                  <p:nvPr/>
                </p:nvSpPr>
                <p:spPr>
                  <a:xfrm>
                    <a:off x="8599021" y="604555"/>
                    <a:ext cx="161504" cy="161504"/>
                  </a:xfrm>
                  <a:prstGeom prst="ellipse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29" name="椭圆 328">
                    <a:extLst>
                      <a:ext uri="{FF2B5EF4-FFF2-40B4-BE49-F238E27FC236}">
                        <a16:creationId xmlns:a16="http://schemas.microsoft.com/office/drawing/2014/main" id="{B5A19E1A-996A-92AB-D97F-562B788885B8}"/>
                      </a:ext>
                    </a:extLst>
                  </p:cNvPr>
                  <p:cNvSpPr/>
                  <p:nvPr/>
                </p:nvSpPr>
                <p:spPr>
                  <a:xfrm>
                    <a:off x="8883876" y="604555"/>
                    <a:ext cx="161504" cy="161504"/>
                  </a:xfrm>
                  <a:prstGeom prst="ellipse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30" name="椭圆 329">
                    <a:extLst>
                      <a:ext uri="{FF2B5EF4-FFF2-40B4-BE49-F238E27FC236}">
                        <a16:creationId xmlns:a16="http://schemas.microsoft.com/office/drawing/2014/main" id="{C899E7D6-32F6-2B46-2A64-59698A839F50}"/>
                      </a:ext>
                    </a:extLst>
                  </p:cNvPr>
                  <p:cNvSpPr/>
                  <p:nvPr/>
                </p:nvSpPr>
                <p:spPr>
                  <a:xfrm>
                    <a:off x="9168731" y="604555"/>
                    <a:ext cx="161504" cy="161504"/>
                  </a:xfrm>
                  <a:prstGeom prst="ellipse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31" name="椭圆 330">
                    <a:extLst>
                      <a:ext uri="{FF2B5EF4-FFF2-40B4-BE49-F238E27FC236}">
                        <a16:creationId xmlns:a16="http://schemas.microsoft.com/office/drawing/2014/main" id="{B1C05EEA-A06A-9BED-6BB1-5A90ECE6980C}"/>
                      </a:ext>
                    </a:extLst>
                  </p:cNvPr>
                  <p:cNvSpPr/>
                  <p:nvPr/>
                </p:nvSpPr>
                <p:spPr>
                  <a:xfrm>
                    <a:off x="9456454" y="612488"/>
                    <a:ext cx="161504" cy="161504"/>
                  </a:xfrm>
                  <a:prstGeom prst="ellipse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32" name="椭圆 331">
                    <a:extLst>
                      <a:ext uri="{FF2B5EF4-FFF2-40B4-BE49-F238E27FC236}">
                        <a16:creationId xmlns:a16="http://schemas.microsoft.com/office/drawing/2014/main" id="{A18E309C-21DD-99DA-2F6B-FEA195FFD52E}"/>
                      </a:ext>
                    </a:extLst>
                  </p:cNvPr>
                  <p:cNvSpPr/>
                  <p:nvPr/>
                </p:nvSpPr>
                <p:spPr>
                  <a:xfrm>
                    <a:off x="8599021" y="883162"/>
                    <a:ext cx="161504" cy="161504"/>
                  </a:xfrm>
                  <a:prstGeom prst="ellipse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>
                    <a:solidFill>
                      <a:schemeClr val="accent5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33" name="椭圆 332">
                    <a:extLst>
                      <a:ext uri="{FF2B5EF4-FFF2-40B4-BE49-F238E27FC236}">
                        <a16:creationId xmlns:a16="http://schemas.microsoft.com/office/drawing/2014/main" id="{770C45D3-67CE-8A7F-A426-3E1D4F8665A3}"/>
                      </a:ext>
                    </a:extLst>
                  </p:cNvPr>
                  <p:cNvSpPr/>
                  <p:nvPr/>
                </p:nvSpPr>
                <p:spPr>
                  <a:xfrm>
                    <a:off x="8883876" y="883162"/>
                    <a:ext cx="161504" cy="161504"/>
                  </a:xfrm>
                  <a:prstGeom prst="ellipse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>
                    <a:solidFill>
                      <a:schemeClr val="accent5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34" name="椭圆 333">
                    <a:extLst>
                      <a:ext uri="{FF2B5EF4-FFF2-40B4-BE49-F238E27FC236}">
                        <a16:creationId xmlns:a16="http://schemas.microsoft.com/office/drawing/2014/main" id="{14C29BA7-36A9-6B9C-AF44-44E7E916BB0C}"/>
                      </a:ext>
                    </a:extLst>
                  </p:cNvPr>
                  <p:cNvSpPr/>
                  <p:nvPr/>
                </p:nvSpPr>
                <p:spPr>
                  <a:xfrm>
                    <a:off x="9168731" y="883162"/>
                    <a:ext cx="161504" cy="161504"/>
                  </a:xfrm>
                  <a:prstGeom prst="ellipse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>
                    <a:solidFill>
                      <a:schemeClr val="accent5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35" name="椭圆 334">
                    <a:extLst>
                      <a:ext uri="{FF2B5EF4-FFF2-40B4-BE49-F238E27FC236}">
                        <a16:creationId xmlns:a16="http://schemas.microsoft.com/office/drawing/2014/main" id="{7B320B57-C290-1A2D-4AFB-46F75A282BAD}"/>
                      </a:ext>
                    </a:extLst>
                  </p:cNvPr>
                  <p:cNvSpPr/>
                  <p:nvPr/>
                </p:nvSpPr>
                <p:spPr>
                  <a:xfrm>
                    <a:off x="9456454" y="891095"/>
                    <a:ext cx="161504" cy="161504"/>
                  </a:xfrm>
                  <a:prstGeom prst="ellipse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>
                    <a:solidFill>
                      <a:schemeClr val="accent5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36" name="椭圆 335">
                    <a:extLst>
                      <a:ext uri="{FF2B5EF4-FFF2-40B4-BE49-F238E27FC236}">
                        <a16:creationId xmlns:a16="http://schemas.microsoft.com/office/drawing/2014/main" id="{57CB2FDA-0AF1-0B70-89DD-DFAAA42EF3DA}"/>
                      </a:ext>
                    </a:extLst>
                  </p:cNvPr>
                  <p:cNvSpPr/>
                  <p:nvPr/>
                </p:nvSpPr>
                <p:spPr>
                  <a:xfrm>
                    <a:off x="8443418" y="1146334"/>
                    <a:ext cx="161504" cy="161504"/>
                  </a:xfrm>
                  <a:prstGeom prst="ellipse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>
                    <a:solidFill>
                      <a:schemeClr val="accent5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37" name="椭圆 336">
                    <a:extLst>
                      <a:ext uri="{FF2B5EF4-FFF2-40B4-BE49-F238E27FC236}">
                        <a16:creationId xmlns:a16="http://schemas.microsoft.com/office/drawing/2014/main" id="{80D091FB-C125-B774-94D3-E18284C42A61}"/>
                      </a:ext>
                    </a:extLst>
                  </p:cNvPr>
                  <p:cNvSpPr/>
                  <p:nvPr/>
                </p:nvSpPr>
                <p:spPr>
                  <a:xfrm>
                    <a:off x="8728273" y="1146334"/>
                    <a:ext cx="161504" cy="161504"/>
                  </a:xfrm>
                  <a:prstGeom prst="ellipse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>
                    <a:solidFill>
                      <a:schemeClr val="accent5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38" name="椭圆 337">
                    <a:extLst>
                      <a:ext uri="{FF2B5EF4-FFF2-40B4-BE49-F238E27FC236}">
                        <a16:creationId xmlns:a16="http://schemas.microsoft.com/office/drawing/2014/main" id="{4D8759C2-A76E-F727-E7A9-784A16910938}"/>
                      </a:ext>
                    </a:extLst>
                  </p:cNvPr>
                  <p:cNvSpPr/>
                  <p:nvPr/>
                </p:nvSpPr>
                <p:spPr>
                  <a:xfrm>
                    <a:off x="9013128" y="1146334"/>
                    <a:ext cx="161504" cy="161504"/>
                  </a:xfrm>
                  <a:prstGeom prst="ellipse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>
                    <a:solidFill>
                      <a:schemeClr val="accent5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39" name="椭圆 338">
                    <a:extLst>
                      <a:ext uri="{FF2B5EF4-FFF2-40B4-BE49-F238E27FC236}">
                        <a16:creationId xmlns:a16="http://schemas.microsoft.com/office/drawing/2014/main" id="{1C3E78EF-4787-B9F0-36BD-8CFC86B02468}"/>
                      </a:ext>
                    </a:extLst>
                  </p:cNvPr>
                  <p:cNvSpPr/>
                  <p:nvPr/>
                </p:nvSpPr>
                <p:spPr>
                  <a:xfrm>
                    <a:off x="9300851" y="1154267"/>
                    <a:ext cx="161504" cy="161504"/>
                  </a:xfrm>
                  <a:prstGeom prst="ellipse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>
                    <a:solidFill>
                      <a:schemeClr val="accent5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40" name="椭圆 339">
                    <a:extLst>
                      <a:ext uri="{FF2B5EF4-FFF2-40B4-BE49-F238E27FC236}">
                        <a16:creationId xmlns:a16="http://schemas.microsoft.com/office/drawing/2014/main" id="{37EA4A69-556A-4A59-0E3B-A1CB0AD2C4B2}"/>
                      </a:ext>
                    </a:extLst>
                  </p:cNvPr>
                  <p:cNvSpPr/>
                  <p:nvPr/>
                </p:nvSpPr>
                <p:spPr>
                  <a:xfrm>
                    <a:off x="9606328" y="1162596"/>
                    <a:ext cx="161504" cy="161504"/>
                  </a:xfrm>
                  <a:prstGeom prst="ellipse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>
                    <a:solidFill>
                      <a:schemeClr val="accent5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41" name="椭圆 340">
                    <a:extLst>
                      <a:ext uri="{FF2B5EF4-FFF2-40B4-BE49-F238E27FC236}">
                        <a16:creationId xmlns:a16="http://schemas.microsoft.com/office/drawing/2014/main" id="{28764A1C-C7E0-2C19-BD69-3778673C9222}"/>
                      </a:ext>
                    </a:extLst>
                  </p:cNvPr>
                  <p:cNvSpPr/>
                  <p:nvPr/>
                </p:nvSpPr>
                <p:spPr>
                  <a:xfrm>
                    <a:off x="8722372" y="1438270"/>
                    <a:ext cx="161504" cy="161504"/>
                  </a:xfrm>
                  <a:prstGeom prst="ellipse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>
                    <a:solidFill>
                      <a:schemeClr val="accent5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42" name="椭圆 341">
                    <a:extLst>
                      <a:ext uri="{FF2B5EF4-FFF2-40B4-BE49-F238E27FC236}">
                        <a16:creationId xmlns:a16="http://schemas.microsoft.com/office/drawing/2014/main" id="{CB755A03-0C9F-8780-50DF-6C789B0013D0}"/>
                      </a:ext>
                    </a:extLst>
                  </p:cNvPr>
                  <p:cNvSpPr/>
                  <p:nvPr/>
                </p:nvSpPr>
                <p:spPr>
                  <a:xfrm>
                    <a:off x="9013128" y="1438270"/>
                    <a:ext cx="161504" cy="161504"/>
                  </a:xfrm>
                  <a:prstGeom prst="ellipse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>
                    <a:solidFill>
                      <a:schemeClr val="accent5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43" name="椭圆 342">
                    <a:extLst>
                      <a:ext uri="{FF2B5EF4-FFF2-40B4-BE49-F238E27FC236}">
                        <a16:creationId xmlns:a16="http://schemas.microsoft.com/office/drawing/2014/main" id="{5534AA05-802D-E8EB-556B-AD8A1009997C}"/>
                      </a:ext>
                    </a:extLst>
                  </p:cNvPr>
                  <p:cNvSpPr/>
                  <p:nvPr/>
                </p:nvSpPr>
                <p:spPr>
                  <a:xfrm>
                    <a:off x="9327720" y="1469888"/>
                    <a:ext cx="161504" cy="161504"/>
                  </a:xfrm>
                  <a:prstGeom prst="ellipse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>
                    <a:solidFill>
                      <a:schemeClr val="accent5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44" name="椭圆 343">
                    <a:extLst>
                      <a:ext uri="{FF2B5EF4-FFF2-40B4-BE49-F238E27FC236}">
                        <a16:creationId xmlns:a16="http://schemas.microsoft.com/office/drawing/2014/main" id="{8037E24B-77C6-8E47-8168-F18E36E03619}"/>
                      </a:ext>
                    </a:extLst>
                  </p:cNvPr>
                  <p:cNvSpPr/>
                  <p:nvPr/>
                </p:nvSpPr>
                <p:spPr>
                  <a:xfrm>
                    <a:off x="9013128" y="1719086"/>
                    <a:ext cx="161504" cy="161504"/>
                  </a:xfrm>
                  <a:prstGeom prst="ellips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353" name="直接连接符 352">
                    <a:extLst>
                      <a:ext uri="{FF2B5EF4-FFF2-40B4-BE49-F238E27FC236}">
                        <a16:creationId xmlns:a16="http://schemas.microsoft.com/office/drawing/2014/main" id="{609D6BA0-F3B7-3880-6F34-561803191FA3}"/>
                      </a:ext>
                    </a:extLst>
                  </p:cNvPr>
                  <p:cNvCxnSpPr>
                    <a:stCxn id="328" idx="4"/>
                    <a:endCxn id="332" idx="0"/>
                  </p:cNvCxnSpPr>
                  <p:nvPr/>
                </p:nvCxnSpPr>
                <p:spPr>
                  <a:xfrm>
                    <a:off x="8679773" y="766059"/>
                    <a:ext cx="0" cy="117103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5" name="直接连接符 354">
                    <a:extLst>
                      <a:ext uri="{FF2B5EF4-FFF2-40B4-BE49-F238E27FC236}">
                        <a16:creationId xmlns:a16="http://schemas.microsoft.com/office/drawing/2014/main" id="{61FC6185-D2FF-95AF-7841-3D8F38C131D1}"/>
                      </a:ext>
                    </a:extLst>
                  </p:cNvPr>
                  <p:cNvCxnSpPr>
                    <a:cxnSpLocks/>
                    <a:stCxn id="328" idx="4"/>
                    <a:endCxn id="333" idx="0"/>
                  </p:cNvCxnSpPr>
                  <p:nvPr/>
                </p:nvCxnSpPr>
                <p:spPr>
                  <a:xfrm>
                    <a:off x="8679773" y="766059"/>
                    <a:ext cx="284855" cy="117103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7" name="直接连接符 356">
                    <a:extLst>
                      <a:ext uri="{FF2B5EF4-FFF2-40B4-BE49-F238E27FC236}">
                        <a16:creationId xmlns:a16="http://schemas.microsoft.com/office/drawing/2014/main" id="{C3F2340E-4E73-E8A4-F1F8-1186B3FC19A0}"/>
                      </a:ext>
                    </a:extLst>
                  </p:cNvPr>
                  <p:cNvCxnSpPr>
                    <a:stCxn id="328" idx="4"/>
                    <a:endCxn id="334" idx="0"/>
                  </p:cNvCxnSpPr>
                  <p:nvPr/>
                </p:nvCxnSpPr>
                <p:spPr>
                  <a:xfrm>
                    <a:off x="8679773" y="766059"/>
                    <a:ext cx="569710" cy="117103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9" name="直接连接符 358">
                    <a:extLst>
                      <a:ext uri="{FF2B5EF4-FFF2-40B4-BE49-F238E27FC236}">
                        <a16:creationId xmlns:a16="http://schemas.microsoft.com/office/drawing/2014/main" id="{2B37C3FE-F29F-6235-6655-3F7EF984159F}"/>
                      </a:ext>
                    </a:extLst>
                  </p:cNvPr>
                  <p:cNvCxnSpPr>
                    <a:stCxn id="328" idx="4"/>
                    <a:endCxn id="335" idx="0"/>
                  </p:cNvCxnSpPr>
                  <p:nvPr/>
                </p:nvCxnSpPr>
                <p:spPr>
                  <a:xfrm>
                    <a:off x="8679773" y="766059"/>
                    <a:ext cx="857433" cy="12503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1" name="直接连接符 360">
                    <a:extLst>
                      <a:ext uri="{FF2B5EF4-FFF2-40B4-BE49-F238E27FC236}">
                        <a16:creationId xmlns:a16="http://schemas.microsoft.com/office/drawing/2014/main" id="{6DEF78A7-1931-C395-483A-52CB3AC856CF}"/>
                      </a:ext>
                    </a:extLst>
                  </p:cNvPr>
                  <p:cNvCxnSpPr>
                    <a:stCxn id="329" idx="4"/>
                    <a:endCxn id="332" idx="0"/>
                  </p:cNvCxnSpPr>
                  <p:nvPr/>
                </p:nvCxnSpPr>
                <p:spPr>
                  <a:xfrm flipH="1">
                    <a:off x="8679773" y="766059"/>
                    <a:ext cx="284855" cy="117103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3" name="直接连接符 362">
                    <a:extLst>
                      <a:ext uri="{FF2B5EF4-FFF2-40B4-BE49-F238E27FC236}">
                        <a16:creationId xmlns:a16="http://schemas.microsoft.com/office/drawing/2014/main" id="{040110D3-1A48-4ECE-A701-329B3BFC11E8}"/>
                      </a:ext>
                    </a:extLst>
                  </p:cNvPr>
                  <p:cNvCxnSpPr>
                    <a:stCxn id="329" idx="4"/>
                    <a:endCxn id="333" idx="0"/>
                  </p:cNvCxnSpPr>
                  <p:nvPr/>
                </p:nvCxnSpPr>
                <p:spPr>
                  <a:xfrm>
                    <a:off x="8964628" y="766059"/>
                    <a:ext cx="0" cy="117103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5" name="直接连接符 364">
                    <a:extLst>
                      <a:ext uri="{FF2B5EF4-FFF2-40B4-BE49-F238E27FC236}">
                        <a16:creationId xmlns:a16="http://schemas.microsoft.com/office/drawing/2014/main" id="{76E5A7C6-6193-2DEC-3A6C-9966AC2163FE}"/>
                      </a:ext>
                    </a:extLst>
                  </p:cNvPr>
                  <p:cNvCxnSpPr>
                    <a:stCxn id="329" idx="4"/>
                    <a:endCxn id="334" idx="0"/>
                  </p:cNvCxnSpPr>
                  <p:nvPr/>
                </p:nvCxnSpPr>
                <p:spPr>
                  <a:xfrm>
                    <a:off x="8964628" y="766059"/>
                    <a:ext cx="284855" cy="117103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7" name="直接连接符 366">
                    <a:extLst>
                      <a:ext uri="{FF2B5EF4-FFF2-40B4-BE49-F238E27FC236}">
                        <a16:creationId xmlns:a16="http://schemas.microsoft.com/office/drawing/2014/main" id="{0ED29D4D-CE71-C19D-84BC-845427F56933}"/>
                      </a:ext>
                    </a:extLst>
                  </p:cNvPr>
                  <p:cNvCxnSpPr>
                    <a:stCxn id="329" idx="4"/>
                    <a:endCxn id="335" idx="0"/>
                  </p:cNvCxnSpPr>
                  <p:nvPr/>
                </p:nvCxnSpPr>
                <p:spPr>
                  <a:xfrm>
                    <a:off x="8964628" y="766059"/>
                    <a:ext cx="572578" cy="12503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0" name="直接连接符 369">
                    <a:extLst>
                      <a:ext uri="{FF2B5EF4-FFF2-40B4-BE49-F238E27FC236}">
                        <a16:creationId xmlns:a16="http://schemas.microsoft.com/office/drawing/2014/main" id="{5A051C7E-6571-4514-1BB8-E7289342E939}"/>
                      </a:ext>
                    </a:extLst>
                  </p:cNvPr>
                  <p:cNvCxnSpPr>
                    <a:stCxn id="330" idx="4"/>
                    <a:endCxn id="332" idx="0"/>
                  </p:cNvCxnSpPr>
                  <p:nvPr/>
                </p:nvCxnSpPr>
                <p:spPr>
                  <a:xfrm flipH="1">
                    <a:off x="8679773" y="766059"/>
                    <a:ext cx="569710" cy="117103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2" name="直接连接符 371">
                    <a:extLst>
                      <a:ext uri="{FF2B5EF4-FFF2-40B4-BE49-F238E27FC236}">
                        <a16:creationId xmlns:a16="http://schemas.microsoft.com/office/drawing/2014/main" id="{35CF0BCA-B4FD-01CB-254F-B2EA7972D210}"/>
                      </a:ext>
                    </a:extLst>
                  </p:cNvPr>
                  <p:cNvCxnSpPr>
                    <a:stCxn id="330" idx="4"/>
                    <a:endCxn id="333" idx="0"/>
                  </p:cNvCxnSpPr>
                  <p:nvPr/>
                </p:nvCxnSpPr>
                <p:spPr>
                  <a:xfrm flipH="1">
                    <a:off x="8964628" y="766059"/>
                    <a:ext cx="284855" cy="117103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4" name="直接连接符 373">
                    <a:extLst>
                      <a:ext uri="{FF2B5EF4-FFF2-40B4-BE49-F238E27FC236}">
                        <a16:creationId xmlns:a16="http://schemas.microsoft.com/office/drawing/2014/main" id="{1342A248-56D2-85BB-3000-352C7D211AA9}"/>
                      </a:ext>
                    </a:extLst>
                  </p:cNvPr>
                  <p:cNvCxnSpPr>
                    <a:stCxn id="330" idx="4"/>
                    <a:endCxn id="334" idx="0"/>
                  </p:cNvCxnSpPr>
                  <p:nvPr/>
                </p:nvCxnSpPr>
                <p:spPr>
                  <a:xfrm>
                    <a:off x="9249483" y="766059"/>
                    <a:ext cx="0" cy="117103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6" name="直接连接符 375">
                    <a:extLst>
                      <a:ext uri="{FF2B5EF4-FFF2-40B4-BE49-F238E27FC236}">
                        <a16:creationId xmlns:a16="http://schemas.microsoft.com/office/drawing/2014/main" id="{2012196A-A62E-12B3-DED1-08EEA7D00FD1}"/>
                      </a:ext>
                    </a:extLst>
                  </p:cNvPr>
                  <p:cNvCxnSpPr>
                    <a:stCxn id="330" idx="4"/>
                    <a:endCxn id="335" idx="0"/>
                  </p:cNvCxnSpPr>
                  <p:nvPr/>
                </p:nvCxnSpPr>
                <p:spPr>
                  <a:xfrm>
                    <a:off x="9249483" y="766059"/>
                    <a:ext cx="287723" cy="12503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8" name="直接连接符 377">
                    <a:extLst>
                      <a:ext uri="{FF2B5EF4-FFF2-40B4-BE49-F238E27FC236}">
                        <a16:creationId xmlns:a16="http://schemas.microsoft.com/office/drawing/2014/main" id="{94D485B1-B4CF-3264-F42D-10D032D75F49}"/>
                      </a:ext>
                    </a:extLst>
                  </p:cNvPr>
                  <p:cNvCxnSpPr>
                    <a:stCxn id="331" idx="4"/>
                    <a:endCxn id="332" idx="0"/>
                  </p:cNvCxnSpPr>
                  <p:nvPr/>
                </p:nvCxnSpPr>
                <p:spPr>
                  <a:xfrm flipH="1">
                    <a:off x="8679773" y="773992"/>
                    <a:ext cx="857433" cy="10917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0" name="直接连接符 379">
                    <a:extLst>
                      <a:ext uri="{FF2B5EF4-FFF2-40B4-BE49-F238E27FC236}">
                        <a16:creationId xmlns:a16="http://schemas.microsoft.com/office/drawing/2014/main" id="{067E69C6-915F-6F3B-7694-3242533E5C17}"/>
                      </a:ext>
                    </a:extLst>
                  </p:cNvPr>
                  <p:cNvCxnSpPr>
                    <a:stCxn id="331" idx="4"/>
                    <a:endCxn id="333" idx="0"/>
                  </p:cNvCxnSpPr>
                  <p:nvPr/>
                </p:nvCxnSpPr>
                <p:spPr>
                  <a:xfrm flipH="1">
                    <a:off x="8964628" y="773992"/>
                    <a:ext cx="572578" cy="10917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2" name="直接连接符 381">
                    <a:extLst>
                      <a:ext uri="{FF2B5EF4-FFF2-40B4-BE49-F238E27FC236}">
                        <a16:creationId xmlns:a16="http://schemas.microsoft.com/office/drawing/2014/main" id="{8CFA902F-6579-4AE1-B8E8-1B486AA1C3D3}"/>
                      </a:ext>
                    </a:extLst>
                  </p:cNvPr>
                  <p:cNvCxnSpPr>
                    <a:stCxn id="331" idx="4"/>
                    <a:endCxn id="334" idx="0"/>
                  </p:cNvCxnSpPr>
                  <p:nvPr/>
                </p:nvCxnSpPr>
                <p:spPr>
                  <a:xfrm flipH="1">
                    <a:off x="9249483" y="773992"/>
                    <a:ext cx="287723" cy="10917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4" name="直接连接符 383">
                    <a:extLst>
                      <a:ext uri="{FF2B5EF4-FFF2-40B4-BE49-F238E27FC236}">
                        <a16:creationId xmlns:a16="http://schemas.microsoft.com/office/drawing/2014/main" id="{1CD1548D-4C08-AA93-658B-FEC551A2C94A}"/>
                      </a:ext>
                    </a:extLst>
                  </p:cNvPr>
                  <p:cNvCxnSpPr>
                    <a:stCxn id="331" idx="4"/>
                    <a:endCxn id="335" idx="0"/>
                  </p:cNvCxnSpPr>
                  <p:nvPr/>
                </p:nvCxnSpPr>
                <p:spPr>
                  <a:xfrm>
                    <a:off x="9537206" y="773992"/>
                    <a:ext cx="0" cy="117103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6" name="直接连接符 385">
                    <a:extLst>
                      <a:ext uri="{FF2B5EF4-FFF2-40B4-BE49-F238E27FC236}">
                        <a16:creationId xmlns:a16="http://schemas.microsoft.com/office/drawing/2014/main" id="{4F1B35A1-D0E9-5C2A-113E-E24B14342391}"/>
                      </a:ext>
                    </a:extLst>
                  </p:cNvPr>
                  <p:cNvCxnSpPr>
                    <a:stCxn id="332" idx="4"/>
                    <a:endCxn id="336" idx="0"/>
                  </p:cNvCxnSpPr>
                  <p:nvPr/>
                </p:nvCxnSpPr>
                <p:spPr>
                  <a:xfrm flipH="1">
                    <a:off x="8524170" y="1044666"/>
                    <a:ext cx="155603" cy="101668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8" name="直接连接符 387">
                    <a:extLst>
                      <a:ext uri="{FF2B5EF4-FFF2-40B4-BE49-F238E27FC236}">
                        <a16:creationId xmlns:a16="http://schemas.microsoft.com/office/drawing/2014/main" id="{399BF3E5-154B-6D1E-55F8-DB40F2A575D7}"/>
                      </a:ext>
                    </a:extLst>
                  </p:cNvPr>
                  <p:cNvCxnSpPr>
                    <a:stCxn id="332" idx="4"/>
                    <a:endCxn id="337" idx="0"/>
                  </p:cNvCxnSpPr>
                  <p:nvPr/>
                </p:nvCxnSpPr>
                <p:spPr>
                  <a:xfrm>
                    <a:off x="8679773" y="1044666"/>
                    <a:ext cx="129252" cy="101668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0" name="直接连接符 389">
                    <a:extLst>
                      <a:ext uri="{FF2B5EF4-FFF2-40B4-BE49-F238E27FC236}">
                        <a16:creationId xmlns:a16="http://schemas.microsoft.com/office/drawing/2014/main" id="{C869D27D-0CDA-A86A-EBF8-8365AF3C289F}"/>
                      </a:ext>
                    </a:extLst>
                  </p:cNvPr>
                  <p:cNvCxnSpPr>
                    <a:stCxn id="332" idx="4"/>
                    <a:endCxn id="338" idx="0"/>
                  </p:cNvCxnSpPr>
                  <p:nvPr/>
                </p:nvCxnSpPr>
                <p:spPr>
                  <a:xfrm>
                    <a:off x="8679773" y="1044666"/>
                    <a:ext cx="414107" cy="101668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2" name="直接连接符 391">
                    <a:extLst>
                      <a:ext uri="{FF2B5EF4-FFF2-40B4-BE49-F238E27FC236}">
                        <a16:creationId xmlns:a16="http://schemas.microsoft.com/office/drawing/2014/main" id="{7024ED87-9517-55B7-CCF8-F9D620E29157}"/>
                      </a:ext>
                    </a:extLst>
                  </p:cNvPr>
                  <p:cNvCxnSpPr>
                    <a:stCxn id="332" idx="4"/>
                    <a:endCxn id="339" idx="0"/>
                  </p:cNvCxnSpPr>
                  <p:nvPr/>
                </p:nvCxnSpPr>
                <p:spPr>
                  <a:xfrm>
                    <a:off x="8679773" y="1044666"/>
                    <a:ext cx="701830" cy="109601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4" name="直接连接符 393">
                    <a:extLst>
                      <a:ext uri="{FF2B5EF4-FFF2-40B4-BE49-F238E27FC236}">
                        <a16:creationId xmlns:a16="http://schemas.microsoft.com/office/drawing/2014/main" id="{FCBFC3CD-6E77-A0F0-6EC4-018FCFA9237F}"/>
                      </a:ext>
                    </a:extLst>
                  </p:cNvPr>
                  <p:cNvCxnSpPr>
                    <a:stCxn id="332" idx="4"/>
                    <a:endCxn id="340" idx="0"/>
                  </p:cNvCxnSpPr>
                  <p:nvPr/>
                </p:nvCxnSpPr>
                <p:spPr>
                  <a:xfrm>
                    <a:off x="8679773" y="1044666"/>
                    <a:ext cx="1007307" cy="11793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6" name="直接连接符 395">
                    <a:extLst>
                      <a:ext uri="{FF2B5EF4-FFF2-40B4-BE49-F238E27FC236}">
                        <a16:creationId xmlns:a16="http://schemas.microsoft.com/office/drawing/2014/main" id="{5975E0E8-AF2A-B283-E6CD-F2C8C07D2616}"/>
                      </a:ext>
                    </a:extLst>
                  </p:cNvPr>
                  <p:cNvCxnSpPr>
                    <a:stCxn id="333" idx="4"/>
                    <a:endCxn id="336" idx="0"/>
                  </p:cNvCxnSpPr>
                  <p:nvPr/>
                </p:nvCxnSpPr>
                <p:spPr>
                  <a:xfrm flipH="1">
                    <a:off x="8524170" y="1044666"/>
                    <a:ext cx="440458" cy="101668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8" name="直接连接符 397">
                    <a:extLst>
                      <a:ext uri="{FF2B5EF4-FFF2-40B4-BE49-F238E27FC236}">
                        <a16:creationId xmlns:a16="http://schemas.microsoft.com/office/drawing/2014/main" id="{59F02FF6-3050-017F-4D45-ADE5DFFB8546}"/>
                      </a:ext>
                    </a:extLst>
                  </p:cNvPr>
                  <p:cNvCxnSpPr>
                    <a:stCxn id="333" idx="4"/>
                    <a:endCxn id="337" idx="0"/>
                  </p:cNvCxnSpPr>
                  <p:nvPr/>
                </p:nvCxnSpPr>
                <p:spPr>
                  <a:xfrm flipH="1">
                    <a:off x="8809025" y="1044666"/>
                    <a:ext cx="155603" cy="101668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0" name="直接连接符 399">
                    <a:extLst>
                      <a:ext uri="{FF2B5EF4-FFF2-40B4-BE49-F238E27FC236}">
                        <a16:creationId xmlns:a16="http://schemas.microsoft.com/office/drawing/2014/main" id="{9BCEE58B-D3E8-9673-8482-7F1CA95D5D9B}"/>
                      </a:ext>
                    </a:extLst>
                  </p:cNvPr>
                  <p:cNvCxnSpPr>
                    <a:stCxn id="333" idx="4"/>
                    <a:endCxn id="338" idx="0"/>
                  </p:cNvCxnSpPr>
                  <p:nvPr/>
                </p:nvCxnSpPr>
                <p:spPr>
                  <a:xfrm>
                    <a:off x="8964628" y="1044666"/>
                    <a:ext cx="129252" cy="101668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2" name="直接连接符 401">
                    <a:extLst>
                      <a:ext uri="{FF2B5EF4-FFF2-40B4-BE49-F238E27FC236}">
                        <a16:creationId xmlns:a16="http://schemas.microsoft.com/office/drawing/2014/main" id="{C51A8722-8E12-7E2C-62D2-B485CD3BEB18}"/>
                      </a:ext>
                    </a:extLst>
                  </p:cNvPr>
                  <p:cNvCxnSpPr>
                    <a:stCxn id="333" idx="4"/>
                    <a:endCxn id="339" idx="0"/>
                  </p:cNvCxnSpPr>
                  <p:nvPr/>
                </p:nvCxnSpPr>
                <p:spPr>
                  <a:xfrm>
                    <a:off x="8964628" y="1044666"/>
                    <a:ext cx="416975" cy="109601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4" name="直接连接符 403">
                    <a:extLst>
                      <a:ext uri="{FF2B5EF4-FFF2-40B4-BE49-F238E27FC236}">
                        <a16:creationId xmlns:a16="http://schemas.microsoft.com/office/drawing/2014/main" id="{D0A12D47-1C46-AF22-87AD-FA987D90711C}"/>
                      </a:ext>
                    </a:extLst>
                  </p:cNvPr>
                  <p:cNvCxnSpPr>
                    <a:stCxn id="333" idx="4"/>
                    <a:endCxn id="340" idx="0"/>
                  </p:cNvCxnSpPr>
                  <p:nvPr/>
                </p:nvCxnSpPr>
                <p:spPr>
                  <a:xfrm>
                    <a:off x="8964628" y="1044666"/>
                    <a:ext cx="722452" cy="11793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6" name="直接连接符 405">
                    <a:extLst>
                      <a:ext uri="{FF2B5EF4-FFF2-40B4-BE49-F238E27FC236}">
                        <a16:creationId xmlns:a16="http://schemas.microsoft.com/office/drawing/2014/main" id="{883C64EB-13D4-8A87-788C-FE9588556950}"/>
                      </a:ext>
                    </a:extLst>
                  </p:cNvPr>
                  <p:cNvCxnSpPr>
                    <a:stCxn id="334" idx="4"/>
                    <a:endCxn id="336" idx="0"/>
                  </p:cNvCxnSpPr>
                  <p:nvPr/>
                </p:nvCxnSpPr>
                <p:spPr>
                  <a:xfrm flipH="1">
                    <a:off x="8524170" y="1044666"/>
                    <a:ext cx="725313" cy="101668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8" name="直接连接符 407">
                    <a:extLst>
                      <a:ext uri="{FF2B5EF4-FFF2-40B4-BE49-F238E27FC236}">
                        <a16:creationId xmlns:a16="http://schemas.microsoft.com/office/drawing/2014/main" id="{2D333E13-A1B8-4232-6629-51FA980C5CA9}"/>
                      </a:ext>
                    </a:extLst>
                  </p:cNvPr>
                  <p:cNvCxnSpPr>
                    <a:stCxn id="334" idx="4"/>
                    <a:endCxn id="337" idx="0"/>
                  </p:cNvCxnSpPr>
                  <p:nvPr/>
                </p:nvCxnSpPr>
                <p:spPr>
                  <a:xfrm flipH="1">
                    <a:off x="8809025" y="1044666"/>
                    <a:ext cx="440458" cy="101668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0" name="直接连接符 409">
                    <a:extLst>
                      <a:ext uri="{FF2B5EF4-FFF2-40B4-BE49-F238E27FC236}">
                        <a16:creationId xmlns:a16="http://schemas.microsoft.com/office/drawing/2014/main" id="{555422AB-B005-DC29-36AB-BA5EEF2DF60F}"/>
                      </a:ext>
                    </a:extLst>
                  </p:cNvPr>
                  <p:cNvCxnSpPr>
                    <a:stCxn id="334" idx="4"/>
                    <a:endCxn id="338" idx="0"/>
                  </p:cNvCxnSpPr>
                  <p:nvPr/>
                </p:nvCxnSpPr>
                <p:spPr>
                  <a:xfrm flipH="1">
                    <a:off x="9093880" y="1044666"/>
                    <a:ext cx="155603" cy="101668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2" name="直接连接符 411">
                    <a:extLst>
                      <a:ext uri="{FF2B5EF4-FFF2-40B4-BE49-F238E27FC236}">
                        <a16:creationId xmlns:a16="http://schemas.microsoft.com/office/drawing/2014/main" id="{8E28374A-6418-7C8F-0CF5-91F3B0FC2E82}"/>
                      </a:ext>
                    </a:extLst>
                  </p:cNvPr>
                  <p:cNvCxnSpPr>
                    <a:stCxn id="334" idx="4"/>
                    <a:endCxn id="339" idx="0"/>
                  </p:cNvCxnSpPr>
                  <p:nvPr/>
                </p:nvCxnSpPr>
                <p:spPr>
                  <a:xfrm>
                    <a:off x="9249483" y="1044666"/>
                    <a:ext cx="132120" cy="109601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4" name="直接连接符 413">
                    <a:extLst>
                      <a:ext uri="{FF2B5EF4-FFF2-40B4-BE49-F238E27FC236}">
                        <a16:creationId xmlns:a16="http://schemas.microsoft.com/office/drawing/2014/main" id="{141A332E-18EF-9E16-49F4-351E6F815FCD}"/>
                      </a:ext>
                    </a:extLst>
                  </p:cNvPr>
                  <p:cNvCxnSpPr>
                    <a:stCxn id="334" idx="4"/>
                    <a:endCxn id="340" idx="0"/>
                  </p:cNvCxnSpPr>
                  <p:nvPr/>
                </p:nvCxnSpPr>
                <p:spPr>
                  <a:xfrm>
                    <a:off x="9249483" y="1044666"/>
                    <a:ext cx="437597" cy="11793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6" name="直接连接符 415">
                    <a:extLst>
                      <a:ext uri="{FF2B5EF4-FFF2-40B4-BE49-F238E27FC236}">
                        <a16:creationId xmlns:a16="http://schemas.microsoft.com/office/drawing/2014/main" id="{01F20D77-0809-061E-00A8-60F00EC77522}"/>
                      </a:ext>
                    </a:extLst>
                  </p:cNvPr>
                  <p:cNvCxnSpPr>
                    <a:stCxn id="335" idx="4"/>
                    <a:endCxn id="336" idx="0"/>
                  </p:cNvCxnSpPr>
                  <p:nvPr/>
                </p:nvCxnSpPr>
                <p:spPr>
                  <a:xfrm flipH="1">
                    <a:off x="8524170" y="1052599"/>
                    <a:ext cx="1013036" cy="93735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8" name="直接连接符 417">
                    <a:extLst>
                      <a:ext uri="{FF2B5EF4-FFF2-40B4-BE49-F238E27FC236}">
                        <a16:creationId xmlns:a16="http://schemas.microsoft.com/office/drawing/2014/main" id="{88829811-F262-98F6-B604-FBE587AB7194}"/>
                      </a:ext>
                    </a:extLst>
                  </p:cNvPr>
                  <p:cNvCxnSpPr>
                    <a:stCxn id="335" idx="4"/>
                    <a:endCxn id="337" idx="0"/>
                  </p:cNvCxnSpPr>
                  <p:nvPr/>
                </p:nvCxnSpPr>
                <p:spPr>
                  <a:xfrm flipH="1">
                    <a:off x="8809025" y="1052599"/>
                    <a:ext cx="728181" cy="93735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0" name="直接连接符 419">
                    <a:extLst>
                      <a:ext uri="{FF2B5EF4-FFF2-40B4-BE49-F238E27FC236}">
                        <a16:creationId xmlns:a16="http://schemas.microsoft.com/office/drawing/2014/main" id="{32DBCCCC-801D-89C0-41CD-EE4022FD1A77}"/>
                      </a:ext>
                    </a:extLst>
                  </p:cNvPr>
                  <p:cNvCxnSpPr>
                    <a:stCxn id="335" idx="4"/>
                    <a:endCxn id="338" idx="0"/>
                  </p:cNvCxnSpPr>
                  <p:nvPr/>
                </p:nvCxnSpPr>
                <p:spPr>
                  <a:xfrm flipH="1">
                    <a:off x="9093880" y="1052599"/>
                    <a:ext cx="443326" cy="93735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2" name="直接连接符 421">
                    <a:extLst>
                      <a:ext uri="{FF2B5EF4-FFF2-40B4-BE49-F238E27FC236}">
                        <a16:creationId xmlns:a16="http://schemas.microsoft.com/office/drawing/2014/main" id="{6479194D-61E4-B3CF-FFA6-7F9FE7DBB438}"/>
                      </a:ext>
                    </a:extLst>
                  </p:cNvPr>
                  <p:cNvCxnSpPr>
                    <a:stCxn id="335" idx="4"/>
                    <a:endCxn id="339" idx="0"/>
                  </p:cNvCxnSpPr>
                  <p:nvPr/>
                </p:nvCxnSpPr>
                <p:spPr>
                  <a:xfrm flipH="1">
                    <a:off x="9381603" y="1052599"/>
                    <a:ext cx="155603" cy="101668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4" name="直接连接符 423">
                    <a:extLst>
                      <a:ext uri="{FF2B5EF4-FFF2-40B4-BE49-F238E27FC236}">
                        <a16:creationId xmlns:a16="http://schemas.microsoft.com/office/drawing/2014/main" id="{CB103B59-052E-AA05-EFB8-E2F092ED9B2C}"/>
                      </a:ext>
                    </a:extLst>
                  </p:cNvPr>
                  <p:cNvCxnSpPr>
                    <a:stCxn id="335" idx="4"/>
                    <a:endCxn id="340" idx="0"/>
                  </p:cNvCxnSpPr>
                  <p:nvPr/>
                </p:nvCxnSpPr>
                <p:spPr>
                  <a:xfrm>
                    <a:off x="9537206" y="1052599"/>
                    <a:ext cx="149874" cy="109997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6" name="直接连接符 425">
                    <a:extLst>
                      <a:ext uri="{FF2B5EF4-FFF2-40B4-BE49-F238E27FC236}">
                        <a16:creationId xmlns:a16="http://schemas.microsoft.com/office/drawing/2014/main" id="{46AFD5C0-959C-091A-FBBF-4360FF4124B6}"/>
                      </a:ext>
                    </a:extLst>
                  </p:cNvPr>
                  <p:cNvCxnSpPr>
                    <a:stCxn id="336" idx="4"/>
                    <a:endCxn id="341" idx="0"/>
                  </p:cNvCxnSpPr>
                  <p:nvPr/>
                </p:nvCxnSpPr>
                <p:spPr>
                  <a:xfrm>
                    <a:off x="8524170" y="1307838"/>
                    <a:ext cx="278954" cy="13043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8" name="直接连接符 427">
                    <a:extLst>
                      <a:ext uri="{FF2B5EF4-FFF2-40B4-BE49-F238E27FC236}">
                        <a16:creationId xmlns:a16="http://schemas.microsoft.com/office/drawing/2014/main" id="{A844B9B4-DE31-0406-6131-318F14255C76}"/>
                      </a:ext>
                    </a:extLst>
                  </p:cNvPr>
                  <p:cNvCxnSpPr>
                    <a:stCxn id="336" idx="4"/>
                    <a:endCxn id="342" idx="0"/>
                  </p:cNvCxnSpPr>
                  <p:nvPr/>
                </p:nvCxnSpPr>
                <p:spPr>
                  <a:xfrm>
                    <a:off x="8524170" y="1307838"/>
                    <a:ext cx="569710" cy="13043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0" name="直接连接符 429">
                    <a:extLst>
                      <a:ext uri="{FF2B5EF4-FFF2-40B4-BE49-F238E27FC236}">
                        <a16:creationId xmlns:a16="http://schemas.microsoft.com/office/drawing/2014/main" id="{228624BC-ED80-A26C-F772-FC1FAB27E189}"/>
                      </a:ext>
                    </a:extLst>
                  </p:cNvPr>
                  <p:cNvCxnSpPr>
                    <a:stCxn id="336" idx="4"/>
                    <a:endCxn id="343" idx="0"/>
                  </p:cNvCxnSpPr>
                  <p:nvPr/>
                </p:nvCxnSpPr>
                <p:spPr>
                  <a:xfrm>
                    <a:off x="8524170" y="1307838"/>
                    <a:ext cx="884302" cy="16205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2" name="直接连接符 431">
                    <a:extLst>
                      <a:ext uri="{FF2B5EF4-FFF2-40B4-BE49-F238E27FC236}">
                        <a16:creationId xmlns:a16="http://schemas.microsoft.com/office/drawing/2014/main" id="{9EDA394D-E430-1C44-0EDB-4BD4A6073826}"/>
                      </a:ext>
                    </a:extLst>
                  </p:cNvPr>
                  <p:cNvCxnSpPr>
                    <a:stCxn id="337" idx="4"/>
                    <a:endCxn id="341" idx="0"/>
                  </p:cNvCxnSpPr>
                  <p:nvPr/>
                </p:nvCxnSpPr>
                <p:spPr>
                  <a:xfrm flipH="1">
                    <a:off x="8803124" y="1307838"/>
                    <a:ext cx="5901" cy="13043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4" name="直接连接符 433">
                    <a:extLst>
                      <a:ext uri="{FF2B5EF4-FFF2-40B4-BE49-F238E27FC236}">
                        <a16:creationId xmlns:a16="http://schemas.microsoft.com/office/drawing/2014/main" id="{BD82EAEB-5ECD-D1F1-DB01-3DFAA7BFE172}"/>
                      </a:ext>
                    </a:extLst>
                  </p:cNvPr>
                  <p:cNvCxnSpPr>
                    <a:stCxn id="337" idx="4"/>
                    <a:endCxn id="342" idx="0"/>
                  </p:cNvCxnSpPr>
                  <p:nvPr/>
                </p:nvCxnSpPr>
                <p:spPr>
                  <a:xfrm>
                    <a:off x="8809025" y="1307838"/>
                    <a:ext cx="284855" cy="13043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6" name="直接连接符 435">
                    <a:extLst>
                      <a:ext uri="{FF2B5EF4-FFF2-40B4-BE49-F238E27FC236}">
                        <a16:creationId xmlns:a16="http://schemas.microsoft.com/office/drawing/2014/main" id="{68E10F40-BEF8-4F23-DDB1-F8B8B36DC18A}"/>
                      </a:ext>
                    </a:extLst>
                  </p:cNvPr>
                  <p:cNvCxnSpPr>
                    <a:stCxn id="337" idx="4"/>
                    <a:endCxn id="343" idx="0"/>
                  </p:cNvCxnSpPr>
                  <p:nvPr/>
                </p:nvCxnSpPr>
                <p:spPr>
                  <a:xfrm>
                    <a:off x="8809025" y="1307838"/>
                    <a:ext cx="599447" cy="16205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8" name="直接连接符 437">
                    <a:extLst>
                      <a:ext uri="{FF2B5EF4-FFF2-40B4-BE49-F238E27FC236}">
                        <a16:creationId xmlns:a16="http://schemas.microsoft.com/office/drawing/2014/main" id="{BE86722C-4745-0927-A363-4482CD644D90}"/>
                      </a:ext>
                    </a:extLst>
                  </p:cNvPr>
                  <p:cNvCxnSpPr>
                    <a:stCxn id="338" idx="4"/>
                    <a:endCxn id="341" idx="0"/>
                  </p:cNvCxnSpPr>
                  <p:nvPr/>
                </p:nvCxnSpPr>
                <p:spPr>
                  <a:xfrm flipH="1">
                    <a:off x="8803124" y="1307838"/>
                    <a:ext cx="290756" cy="13043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0" name="直接连接符 439">
                    <a:extLst>
                      <a:ext uri="{FF2B5EF4-FFF2-40B4-BE49-F238E27FC236}">
                        <a16:creationId xmlns:a16="http://schemas.microsoft.com/office/drawing/2014/main" id="{011CC875-E2AB-29DC-562A-D483C090E600}"/>
                      </a:ext>
                    </a:extLst>
                  </p:cNvPr>
                  <p:cNvCxnSpPr>
                    <a:stCxn id="338" idx="4"/>
                    <a:endCxn id="342" idx="0"/>
                  </p:cNvCxnSpPr>
                  <p:nvPr/>
                </p:nvCxnSpPr>
                <p:spPr>
                  <a:xfrm>
                    <a:off x="9093880" y="1307838"/>
                    <a:ext cx="0" cy="13043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2" name="直接连接符 441">
                    <a:extLst>
                      <a:ext uri="{FF2B5EF4-FFF2-40B4-BE49-F238E27FC236}">
                        <a16:creationId xmlns:a16="http://schemas.microsoft.com/office/drawing/2014/main" id="{36E2D64D-082F-FBDB-9202-90FFBDF6AC1E}"/>
                      </a:ext>
                    </a:extLst>
                  </p:cNvPr>
                  <p:cNvCxnSpPr>
                    <a:stCxn id="338" idx="4"/>
                    <a:endCxn id="343" idx="0"/>
                  </p:cNvCxnSpPr>
                  <p:nvPr/>
                </p:nvCxnSpPr>
                <p:spPr>
                  <a:xfrm>
                    <a:off x="9093880" y="1307838"/>
                    <a:ext cx="314592" cy="16205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4" name="直接连接符 443">
                    <a:extLst>
                      <a:ext uri="{FF2B5EF4-FFF2-40B4-BE49-F238E27FC236}">
                        <a16:creationId xmlns:a16="http://schemas.microsoft.com/office/drawing/2014/main" id="{1C11E076-1886-7894-AB24-2071341F6D50}"/>
                      </a:ext>
                    </a:extLst>
                  </p:cNvPr>
                  <p:cNvCxnSpPr>
                    <a:stCxn id="339" idx="4"/>
                    <a:endCxn id="342" idx="0"/>
                  </p:cNvCxnSpPr>
                  <p:nvPr/>
                </p:nvCxnSpPr>
                <p:spPr>
                  <a:xfrm flipH="1">
                    <a:off x="9093880" y="1315771"/>
                    <a:ext cx="287723" cy="122499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6" name="直接连接符 445">
                    <a:extLst>
                      <a:ext uri="{FF2B5EF4-FFF2-40B4-BE49-F238E27FC236}">
                        <a16:creationId xmlns:a16="http://schemas.microsoft.com/office/drawing/2014/main" id="{AA0C6513-E1E7-6BF3-6AA3-3D0214DFDBA2}"/>
                      </a:ext>
                    </a:extLst>
                  </p:cNvPr>
                  <p:cNvCxnSpPr>
                    <a:stCxn id="339" idx="4"/>
                    <a:endCxn id="343" idx="0"/>
                  </p:cNvCxnSpPr>
                  <p:nvPr/>
                </p:nvCxnSpPr>
                <p:spPr>
                  <a:xfrm>
                    <a:off x="9381603" y="1315771"/>
                    <a:ext cx="26869" cy="154117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8" name="直接连接符 447">
                    <a:extLst>
                      <a:ext uri="{FF2B5EF4-FFF2-40B4-BE49-F238E27FC236}">
                        <a16:creationId xmlns:a16="http://schemas.microsoft.com/office/drawing/2014/main" id="{9F582792-6CE6-7F98-C43B-9C329166ED96}"/>
                      </a:ext>
                    </a:extLst>
                  </p:cNvPr>
                  <p:cNvCxnSpPr>
                    <a:stCxn id="339" idx="4"/>
                    <a:endCxn id="341" idx="0"/>
                  </p:cNvCxnSpPr>
                  <p:nvPr/>
                </p:nvCxnSpPr>
                <p:spPr>
                  <a:xfrm flipH="1">
                    <a:off x="8803124" y="1315771"/>
                    <a:ext cx="578479" cy="122499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0" name="直接连接符 449">
                    <a:extLst>
                      <a:ext uri="{FF2B5EF4-FFF2-40B4-BE49-F238E27FC236}">
                        <a16:creationId xmlns:a16="http://schemas.microsoft.com/office/drawing/2014/main" id="{4D8CB658-B206-5C82-847C-E780B2ED465B}"/>
                      </a:ext>
                    </a:extLst>
                  </p:cNvPr>
                  <p:cNvCxnSpPr>
                    <a:stCxn id="340" idx="4"/>
                    <a:endCxn id="341" idx="0"/>
                  </p:cNvCxnSpPr>
                  <p:nvPr/>
                </p:nvCxnSpPr>
                <p:spPr>
                  <a:xfrm flipH="1">
                    <a:off x="8803124" y="1324100"/>
                    <a:ext cx="883956" cy="11417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2" name="直接连接符 451">
                    <a:extLst>
                      <a:ext uri="{FF2B5EF4-FFF2-40B4-BE49-F238E27FC236}">
                        <a16:creationId xmlns:a16="http://schemas.microsoft.com/office/drawing/2014/main" id="{41DF1941-02E0-002D-D7B8-0CC1DBD3B832}"/>
                      </a:ext>
                    </a:extLst>
                  </p:cNvPr>
                  <p:cNvCxnSpPr>
                    <a:stCxn id="340" idx="4"/>
                    <a:endCxn id="342" idx="0"/>
                  </p:cNvCxnSpPr>
                  <p:nvPr/>
                </p:nvCxnSpPr>
                <p:spPr>
                  <a:xfrm flipH="1">
                    <a:off x="9093880" y="1324100"/>
                    <a:ext cx="593200" cy="11417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4" name="直接连接符 453">
                    <a:extLst>
                      <a:ext uri="{FF2B5EF4-FFF2-40B4-BE49-F238E27FC236}">
                        <a16:creationId xmlns:a16="http://schemas.microsoft.com/office/drawing/2014/main" id="{E9B3F8D8-2F08-6CD8-E373-5FF26A69239A}"/>
                      </a:ext>
                    </a:extLst>
                  </p:cNvPr>
                  <p:cNvCxnSpPr>
                    <a:stCxn id="340" idx="4"/>
                    <a:endCxn id="343" idx="0"/>
                  </p:cNvCxnSpPr>
                  <p:nvPr/>
                </p:nvCxnSpPr>
                <p:spPr>
                  <a:xfrm flipH="1">
                    <a:off x="9408472" y="1324100"/>
                    <a:ext cx="278608" cy="145788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6" name="直接连接符 455">
                    <a:extLst>
                      <a:ext uri="{FF2B5EF4-FFF2-40B4-BE49-F238E27FC236}">
                        <a16:creationId xmlns:a16="http://schemas.microsoft.com/office/drawing/2014/main" id="{1EF31B29-21CB-9730-D353-968BA9957E7B}"/>
                      </a:ext>
                    </a:extLst>
                  </p:cNvPr>
                  <p:cNvCxnSpPr>
                    <a:stCxn id="341" idx="4"/>
                    <a:endCxn id="344" idx="0"/>
                  </p:cNvCxnSpPr>
                  <p:nvPr/>
                </p:nvCxnSpPr>
                <p:spPr>
                  <a:xfrm>
                    <a:off x="8803124" y="1599774"/>
                    <a:ext cx="290756" cy="11931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8" name="直接连接符 457">
                    <a:extLst>
                      <a:ext uri="{FF2B5EF4-FFF2-40B4-BE49-F238E27FC236}">
                        <a16:creationId xmlns:a16="http://schemas.microsoft.com/office/drawing/2014/main" id="{1EE8D856-A132-1797-FAC2-45F1F7172C6E}"/>
                      </a:ext>
                    </a:extLst>
                  </p:cNvPr>
                  <p:cNvCxnSpPr>
                    <a:stCxn id="342" idx="4"/>
                    <a:endCxn id="344" idx="0"/>
                  </p:cNvCxnSpPr>
                  <p:nvPr/>
                </p:nvCxnSpPr>
                <p:spPr>
                  <a:xfrm>
                    <a:off x="9093880" y="1599774"/>
                    <a:ext cx="0" cy="11931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0" name="直接连接符 459">
                    <a:extLst>
                      <a:ext uri="{FF2B5EF4-FFF2-40B4-BE49-F238E27FC236}">
                        <a16:creationId xmlns:a16="http://schemas.microsoft.com/office/drawing/2014/main" id="{D2E64181-0275-2224-ABEB-CF7EED16A16B}"/>
                      </a:ext>
                    </a:extLst>
                  </p:cNvPr>
                  <p:cNvCxnSpPr>
                    <a:stCxn id="343" idx="4"/>
                    <a:endCxn id="344" idx="0"/>
                  </p:cNvCxnSpPr>
                  <p:nvPr/>
                </p:nvCxnSpPr>
                <p:spPr>
                  <a:xfrm flipH="1">
                    <a:off x="9093880" y="1631392"/>
                    <a:ext cx="314592" cy="876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62" name="矩形 461">
                  <a:extLst>
                    <a:ext uri="{FF2B5EF4-FFF2-40B4-BE49-F238E27FC236}">
                      <a16:creationId xmlns:a16="http://schemas.microsoft.com/office/drawing/2014/main" id="{43ADE898-A0A1-E49D-18E1-887CCB033648}"/>
                    </a:ext>
                  </a:extLst>
                </p:cNvPr>
                <p:cNvSpPr/>
                <p:nvPr/>
              </p:nvSpPr>
              <p:spPr>
                <a:xfrm>
                  <a:off x="8115932" y="2888779"/>
                  <a:ext cx="483089" cy="274327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63" name="矩形 462">
                  <a:extLst>
                    <a:ext uri="{FF2B5EF4-FFF2-40B4-BE49-F238E27FC236}">
                      <a16:creationId xmlns:a16="http://schemas.microsoft.com/office/drawing/2014/main" id="{C0580E4C-4811-5954-BACF-DFF3B695DB0D}"/>
                    </a:ext>
                  </a:extLst>
                </p:cNvPr>
                <p:cNvSpPr/>
                <p:nvPr/>
              </p:nvSpPr>
              <p:spPr>
                <a:xfrm>
                  <a:off x="8075329" y="596900"/>
                  <a:ext cx="1659221" cy="1915889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464" name="直接箭头连接符 463">
                  <a:extLst>
                    <a:ext uri="{FF2B5EF4-FFF2-40B4-BE49-F238E27FC236}">
                      <a16:creationId xmlns:a16="http://schemas.microsoft.com/office/drawing/2014/main" id="{F88B2C42-60F1-70BC-441D-C8325DC064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75329" y="2512789"/>
                  <a:ext cx="31226" cy="378877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67" name="直接箭头连接符 466">
                  <a:extLst>
                    <a:ext uri="{FF2B5EF4-FFF2-40B4-BE49-F238E27FC236}">
                      <a16:creationId xmlns:a16="http://schemas.microsoft.com/office/drawing/2014/main" id="{5E0C1FD2-8716-0A2C-16AA-6B3FA4E739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608398" y="2512789"/>
                  <a:ext cx="1126152" cy="390957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73" name="直接箭头连接符 472">
                  <a:extLst>
                    <a:ext uri="{FF2B5EF4-FFF2-40B4-BE49-F238E27FC236}">
                      <a16:creationId xmlns:a16="http://schemas.microsoft.com/office/drawing/2014/main" id="{3DBF5518-3436-6A75-4A61-9552C9A858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17199" y="823023"/>
                  <a:ext cx="0" cy="152761"/>
                </a:xfrm>
                <a:prstGeom prst="straightConnector1">
                  <a:avLst/>
                </a:prstGeom>
                <a:solidFill>
                  <a:srgbClr val="339933"/>
                </a:solidFill>
                <a:ln w="19050">
                  <a:solidFill>
                    <a:srgbClr val="33993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8" name="直接箭头连接符 477">
                  <a:extLst>
                    <a:ext uri="{FF2B5EF4-FFF2-40B4-BE49-F238E27FC236}">
                      <a16:creationId xmlns:a16="http://schemas.microsoft.com/office/drawing/2014/main" id="{E3C22190-F019-8CEB-F7E3-BBCE3030C1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93916" y="2234113"/>
                  <a:ext cx="0" cy="121737"/>
                </a:xfrm>
                <a:prstGeom prst="straightConnector1">
                  <a:avLst/>
                </a:prstGeom>
                <a:solidFill>
                  <a:srgbClr val="339933"/>
                </a:solidFill>
                <a:ln w="19050">
                  <a:solidFill>
                    <a:srgbClr val="33993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6" name="矩形 485">
                  <a:extLst>
                    <a:ext uri="{FF2B5EF4-FFF2-40B4-BE49-F238E27FC236}">
                      <a16:creationId xmlns:a16="http://schemas.microsoft.com/office/drawing/2014/main" id="{CBAF87A0-C5C4-EBBE-4210-214B2FCE7A5E}"/>
                    </a:ext>
                  </a:extLst>
                </p:cNvPr>
                <p:cNvSpPr/>
                <p:nvPr/>
              </p:nvSpPr>
              <p:spPr>
                <a:xfrm>
                  <a:off x="8142330" y="908987"/>
                  <a:ext cx="1345337" cy="1368600"/>
                </a:xfrm>
                <a:prstGeom prst="rect">
                  <a:avLst/>
                </a:prstGeom>
                <a:noFill/>
                <a:ln>
                  <a:solidFill>
                    <a:schemeClr val="accent2">
                      <a:lumMod val="75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873555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99739-05C8-D92B-8B8C-CB8378D6F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6DBFA72-A15D-A895-29B6-895364D40703}"/>
              </a:ext>
            </a:extLst>
          </p:cNvPr>
          <p:cNvGrpSpPr/>
          <p:nvPr/>
        </p:nvGrpSpPr>
        <p:grpSpPr>
          <a:xfrm>
            <a:off x="622651" y="560563"/>
            <a:ext cx="11200261" cy="5991499"/>
            <a:chOff x="466547" y="361068"/>
            <a:chExt cx="11200261" cy="5991499"/>
          </a:xfrm>
        </p:grpSpPr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280EF78C-6D6B-18BE-59CE-EDE48FEEB682}"/>
                </a:ext>
              </a:extLst>
            </p:cNvPr>
            <p:cNvCxnSpPr>
              <a:cxnSpLocks/>
              <a:endCxn id="9" idx="3"/>
            </p:cNvCxnSpPr>
            <p:nvPr/>
          </p:nvCxnSpPr>
          <p:spPr>
            <a:xfrm flipV="1">
              <a:off x="2568253" y="1541811"/>
              <a:ext cx="868600" cy="714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E7F089F-8171-C267-1E47-8709C6627C7B}"/>
                </a:ext>
              </a:extLst>
            </p:cNvPr>
            <p:cNvSpPr txBox="1"/>
            <p:nvPr/>
          </p:nvSpPr>
          <p:spPr>
            <a:xfrm>
              <a:off x="2488698" y="1310978"/>
              <a:ext cx="9481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 Node</a:t>
              </a:r>
            </a:p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Features 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E8746BC6-CB6E-DCAA-D988-7B6D5E1C4B78}"/>
                    </a:ext>
                  </a:extLst>
                </p:cNvPr>
                <p:cNvSpPr txBox="1"/>
                <p:nvPr/>
              </p:nvSpPr>
              <p:spPr>
                <a:xfrm>
                  <a:off x="3416257" y="1157664"/>
                  <a:ext cx="948155" cy="7825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CN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CN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D66F4306-1AF7-8716-4AEA-994A31A365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6257" y="1157664"/>
                  <a:ext cx="948155" cy="782587"/>
                </a:xfrm>
                <a:prstGeom prst="rect">
                  <a:avLst/>
                </a:prstGeom>
                <a:blipFill>
                  <a:blip r:embed="rId2"/>
                  <a:stretch>
                    <a:fillRect r="-21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FFFD2F82-59C3-FAC9-CC64-5E9479015B97}"/>
                </a:ext>
              </a:extLst>
            </p:cNvPr>
            <p:cNvCxnSpPr>
              <a:cxnSpLocks/>
            </p:cNvCxnSpPr>
            <p:nvPr/>
          </p:nvCxnSpPr>
          <p:spPr>
            <a:xfrm>
              <a:off x="4545204" y="1547838"/>
              <a:ext cx="48233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7F352BFE-3BB7-E9DA-7E7F-A52A18B46D15}"/>
                </a:ext>
              </a:extLst>
            </p:cNvPr>
            <p:cNvGrpSpPr/>
            <p:nvPr/>
          </p:nvGrpSpPr>
          <p:grpSpPr>
            <a:xfrm>
              <a:off x="5015416" y="1111066"/>
              <a:ext cx="538238" cy="936155"/>
              <a:chOff x="5593710" y="587748"/>
              <a:chExt cx="999971" cy="1871424"/>
            </a:xfrm>
          </p:grpSpPr>
          <p:sp>
            <p:nvSpPr>
              <p:cNvPr id="13" name="立方体 12">
                <a:extLst>
                  <a:ext uri="{FF2B5EF4-FFF2-40B4-BE49-F238E27FC236}">
                    <a16:creationId xmlns:a16="http://schemas.microsoft.com/office/drawing/2014/main" id="{05656585-0C0D-4E82-04F5-7EA58851067F}"/>
                  </a:ext>
                </a:extLst>
              </p:cNvPr>
              <p:cNvSpPr/>
              <p:nvPr/>
            </p:nvSpPr>
            <p:spPr>
              <a:xfrm>
                <a:off x="5593710" y="587748"/>
                <a:ext cx="491040" cy="1871424"/>
              </a:xfrm>
              <a:prstGeom prst="cube">
                <a:avLst>
                  <a:gd name="adj" fmla="val 78830"/>
                </a:avLst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" name="立方体 14">
                <a:extLst>
                  <a:ext uri="{FF2B5EF4-FFF2-40B4-BE49-F238E27FC236}">
                    <a16:creationId xmlns:a16="http://schemas.microsoft.com/office/drawing/2014/main" id="{49BB813F-C0F7-DB9A-EF89-6D7756988C3B}"/>
                  </a:ext>
                </a:extLst>
              </p:cNvPr>
              <p:cNvSpPr/>
              <p:nvPr/>
            </p:nvSpPr>
            <p:spPr>
              <a:xfrm>
                <a:off x="5774939" y="819738"/>
                <a:ext cx="389465" cy="1430749"/>
              </a:xfrm>
              <a:prstGeom prst="cube">
                <a:avLst>
                  <a:gd name="adj" fmla="val 58462"/>
                </a:avLst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" name="立方体 15">
                <a:extLst>
                  <a:ext uri="{FF2B5EF4-FFF2-40B4-BE49-F238E27FC236}">
                    <a16:creationId xmlns:a16="http://schemas.microsoft.com/office/drawing/2014/main" id="{6517660E-CD1B-1BA0-34EF-9CB60429D5B3}"/>
                  </a:ext>
                </a:extLst>
              </p:cNvPr>
              <p:cNvSpPr/>
              <p:nvPr/>
            </p:nvSpPr>
            <p:spPr>
              <a:xfrm>
                <a:off x="5977417" y="1071563"/>
                <a:ext cx="451958" cy="985837"/>
              </a:xfrm>
              <a:prstGeom prst="cube">
                <a:avLst>
                  <a:gd name="adj" fmla="val 47457"/>
                </a:avLst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" name="立方体 16">
                <a:extLst>
                  <a:ext uri="{FF2B5EF4-FFF2-40B4-BE49-F238E27FC236}">
                    <a16:creationId xmlns:a16="http://schemas.microsoft.com/office/drawing/2014/main" id="{9B2BEB19-161A-7D2E-5FE9-98A15E7186B2}"/>
                  </a:ext>
                </a:extLst>
              </p:cNvPr>
              <p:cNvSpPr/>
              <p:nvPr/>
            </p:nvSpPr>
            <p:spPr>
              <a:xfrm>
                <a:off x="6265979" y="1316035"/>
                <a:ext cx="327702" cy="555500"/>
              </a:xfrm>
              <a:prstGeom prst="cube">
                <a:avLst>
                  <a:gd name="adj" fmla="val 47457"/>
                </a:avLst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84CAF383-C50B-B0E6-481F-8CD8A2F533F7}"/>
                </a:ext>
              </a:extLst>
            </p:cNvPr>
            <p:cNvCxnSpPr>
              <a:cxnSpLocks/>
            </p:cNvCxnSpPr>
            <p:nvPr/>
          </p:nvCxnSpPr>
          <p:spPr>
            <a:xfrm>
              <a:off x="6561872" y="1702618"/>
              <a:ext cx="52605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2BFF746F-CF9F-C260-65AD-0D744ABEF9FA}"/>
                </a:ext>
              </a:extLst>
            </p:cNvPr>
            <p:cNvGrpSpPr/>
            <p:nvPr/>
          </p:nvGrpSpPr>
          <p:grpSpPr>
            <a:xfrm>
              <a:off x="7090003" y="1534412"/>
              <a:ext cx="324056" cy="324056"/>
              <a:chOff x="8691357" y="1421858"/>
              <a:chExt cx="324056" cy="324056"/>
            </a:xfrm>
          </p:grpSpPr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84F567F6-D7BA-1D7C-46F7-AB4B10C4D704}"/>
                  </a:ext>
                </a:extLst>
              </p:cNvPr>
              <p:cNvSpPr/>
              <p:nvPr/>
            </p:nvSpPr>
            <p:spPr>
              <a:xfrm>
                <a:off x="8691357" y="1421858"/>
                <a:ext cx="324056" cy="324056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482ADC46-53A3-72E4-E761-503D5B0A9676}"/>
                  </a:ext>
                </a:extLst>
              </p:cNvPr>
              <p:cNvCxnSpPr>
                <a:cxnSpLocks/>
                <a:stCxn id="26" idx="2"/>
                <a:endCxn id="26" idx="6"/>
              </p:cNvCxnSpPr>
              <p:nvPr/>
            </p:nvCxnSpPr>
            <p:spPr>
              <a:xfrm>
                <a:off x="8691357" y="1583886"/>
                <a:ext cx="324056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055691D3-7CE3-8524-FDCD-B864E5DE4950}"/>
                  </a:ext>
                </a:extLst>
              </p:cNvPr>
              <p:cNvCxnSpPr>
                <a:cxnSpLocks/>
                <a:stCxn id="26" idx="0"/>
                <a:endCxn id="26" idx="4"/>
              </p:cNvCxnSpPr>
              <p:nvPr/>
            </p:nvCxnSpPr>
            <p:spPr>
              <a:xfrm>
                <a:off x="8853385" y="1421858"/>
                <a:ext cx="0" cy="324056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29C7EBE1-9ACC-485F-EDB2-1D57E767FC77}"/>
                    </a:ext>
                  </a:extLst>
                </p:cNvPr>
                <p:cNvSpPr txBox="1"/>
                <p:nvPr/>
              </p:nvSpPr>
              <p:spPr>
                <a:xfrm>
                  <a:off x="7076610" y="1829501"/>
                  <a:ext cx="466218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180C94D8-2EDD-10B1-CBE8-07B378917E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6610" y="1829501"/>
                  <a:ext cx="466218" cy="246221"/>
                </a:xfrm>
                <a:prstGeom prst="rect">
                  <a:avLst/>
                </a:prstGeom>
                <a:blipFill>
                  <a:blip r:embed="rId3"/>
                  <a:stretch>
                    <a:fillRect l="-9211" r="-7895" b="-317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E43D5F4-4B9C-7FB8-EA05-268B71A1960C}"/>
                </a:ext>
              </a:extLst>
            </p:cNvPr>
            <p:cNvSpPr txBox="1"/>
            <p:nvPr/>
          </p:nvSpPr>
          <p:spPr>
            <a:xfrm>
              <a:off x="7139182" y="1228108"/>
              <a:ext cx="10579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CC9AA08E-EFD3-E7F3-9458-FACB12FD26F8}"/>
                </a:ext>
              </a:extLst>
            </p:cNvPr>
            <p:cNvCxnSpPr>
              <a:cxnSpLocks/>
            </p:cNvCxnSpPr>
            <p:nvPr/>
          </p:nvCxnSpPr>
          <p:spPr>
            <a:xfrm>
              <a:off x="7400110" y="1695990"/>
              <a:ext cx="52605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4" name="组合 113">
              <a:extLst>
                <a:ext uri="{FF2B5EF4-FFF2-40B4-BE49-F238E27FC236}">
                  <a16:creationId xmlns:a16="http://schemas.microsoft.com/office/drawing/2014/main" id="{A4338A9D-C4A3-1C72-AADC-4954370E5732}"/>
                </a:ext>
              </a:extLst>
            </p:cNvPr>
            <p:cNvGrpSpPr/>
            <p:nvPr/>
          </p:nvGrpSpPr>
          <p:grpSpPr>
            <a:xfrm>
              <a:off x="7941125" y="1160034"/>
              <a:ext cx="963979" cy="913888"/>
              <a:chOff x="7817050" y="800486"/>
              <a:chExt cx="1379799" cy="1344413"/>
            </a:xfrm>
          </p:grpSpPr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50FD3A7E-C4F5-3695-6E33-A7F9FAE557FD}"/>
                  </a:ext>
                </a:extLst>
              </p:cNvPr>
              <p:cNvGrpSpPr/>
              <p:nvPr/>
            </p:nvGrpSpPr>
            <p:grpSpPr>
              <a:xfrm>
                <a:off x="7976594" y="800486"/>
                <a:ext cx="1220255" cy="1118189"/>
                <a:chOff x="9022185" y="995487"/>
                <a:chExt cx="1220255" cy="1118189"/>
              </a:xfrm>
            </p:grpSpPr>
            <p:sp>
              <p:nvSpPr>
                <p:cNvPr id="80" name="矩形: 圆角 79">
                  <a:extLst>
                    <a:ext uri="{FF2B5EF4-FFF2-40B4-BE49-F238E27FC236}">
                      <a16:creationId xmlns:a16="http://schemas.microsoft.com/office/drawing/2014/main" id="{B2C8AABB-7CFA-9588-1ADA-31A187A890A2}"/>
                    </a:ext>
                  </a:extLst>
                </p:cNvPr>
                <p:cNvSpPr/>
                <p:nvPr/>
              </p:nvSpPr>
              <p:spPr>
                <a:xfrm>
                  <a:off x="9022185" y="995487"/>
                  <a:ext cx="1220255" cy="1118189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81" name="组合 80">
                  <a:extLst>
                    <a:ext uri="{FF2B5EF4-FFF2-40B4-BE49-F238E27FC236}">
                      <a16:creationId xmlns:a16="http://schemas.microsoft.com/office/drawing/2014/main" id="{EAE5779A-D9FB-D490-BDF9-58FE2F6808AE}"/>
                    </a:ext>
                  </a:extLst>
                </p:cNvPr>
                <p:cNvGrpSpPr/>
                <p:nvPr/>
              </p:nvGrpSpPr>
              <p:grpSpPr>
                <a:xfrm>
                  <a:off x="9048779" y="1048452"/>
                  <a:ext cx="1170972" cy="929492"/>
                  <a:chOff x="6859933" y="2764631"/>
                  <a:chExt cx="1229001" cy="1040834"/>
                </a:xfrm>
              </p:grpSpPr>
              <p:sp>
                <p:nvSpPr>
                  <p:cNvPr id="82" name="椭圆 81">
                    <a:extLst>
                      <a:ext uri="{FF2B5EF4-FFF2-40B4-BE49-F238E27FC236}">
                        <a16:creationId xmlns:a16="http://schemas.microsoft.com/office/drawing/2014/main" id="{51724347-DE80-85B7-BC52-F948CF1C0E91}"/>
                      </a:ext>
                    </a:extLst>
                  </p:cNvPr>
                  <p:cNvSpPr/>
                  <p:nvPr/>
                </p:nvSpPr>
                <p:spPr>
                  <a:xfrm>
                    <a:off x="7343775" y="2764631"/>
                    <a:ext cx="240158" cy="240158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" name="椭圆 82">
                    <a:extLst>
                      <a:ext uri="{FF2B5EF4-FFF2-40B4-BE49-F238E27FC236}">
                        <a16:creationId xmlns:a16="http://schemas.microsoft.com/office/drawing/2014/main" id="{3DD748B2-30FD-2C9A-330A-70D15BE1F0B9}"/>
                      </a:ext>
                    </a:extLst>
                  </p:cNvPr>
                  <p:cNvSpPr/>
                  <p:nvPr/>
                </p:nvSpPr>
                <p:spPr>
                  <a:xfrm>
                    <a:off x="7343775" y="3228246"/>
                    <a:ext cx="240158" cy="240158"/>
                  </a:xfrm>
                  <a:prstGeom prst="ellipse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4" name="椭圆 83">
                    <a:extLst>
                      <a:ext uri="{FF2B5EF4-FFF2-40B4-BE49-F238E27FC236}">
                        <a16:creationId xmlns:a16="http://schemas.microsoft.com/office/drawing/2014/main" id="{E309FCF9-CACB-1D49-48A8-82B4663B429C}"/>
                      </a:ext>
                    </a:extLst>
                  </p:cNvPr>
                  <p:cNvSpPr/>
                  <p:nvPr/>
                </p:nvSpPr>
                <p:spPr>
                  <a:xfrm>
                    <a:off x="6859933" y="3559240"/>
                    <a:ext cx="240158" cy="240158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5" name="椭圆 84">
                    <a:extLst>
                      <a:ext uri="{FF2B5EF4-FFF2-40B4-BE49-F238E27FC236}">
                        <a16:creationId xmlns:a16="http://schemas.microsoft.com/office/drawing/2014/main" id="{FCB44D82-5A94-811E-7418-83303334DA8D}"/>
                      </a:ext>
                    </a:extLst>
                  </p:cNvPr>
                  <p:cNvSpPr/>
                  <p:nvPr/>
                </p:nvSpPr>
                <p:spPr>
                  <a:xfrm>
                    <a:off x="7848776" y="3565307"/>
                    <a:ext cx="240158" cy="240158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86" name="直接箭头连接符 85">
                    <a:extLst>
                      <a:ext uri="{FF2B5EF4-FFF2-40B4-BE49-F238E27FC236}">
                        <a16:creationId xmlns:a16="http://schemas.microsoft.com/office/drawing/2014/main" id="{7A48ADC8-6C8E-6037-5A29-6734B74AAC59}"/>
                      </a:ext>
                    </a:extLst>
                  </p:cNvPr>
                  <p:cNvCxnSpPr>
                    <a:cxnSpLocks/>
                    <a:stCxn id="82" idx="4"/>
                    <a:endCxn id="83" idx="0"/>
                  </p:cNvCxnSpPr>
                  <p:nvPr/>
                </p:nvCxnSpPr>
                <p:spPr>
                  <a:xfrm>
                    <a:off x="7463854" y="3004789"/>
                    <a:ext cx="0" cy="223457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" name="直接箭头连接符 86">
                    <a:extLst>
                      <a:ext uri="{FF2B5EF4-FFF2-40B4-BE49-F238E27FC236}">
                        <a16:creationId xmlns:a16="http://schemas.microsoft.com/office/drawing/2014/main" id="{1A5BAA1C-00F1-165A-B5CE-964EA7672ED8}"/>
                      </a:ext>
                    </a:extLst>
                  </p:cNvPr>
                  <p:cNvCxnSpPr>
                    <a:cxnSpLocks/>
                    <a:stCxn id="82" idx="3"/>
                    <a:endCxn id="84" idx="0"/>
                  </p:cNvCxnSpPr>
                  <p:nvPr/>
                </p:nvCxnSpPr>
                <p:spPr>
                  <a:xfrm flipH="1">
                    <a:off x="6980012" y="2969619"/>
                    <a:ext cx="398933" cy="589621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" name="直接箭头连接符 87">
                    <a:extLst>
                      <a:ext uri="{FF2B5EF4-FFF2-40B4-BE49-F238E27FC236}">
                        <a16:creationId xmlns:a16="http://schemas.microsoft.com/office/drawing/2014/main" id="{65B7E6D4-A640-4E96-A37D-45C92154C60F}"/>
                      </a:ext>
                    </a:extLst>
                  </p:cNvPr>
                  <p:cNvCxnSpPr>
                    <a:cxnSpLocks/>
                    <a:stCxn id="82" idx="5"/>
                    <a:endCxn id="85" idx="0"/>
                  </p:cNvCxnSpPr>
                  <p:nvPr/>
                </p:nvCxnSpPr>
                <p:spPr>
                  <a:xfrm>
                    <a:off x="7548763" y="2969619"/>
                    <a:ext cx="420092" cy="595688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" name="直接箭头连接符 88">
                    <a:extLst>
                      <a:ext uri="{FF2B5EF4-FFF2-40B4-BE49-F238E27FC236}">
                        <a16:creationId xmlns:a16="http://schemas.microsoft.com/office/drawing/2014/main" id="{FF54585A-63ED-960D-994B-AF7B01C8C722}"/>
                      </a:ext>
                    </a:extLst>
                  </p:cNvPr>
                  <p:cNvCxnSpPr>
                    <a:cxnSpLocks/>
                    <a:stCxn id="84" idx="6"/>
                    <a:endCxn id="85" idx="2"/>
                  </p:cNvCxnSpPr>
                  <p:nvPr/>
                </p:nvCxnSpPr>
                <p:spPr>
                  <a:xfrm>
                    <a:off x="7100091" y="3679319"/>
                    <a:ext cx="748685" cy="6067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" name="直接箭头连接符 89">
                    <a:extLst>
                      <a:ext uri="{FF2B5EF4-FFF2-40B4-BE49-F238E27FC236}">
                        <a16:creationId xmlns:a16="http://schemas.microsoft.com/office/drawing/2014/main" id="{9CC09711-9065-54E3-DF0B-67B02A555016}"/>
                      </a:ext>
                    </a:extLst>
                  </p:cNvPr>
                  <p:cNvCxnSpPr>
                    <a:cxnSpLocks/>
                    <a:stCxn id="83" idx="2"/>
                    <a:endCxn id="84" idx="7"/>
                  </p:cNvCxnSpPr>
                  <p:nvPr/>
                </p:nvCxnSpPr>
                <p:spPr>
                  <a:xfrm flipH="1">
                    <a:off x="7064921" y="3348325"/>
                    <a:ext cx="278854" cy="246085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" name="直接箭头连接符 90">
                    <a:extLst>
                      <a:ext uri="{FF2B5EF4-FFF2-40B4-BE49-F238E27FC236}">
                        <a16:creationId xmlns:a16="http://schemas.microsoft.com/office/drawing/2014/main" id="{11283F15-4FC5-2B66-1492-7D44628DC9CC}"/>
                      </a:ext>
                    </a:extLst>
                  </p:cNvPr>
                  <p:cNvCxnSpPr>
                    <a:cxnSpLocks/>
                    <a:stCxn id="83" idx="6"/>
                    <a:endCxn id="85" idx="1"/>
                  </p:cNvCxnSpPr>
                  <p:nvPr/>
                </p:nvCxnSpPr>
                <p:spPr>
                  <a:xfrm>
                    <a:off x="7583933" y="3348325"/>
                    <a:ext cx="300013" cy="252152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78" name="组合 77">
                <a:extLst>
                  <a:ext uri="{FF2B5EF4-FFF2-40B4-BE49-F238E27FC236}">
                    <a16:creationId xmlns:a16="http://schemas.microsoft.com/office/drawing/2014/main" id="{9EAD501B-0A98-654F-FB30-3D3A63278EE7}"/>
                  </a:ext>
                </a:extLst>
              </p:cNvPr>
              <p:cNvGrpSpPr/>
              <p:nvPr/>
            </p:nvGrpSpPr>
            <p:grpSpPr>
              <a:xfrm>
                <a:off x="7817050" y="1026710"/>
                <a:ext cx="1220255" cy="1118189"/>
                <a:chOff x="9022185" y="995487"/>
                <a:chExt cx="1220255" cy="1118189"/>
              </a:xfrm>
            </p:grpSpPr>
            <p:sp>
              <p:nvSpPr>
                <p:cNvPr id="56" name="矩形: 圆角 55">
                  <a:extLst>
                    <a:ext uri="{FF2B5EF4-FFF2-40B4-BE49-F238E27FC236}">
                      <a16:creationId xmlns:a16="http://schemas.microsoft.com/office/drawing/2014/main" id="{052D9486-346B-4EF9-94FF-888F09AA3B2A}"/>
                    </a:ext>
                  </a:extLst>
                </p:cNvPr>
                <p:cNvSpPr/>
                <p:nvPr/>
              </p:nvSpPr>
              <p:spPr>
                <a:xfrm>
                  <a:off x="9022185" y="995487"/>
                  <a:ext cx="1220255" cy="1118189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77" name="组合 76">
                  <a:extLst>
                    <a:ext uri="{FF2B5EF4-FFF2-40B4-BE49-F238E27FC236}">
                      <a16:creationId xmlns:a16="http://schemas.microsoft.com/office/drawing/2014/main" id="{9E4891F0-CE76-7518-4249-68F259E42B10}"/>
                    </a:ext>
                  </a:extLst>
                </p:cNvPr>
                <p:cNvGrpSpPr/>
                <p:nvPr/>
              </p:nvGrpSpPr>
              <p:grpSpPr>
                <a:xfrm>
                  <a:off x="9048779" y="1048452"/>
                  <a:ext cx="1170972" cy="929492"/>
                  <a:chOff x="6859933" y="2764631"/>
                  <a:chExt cx="1229001" cy="1040834"/>
                </a:xfrm>
              </p:grpSpPr>
              <p:sp>
                <p:nvSpPr>
                  <p:cNvPr id="57" name="椭圆 56">
                    <a:extLst>
                      <a:ext uri="{FF2B5EF4-FFF2-40B4-BE49-F238E27FC236}">
                        <a16:creationId xmlns:a16="http://schemas.microsoft.com/office/drawing/2014/main" id="{DB64DC07-014D-B615-1EDE-22624A36DC84}"/>
                      </a:ext>
                    </a:extLst>
                  </p:cNvPr>
                  <p:cNvSpPr/>
                  <p:nvPr/>
                </p:nvSpPr>
                <p:spPr>
                  <a:xfrm>
                    <a:off x="7343775" y="2764631"/>
                    <a:ext cx="240158" cy="240158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" name="椭圆 57">
                    <a:extLst>
                      <a:ext uri="{FF2B5EF4-FFF2-40B4-BE49-F238E27FC236}">
                        <a16:creationId xmlns:a16="http://schemas.microsoft.com/office/drawing/2014/main" id="{9B471CC9-DA71-3390-A7D7-C8820BF3294E}"/>
                      </a:ext>
                    </a:extLst>
                  </p:cNvPr>
                  <p:cNvSpPr/>
                  <p:nvPr/>
                </p:nvSpPr>
                <p:spPr>
                  <a:xfrm>
                    <a:off x="7343775" y="3228246"/>
                    <a:ext cx="240158" cy="240158"/>
                  </a:xfrm>
                  <a:prstGeom prst="ellipse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" name="椭圆 58">
                    <a:extLst>
                      <a:ext uri="{FF2B5EF4-FFF2-40B4-BE49-F238E27FC236}">
                        <a16:creationId xmlns:a16="http://schemas.microsoft.com/office/drawing/2014/main" id="{09E993C0-B76B-49D8-104D-CA04034815AB}"/>
                      </a:ext>
                    </a:extLst>
                  </p:cNvPr>
                  <p:cNvSpPr/>
                  <p:nvPr/>
                </p:nvSpPr>
                <p:spPr>
                  <a:xfrm>
                    <a:off x="6859933" y="3559240"/>
                    <a:ext cx="240158" cy="240158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" name="椭圆 59">
                    <a:extLst>
                      <a:ext uri="{FF2B5EF4-FFF2-40B4-BE49-F238E27FC236}">
                        <a16:creationId xmlns:a16="http://schemas.microsoft.com/office/drawing/2014/main" id="{8158B1BD-D089-E8EF-5363-35A8093DB65B}"/>
                      </a:ext>
                    </a:extLst>
                  </p:cNvPr>
                  <p:cNvSpPr/>
                  <p:nvPr/>
                </p:nvSpPr>
                <p:spPr>
                  <a:xfrm>
                    <a:off x="7848776" y="3565307"/>
                    <a:ext cx="240158" cy="240158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62" name="直接箭头连接符 61">
                    <a:extLst>
                      <a:ext uri="{FF2B5EF4-FFF2-40B4-BE49-F238E27FC236}">
                        <a16:creationId xmlns:a16="http://schemas.microsoft.com/office/drawing/2014/main" id="{4BE993D0-E9E5-824B-B484-46AF11775513}"/>
                      </a:ext>
                    </a:extLst>
                  </p:cNvPr>
                  <p:cNvCxnSpPr>
                    <a:cxnSpLocks/>
                    <a:stCxn id="57" idx="4"/>
                    <a:endCxn id="58" idx="0"/>
                  </p:cNvCxnSpPr>
                  <p:nvPr/>
                </p:nvCxnSpPr>
                <p:spPr>
                  <a:xfrm>
                    <a:off x="7463854" y="3004789"/>
                    <a:ext cx="0" cy="223457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直接箭头连接符 63">
                    <a:extLst>
                      <a:ext uri="{FF2B5EF4-FFF2-40B4-BE49-F238E27FC236}">
                        <a16:creationId xmlns:a16="http://schemas.microsoft.com/office/drawing/2014/main" id="{EE789634-D3F4-9AA2-D049-1681257FAE71}"/>
                      </a:ext>
                    </a:extLst>
                  </p:cNvPr>
                  <p:cNvCxnSpPr>
                    <a:cxnSpLocks/>
                    <a:stCxn id="57" idx="3"/>
                    <a:endCxn id="59" idx="0"/>
                  </p:cNvCxnSpPr>
                  <p:nvPr/>
                </p:nvCxnSpPr>
                <p:spPr>
                  <a:xfrm flipH="1">
                    <a:off x="6980012" y="2969619"/>
                    <a:ext cx="398933" cy="589621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直接箭头连接符 65">
                    <a:extLst>
                      <a:ext uri="{FF2B5EF4-FFF2-40B4-BE49-F238E27FC236}">
                        <a16:creationId xmlns:a16="http://schemas.microsoft.com/office/drawing/2014/main" id="{A23BB546-B470-8B44-D735-76649622C351}"/>
                      </a:ext>
                    </a:extLst>
                  </p:cNvPr>
                  <p:cNvCxnSpPr>
                    <a:cxnSpLocks/>
                    <a:stCxn id="57" idx="5"/>
                    <a:endCxn id="60" idx="0"/>
                  </p:cNvCxnSpPr>
                  <p:nvPr/>
                </p:nvCxnSpPr>
                <p:spPr>
                  <a:xfrm>
                    <a:off x="7548763" y="2969619"/>
                    <a:ext cx="420092" cy="595688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直接箭头连接符 67">
                    <a:extLst>
                      <a:ext uri="{FF2B5EF4-FFF2-40B4-BE49-F238E27FC236}">
                        <a16:creationId xmlns:a16="http://schemas.microsoft.com/office/drawing/2014/main" id="{0F3269ED-7C44-A1B9-6A1E-D48ED5AA3B3C}"/>
                      </a:ext>
                    </a:extLst>
                  </p:cNvPr>
                  <p:cNvCxnSpPr>
                    <a:cxnSpLocks/>
                    <a:stCxn id="59" idx="6"/>
                    <a:endCxn id="60" idx="2"/>
                  </p:cNvCxnSpPr>
                  <p:nvPr/>
                </p:nvCxnSpPr>
                <p:spPr>
                  <a:xfrm>
                    <a:off x="7100091" y="3679319"/>
                    <a:ext cx="748685" cy="6067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直接箭头连接符 69">
                    <a:extLst>
                      <a:ext uri="{FF2B5EF4-FFF2-40B4-BE49-F238E27FC236}">
                        <a16:creationId xmlns:a16="http://schemas.microsoft.com/office/drawing/2014/main" id="{981FC749-6548-A511-0EC9-85A44ADD407A}"/>
                      </a:ext>
                    </a:extLst>
                  </p:cNvPr>
                  <p:cNvCxnSpPr>
                    <a:cxnSpLocks/>
                    <a:stCxn id="58" idx="2"/>
                    <a:endCxn id="59" idx="7"/>
                  </p:cNvCxnSpPr>
                  <p:nvPr/>
                </p:nvCxnSpPr>
                <p:spPr>
                  <a:xfrm flipH="1">
                    <a:off x="7064921" y="3348325"/>
                    <a:ext cx="278854" cy="246085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直接箭头连接符 71">
                    <a:extLst>
                      <a:ext uri="{FF2B5EF4-FFF2-40B4-BE49-F238E27FC236}">
                        <a16:creationId xmlns:a16="http://schemas.microsoft.com/office/drawing/2014/main" id="{8A0816E3-7C2A-7BBA-BEAA-86A404D803AD}"/>
                      </a:ext>
                    </a:extLst>
                  </p:cNvPr>
                  <p:cNvCxnSpPr>
                    <a:cxnSpLocks/>
                    <a:stCxn id="58" idx="6"/>
                    <a:endCxn id="60" idx="1"/>
                  </p:cNvCxnSpPr>
                  <p:nvPr/>
                </p:nvCxnSpPr>
                <p:spPr>
                  <a:xfrm>
                    <a:off x="7583933" y="3348325"/>
                    <a:ext cx="300013" cy="252152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977A60D6-BAB6-90BA-3360-7023EDBF8B1C}"/>
                </a:ext>
              </a:extLst>
            </p:cNvPr>
            <p:cNvCxnSpPr>
              <a:cxnSpLocks/>
            </p:cNvCxnSpPr>
            <p:nvPr/>
          </p:nvCxnSpPr>
          <p:spPr>
            <a:xfrm>
              <a:off x="8901809" y="1694998"/>
              <a:ext cx="52605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组合 92">
              <a:extLst>
                <a:ext uri="{FF2B5EF4-FFF2-40B4-BE49-F238E27FC236}">
                  <a16:creationId xmlns:a16="http://schemas.microsoft.com/office/drawing/2014/main" id="{CB20D8C7-198A-0A6B-3A5A-E8E695CF7439}"/>
                </a:ext>
              </a:extLst>
            </p:cNvPr>
            <p:cNvGrpSpPr/>
            <p:nvPr/>
          </p:nvGrpSpPr>
          <p:grpSpPr>
            <a:xfrm>
              <a:off x="9444766" y="1416390"/>
              <a:ext cx="768356" cy="554518"/>
              <a:chOff x="7119732" y="1135856"/>
              <a:chExt cx="1045574" cy="921544"/>
            </a:xfrm>
          </p:grpSpPr>
          <p:sp>
            <p:nvSpPr>
              <p:cNvPr id="94" name="矩形: 圆角 93">
                <a:extLst>
                  <a:ext uri="{FF2B5EF4-FFF2-40B4-BE49-F238E27FC236}">
                    <a16:creationId xmlns:a16="http://schemas.microsoft.com/office/drawing/2014/main" id="{3FC13421-7AEA-3A80-167B-0EF6B8E19B8D}"/>
                  </a:ext>
                </a:extLst>
              </p:cNvPr>
              <p:cNvSpPr/>
              <p:nvPr/>
            </p:nvSpPr>
            <p:spPr>
              <a:xfrm>
                <a:off x="7119732" y="1135856"/>
                <a:ext cx="1045574" cy="921544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EBEE0220-16B3-FB17-C679-6C0E62C29B86}"/>
                  </a:ext>
                </a:extLst>
              </p:cNvPr>
              <p:cNvSpPr/>
              <p:nvPr/>
            </p:nvSpPr>
            <p:spPr>
              <a:xfrm>
                <a:off x="7279227" y="1421857"/>
                <a:ext cx="178593" cy="4616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5279D89E-A55E-E4C9-B0F7-57C3BCEDDCF3}"/>
                  </a:ext>
                </a:extLst>
              </p:cNvPr>
              <p:cNvSpPr/>
              <p:nvPr/>
            </p:nvSpPr>
            <p:spPr>
              <a:xfrm>
                <a:off x="7532787" y="1257285"/>
                <a:ext cx="178593" cy="67299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3FA8EE89-D5DC-A69A-742D-F13A403347F8}"/>
                  </a:ext>
                </a:extLst>
              </p:cNvPr>
              <p:cNvSpPr/>
              <p:nvPr/>
            </p:nvSpPr>
            <p:spPr>
              <a:xfrm>
                <a:off x="7836779" y="1421858"/>
                <a:ext cx="178593" cy="4616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9031A43D-5AF3-05F4-62FC-AFF13C8E23C8}"/>
                </a:ext>
              </a:extLst>
            </p:cNvPr>
            <p:cNvSpPr txBox="1"/>
            <p:nvPr/>
          </p:nvSpPr>
          <p:spPr>
            <a:xfrm>
              <a:off x="5020026" y="1895394"/>
              <a:ext cx="1215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CNN (ResNet-18)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E5AD1282-F4BD-FE77-F391-12B0BAB6E30F}"/>
                </a:ext>
              </a:extLst>
            </p:cNvPr>
            <p:cNvSpPr txBox="1"/>
            <p:nvPr/>
          </p:nvSpPr>
          <p:spPr>
            <a:xfrm>
              <a:off x="6199097" y="1928860"/>
              <a:ext cx="45066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MLP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95B68E8B-F49A-6B12-CC48-61822E2CC498}"/>
                </a:ext>
              </a:extLst>
            </p:cNvPr>
            <p:cNvSpPr txBox="1"/>
            <p:nvPr/>
          </p:nvSpPr>
          <p:spPr>
            <a:xfrm>
              <a:off x="9318939" y="1932776"/>
              <a:ext cx="111812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Noisy Layers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97A4F3CF-8C9A-BE3F-C382-3EDC4EBB3F7A}"/>
                </a:ext>
              </a:extLst>
            </p:cNvPr>
            <p:cNvCxnSpPr>
              <a:cxnSpLocks/>
            </p:cNvCxnSpPr>
            <p:nvPr/>
          </p:nvCxnSpPr>
          <p:spPr>
            <a:xfrm>
              <a:off x="10226495" y="1690748"/>
              <a:ext cx="52605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CCD07082-F55C-D011-B60D-2FF9BEBD5BDF}"/>
                </a:ext>
              </a:extLst>
            </p:cNvPr>
            <p:cNvSpPr/>
            <p:nvPr/>
          </p:nvSpPr>
          <p:spPr>
            <a:xfrm>
              <a:off x="10757460" y="1396433"/>
              <a:ext cx="414338" cy="536761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2" name="直接箭头连接符 131">
              <a:extLst>
                <a:ext uri="{FF2B5EF4-FFF2-40B4-BE49-F238E27FC236}">
                  <a16:creationId xmlns:a16="http://schemas.microsoft.com/office/drawing/2014/main" id="{8D7321B3-F034-A247-3173-9A7B9B9806DD}"/>
                </a:ext>
              </a:extLst>
            </p:cNvPr>
            <p:cNvCxnSpPr>
              <a:cxnSpLocks/>
            </p:cNvCxnSpPr>
            <p:nvPr/>
          </p:nvCxnSpPr>
          <p:spPr>
            <a:xfrm>
              <a:off x="6562834" y="3109334"/>
              <a:ext cx="52605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3" name="组合 132">
              <a:extLst>
                <a:ext uri="{FF2B5EF4-FFF2-40B4-BE49-F238E27FC236}">
                  <a16:creationId xmlns:a16="http://schemas.microsoft.com/office/drawing/2014/main" id="{23FEA4EF-5DF1-530E-217D-FE2FD01395C8}"/>
                </a:ext>
              </a:extLst>
            </p:cNvPr>
            <p:cNvGrpSpPr/>
            <p:nvPr/>
          </p:nvGrpSpPr>
          <p:grpSpPr>
            <a:xfrm>
              <a:off x="7096586" y="2915769"/>
              <a:ext cx="324056" cy="324056"/>
              <a:chOff x="8691357" y="1421858"/>
              <a:chExt cx="324056" cy="324056"/>
            </a:xfrm>
          </p:grpSpPr>
          <p:sp>
            <p:nvSpPr>
              <p:cNvPr id="134" name="椭圆 133">
                <a:extLst>
                  <a:ext uri="{FF2B5EF4-FFF2-40B4-BE49-F238E27FC236}">
                    <a16:creationId xmlns:a16="http://schemas.microsoft.com/office/drawing/2014/main" id="{7DCB5CEA-2137-E6F4-F5B2-40AF5F348244}"/>
                  </a:ext>
                </a:extLst>
              </p:cNvPr>
              <p:cNvSpPr/>
              <p:nvPr/>
            </p:nvSpPr>
            <p:spPr>
              <a:xfrm>
                <a:off x="8691357" y="1421858"/>
                <a:ext cx="324056" cy="324056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5" name="直接连接符 134">
                <a:extLst>
                  <a:ext uri="{FF2B5EF4-FFF2-40B4-BE49-F238E27FC236}">
                    <a16:creationId xmlns:a16="http://schemas.microsoft.com/office/drawing/2014/main" id="{4B8DCD87-941C-F08C-9C9B-A4CBE837EDEC}"/>
                  </a:ext>
                </a:extLst>
              </p:cNvPr>
              <p:cNvCxnSpPr>
                <a:cxnSpLocks/>
                <a:stCxn id="134" idx="2"/>
                <a:endCxn id="134" idx="6"/>
              </p:cNvCxnSpPr>
              <p:nvPr/>
            </p:nvCxnSpPr>
            <p:spPr>
              <a:xfrm>
                <a:off x="8691357" y="1583886"/>
                <a:ext cx="324056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直接连接符 135">
                <a:extLst>
                  <a:ext uri="{FF2B5EF4-FFF2-40B4-BE49-F238E27FC236}">
                    <a16:creationId xmlns:a16="http://schemas.microsoft.com/office/drawing/2014/main" id="{9D3EC0FA-BE1D-F934-0A84-5065C63A33A1}"/>
                  </a:ext>
                </a:extLst>
              </p:cNvPr>
              <p:cNvCxnSpPr>
                <a:cxnSpLocks/>
                <a:stCxn id="134" idx="0"/>
                <a:endCxn id="134" idx="4"/>
              </p:cNvCxnSpPr>
              <p:nvPr/>
            </p:nvCxnSpPr>
            <p:spPr>
              <a:xfrm>
                <a:off x="8853385" y="1421858"/>
                <a:ext cx="0" cy="324056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D9667776-A247-14E4-E752-B1734A35116F}"/>
                    </a:ext>
                  </a:extLst>
                </p:cNvPr>
                <p:cNvSpPr txBox="1"/>
                <p:nvPr/>
              </p:nvSpPr>
              <p:spPr>
                <a:xfrm>
                  <a:off x="7019368" y="3241475"/>
                  <a:ext cx="466218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4484E621-FAC6-7163-B866-2204C7DF3E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9368" y="3241475"/>
                  <a:ext cx="466218" cy="246221"/>
                </a:xfrm>
                <a:prstGeom prst="rect">
                  <a:avLst/>
                </a:prstGeom>
                <a:blipFill>
                  <a:blip r:embed="rId4"/>
                  <a:stretch>
                    <a:fillRect l="-7792" r="-7792" b="-3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ADE38CE5-AA84-9CBA-D09B-4A79DF121B3C}"/>
                </a:ext>
              </a:extLst>
            </p:cNvPr>
            <p:cNvSpPr txBox="1"/>
            <p:nvPr/>
          </p:nvSpPr>
          <p:spPr>
            <a:xfrm>
              <a:off x="7108316" y="2630700"/>
              <a:ext cx="10579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9" name="直接箭头连接符 138">
              <a:extLst>
                <a:ext uri="{FF2B5EF4-FFF2-40B4-BE49-F238E27FC236}">
                  <a16:creationId xmlns:a16="http://schemas.microsoft.com/office/drawing/2014/main" id="{EEEF5E6B-3766-3A87-DEA8-7F07C1A2DAE4}"/>
                </a:ext>
              </a:extLst>
            </p:cNvPr>
            <p:cNvCxnSpPr>
              <a:cxnSpLocks/>
            </p:cNvCxnSpPr>
            <p:nvPr/>
          </p:nvCxnSpPr>
          <p:spPr>
            <a:xfrm>
              <a:off x="7412384" y="3122151"/>
              <a:ext cx="52605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A7035D28-9D78-68B6-A1CC-4050D8BC9F64}"/>
                    </a:ext>
                  </a:extLst>
                </p:cNvPr>
                <p:cNvSpPr txBox="1"/>
                <p:nvPr/>
              </p:nvSpPr>
              <p:spPr>
                <a:xfrm>
                  <a:off x="7412384" y="2828947"/>
                  <a:ext cx="492314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2EE88D7C-742A-F229-1423-24B047D4EC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2384" y="2828947"/>
                  <a:ext cx="492314" cy="246221"/>
                </a:xfrm>
                <a:prstGeom prst="rect">
                  <a:avLst/>
                </a:prstGeom>
                <a:blipFill>
                  <a:blip r:embed="rId5"/>
                  <a:stretch>
                    <a:fillRect l="-8642" r="-6173" b="-3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8" name="直接箭头连接符 167">
              <a:extLst>
                <a:ext uri="{FF2B5EF4-FFF2-40B4-BE49-F238E27FC236}">
                  <a16:creationId xmlns:a16="http://schemas.microsoft.com/office/drawing/2014/main" id="{4922FC9A-89C0-FE0A-071F-377FBCD92BEF}"/>
                </a:ext>
              </a:extLst>
            </p:cNvPr>
            <p:cNvCxnSpPr>
              <a:cxnSpLocks/>
            </p:cNvCxnSpPr>
            <p:nvPr/>
          </p:nvCxnSpPr>
          <p:spPr>
            <a:xfrm>
              <a:off x="8946580" y="3095704"/>
              <a:ext cx="52605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9" name="组合 168">
              <a:extLst>
                <a:ext uri="{FF2B5EF4-FFF2-40B4-BE49-F238E27FC236}">
                  <a16:creationId xmlns:a16="http://schemas.microsoft.com/office/drawing/2014/main" id="{B2CA6EA1-8838-3FE3-0E0A-B594B1D21209}"/>
                </a:ext>
              </a:extLst>
            </p:cNvPr>
            <p:cNvGrpSpPr/>
            <p:nvPr/>
          </p:nvGrpSpPr>
          <p:grpSpPr>
            <a:xfrm>
              <a:off x="9480211" y="2815553"/>
              <a:ext cx="743750" cy="536760"/>
              <a:chOff x="7119732" y="1135856"/>
              <a:chExt cx="1045574" cy="921544"/>
            </a:xfrm>
          </p:grpSpPr>
          <p:sp>
            <p:nvSpPr>
              <p:cNvPr id="170" name="矩形: 圆角 169">
                <a:extLst>
                  <a:ext uri="{FF2B5EF4-FFF2-40B4-BE49-F238E27FC236}">
                    <a16:creationId xmlns:a16="http://schemas.microsoft.com/office/drawing/2014/main" id="{1CAE5074-4902-FF75-7E6A-693C7CB5A4A9}"/>
                  </a:ext>
                </a:extLst>
              </p:cNvPr>
              <p:cNvSpPr/>
              <p:nvPr/>
            </p:nvSpPr>
            <p:spPr>
              <a:xfrm>
                <a:off x="7119732" y="1135856"/>
                <a:ext cx="1045574" cy="921544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" name="矩形 170">
                <a:extLst>
                  <a:ext uri="{FF2B5EF4-FFF2-40B4-BE49-F238E27FC236}">
                    <a16:creationId xmlns:a16="http://schemas.microsoft.com/office/drawing/2014/main" id="{222632BD-F031-5143-8DB8-142D763BA000}"/>
                  </a:ext>
                </a:extLst>
              </p:cNvPr>
              <p:cNvSpPr/>
              <p:nvPr/>
            </p:nvSpPr>
            <p:spPr>
              <a:xfrm>
                <a:off x="7279227" y="1421857"/>
                <a:ext cx="178593" cy="4616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" name="矩形 171">
                <a:extLst>
                  <a:ext uri="{FF2B5EF4-FFF2-40B4-BE49-F238E27FC236}">
                    <a16:creationId xmlns:a16="http://schemas.microsoft.com/office/drawing/2014/main" id="{2AC3E571-07F2-D434-D667-6E37124FABA7}"/>
                  </a:ext>
                </a:extLst>
              </p:cNvPr>
              <p:cNvSpPr/>
              <p:nvPr/>
            </p:nvSpPr>
            <p:spPr>
              <a:xfrm>
                <a:off x="7532787" y="1257285"/>
                <a:ext cx="178593" cy="67299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" name="矩形 172">
                <a:extLst>
                  <a:ext uri="{FF2B5EF4-FFF2-40B4-BE49-F238E27FC236}">
                    <a16:creationId xmlns:a16="http://schemas.microsoft.com/office/drawing/2014/main" id="{7676034D-105E-9181-F97E-89A266ADBCB7}"/>
                  </a:ext>
                </a:extLst>
              </p:cNvPr>
              <p:cNvSpPr/>
              <p:nvPr/>
            </p:nvSpPr>
            <p:spPr>
              <a:xfrm>
                <a:off x="7836779" y="1421858"/>
                <a:ext cx="178593" cy="4616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77" name="直接箭头连接符 176">
              <a:extLst>
                <a:ext uri="{FF2B5EF4-FFF2-40B4-BE49-F238E27FC236}">
                  <a16:creationId xmlns:a16="http://schemas.microsoft.com/office/drawing/2014/main" id="{8F3C78F3-BE77-0CB7-CDD6-0A2163CCDC2C}"/>
                </a:ext>
              </a:extLst>
            </p:cNvPr>
            <p:cNvCxnSpPr>
              <a:cxnSpLocks/>
            </p:cNvCxnSpPr>
            <p:nvPr/>
          </p:nvCxnSpPr>
          <p:spPr>
            <a:xfrm>
              <a:off x="10217813" y="3089567"/>
              <a:ext cx="52605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矩形 177">
              <a:extLst>
                <a:ext uri="{FF2B5EF4-FFF2-40B4-BE49-F238E27FC236}">
                  <a16:creationId xmlns:a16="http://schemas.microsoft.com/office/drawing/2014/main" id="{2DBDB842-B0F7-4AF5-03DB-51E00EFAFC8D}"/>
                </a:ext>
              </a:extLst>
            </p:cNvPr>
            <p:cNvSpPr/>
            <p:nvPr/>
          </p:nvSpPr>
          <p:spPr>
            <a:xfrm>
              <a:off x="10736506" y="2804178"/>
              <a:ext cx="414338" cy="53676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9" name="连接符: 肘形 178">
              <a:extLst>
                <a:ext uri="{FF2B5EF4-FFF2-40B4-BE49-F238E27FC236}">
                  <a16:creationId xmlns:a16="http://schemas.microsoft.com/office/drawing/2014/main" id="{F7FCC4A6-52A5-4954-AB84-98046B7C0E71}"/>
                </a:ext>
              </a:extLst>
            </p:cNvPr>
            <p:cNvCxnSpPr>
              <a:cxnSpLocks/>
              <a:stCxn id="428" idx="0"/>
              <a:endCxn id="134" idx="0"/>
            </p:cNvCxnSpPr>
            <p:nvPr/>
          </p:nvCxnSpPr>
          <p:spPr>
            <a:xfrm rot="16200000" flipH="1">
              <a:off x="6377144" y="2034300"/>
              <a:ext cx="19432" cy="1743507"/>
            </a:xfrm>
            <a:prstGeom prst="bentConnector3">
              <a:avLst>
                <a:gd name="adj1" fmla="val -117641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FA3B1186-8D0A-0865-4028-E11A92740250}"/>
                </a:ext>
              </a:extLst>
            </p:cNvPr>
            <p:cNvSpPr txBox="1"/>
            <p:nvPr/>
          </p:nvSpPr>
          <p:spPr>
            <a:xfrm>
              <a:off x="10638396" y="1908095"/>
              <a:ext cx="8191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Policy-A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0" name="文本框 189">
              <a:extLst>
                <a:ext uri="{FF2B5EF4-FFF2-40B4-BE49-F238E27FC236}">
                  <a16:creationId xmlns:a16="http://schemas.microsoft.com/office/drawing/2014/main" id="{BC0B138C-0779-CA7D-F63C-E42E6BFFEC8F}"/>
                </a:ext>
              </a:extLst>
            </p:cNvPr>
            <p:cNvSpPr txBox="1"/>
            <p:nvPr/>
          </p:nvSpPr>
          <p:spPr>
            <a:xfrm>
              <a:off x="10638396" y="3290031"/>
              <a:ext cx="8200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Q-value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59" name="连接符: 肘形 258">
              <a:extLst>
                <a:ext uri="{FF2B5EF4-FFF2-40B4-BE49-F238E27FC236}">
                  <a16:creationId xmlns:a16="http://schemas.microsoft.com/office/drawing/2014/main" id="{454056FB-BD38-958F-7846-124650008459}"/>
                </a:ext>
              </a:extLst>
            </p:cNvPr>
            <p:cNvCxnSpPr>
              <a:cxnSpLocks/>
              <a:endCxn id="425" idx="2"/>
            </p:cNvCxnSpPr>
            <p:nvPr/>
          </p:nvCxnSpPr>
          <p:spPr>
            <a:xfrm rot="16200000" flipH="1">
              <a:off x="4132617" y="2132811"/>
              <a:ext cx="1540264" cy="372557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9" name="矩形: 圆角 278">
              <a:extLst>
                <a:ext uri="{FF2B5EF4-FFF2-40B4-BE49-F238E27FC236}">
                  <a16:creationId xmlns:a16="http://schemas.microsoft.com/office/drawing/2014/main" id="{C9BDFF18-C076-13BB-C207-3EC8030E8018}"/>
                </a:ext>
              </a:extLst>
            </p:cNvPr>
            <p:cNvSpPr/>
            <p:nvPr/>
          </p:nvSpPr>
          <p:spPr>
            <a:xfrm>
              <a:off x="4918866" y="1005727"/>
              <a:ext cx="6538668" cy="1130656"/>
            </a:xfrm>
            <a:prstGeom prst="round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0" name="矩形: 圆角 279">
              <a:extLst>
                <a:ext uri="{FF2B5EF4-FFF2-40B4-BE49-F238E27FC236}">
                  <a16:creationId xmlns:a16="http://schemas.microsoft.com/office/drawing/2014/main" id="{50D1A255-C914-9675-F9D8-09DDB9EC77FC}"/>
                </a:ext>
              </a:extLst>
            </p:cNvPr>
            <p:cNvSpPr/>
            <p:nvPr/>
          </p:nvSpPr>
          <p:spPr>
            <a:xfrm>
              <a:off x="4918866" y="2519628"/>
              <a:ext cx="6538668" cy="1018220"/>
            </a:xfrm>
            <a:prstGeom prst="round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2" name="文本框 281">
              <a:extLst>
                <a:ext uri="{FF2B5EF4-FFF2-40B4-BE49-F238E27FC236}">
                  <a16:creationId xmlns:a16="http://schemas.microsoft.com/office/drawing/2014/main" id="{7D1CB3DD-6CBB-8F19-3222-F8F46D3DBACD}"/>
                </a:ext>
              </a:extLst>
            </p:cNvPr>
            <p:cNvSpPr txBox="1"/>
            <p:nvPr/>
          </p:nvSpPr>
          <p:spPr>
            <a:xfrm>
              <a:off x="9314799" y="1005756"/>
              <a:ext cx="17998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Actor network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95" name="组合 294">
              <a:extLst>
                <a:ext uri="{FF2B5EF4-FFF2-40B4-BE49-F238E27FC236}">
                  <a16:creationId xmlns:a16="http://schemas.microsoft.com/office/drawing/2014/main" id="{E8516C1F-2CEA-61CB-F460-DB088F2631A6}"/>
                </a:ext>
              </a:extLst>
            </p:cNvPr>
            <p:cNvGrpSpPr/>
            <p:nvPr/>
          </p:nvGrpSpPr>
          <p:grpSpPr>
            <a:xfrm>
              <a:off x="7972887" y="2569134"/>
              <a:ext cx="952351" cy="902999"/>
              <a:chOff x="7817050" y="800486"/>
              <a:chExt cx="1379799" cy="1344413"/>
            </a:xfrm>
          </p:grpSpPr>
          <p:grpSp>
            <p:nvGrpSpPr>
              <p:cNvPr id="296" name="组合 295">
                <a:extLst>
                  <a:ext uri="{FF2B5EF4-FFF2-40B4-BE49-F238E27FC236}">
                    <a16:creationId xmlns:a16="http://schemas.microsoft.com/office/drawing/2014/main" id="{91A8FA0B-BE33-C043-7E5A-647E96F735E7}"/>
                  </a:ext>
                </a:extLst>
              </p:cNvPr>
              <p:cNvGrpSpPr/>
              <p:nvPr/>
            </p:nvGrpSpPr>
            <p:grpSpPr>
              <a:xfrm>
                <a:off x="7976594" y="800486"/>
                <a:ext cx="1220255" cy="1118189"/>
                <a:chOff x="9022185" y="995487"/>
                <a:chExt cx="1220255" cy="1118189"/>
              </a:xfrm>
            </p:grpSpPr>
            <p:sp>
              <p:nvSpPr>
                <p:cNvPr id="310" name="矩形: 圆角 309">
                  <a:extLst>
                    <a:ext uri="{FF2B5EF4-FFF2-40B4-BE49-F238E27FC236}">
                      <a16:creationId xmlns:a16="http://schemas.microsoft.com/office/drawing/2014/main" id="{EA1866A9-DB9B-924A-2531-B479D541D3DE}"/>
                    </a:ext>
                  </a:extLst>
                </p:cNvPr>
                <p:cNvSpPr/>
                <p:nvPr/>
              </p:nvSpPr>
              <p:spPr>
                <a:xfrm>
                  <a:off x="9022185" y="995487"/>
                  <a:ext cx="1220255" cy="1118189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311" name="组合 310">
                  <a:extLst>
                    <a:ext uri="{FF2B5EF4-FFF2-40B4-BE49-F238E27FC236}">
                      <a16:creationId xmlns:a16="http://schemas.microsoft.com/office/drawing/2014/main" id="{5CC32D5E-9DF5-D418-53BE-A1AEF8E8E84D}"/>
                    </a:ext>
                  </a:extLst>
                </p:cNvPr>
                <p:cNvGrpSpPr/>
                <p:nvPr/>
              </p:nvGrpSpPr>
              <p:grpSpPr>
                <a:xfrm>
                  <a:off x="9048779" y="1048452"/>
                  <a:ext cx="1170972" cy="929492"/>
                  <a:chOff x="6859933" y="2764631"/>
                  <a:chExt cx="1229001" cy="1040834"/>
                </a:xfrm>
              </p:grpSpPr>
              <p:sp>
                <p:nvSpPr>
                  <p:cNvPr id="312" name="椭圆 311">
                    <a:extLst>
                      <a:ext uri="{FF2B5EF4-FFF2-40B4-BE49-F238E27FC236}">
                        <a16:creationId xmlns:a16="http://schemas.microsoft.com/office/drawing/2014/main" id="{44F150BC-368F-5752-7FA1-06F04E448533}"/>
                      </a:ext>
                    </a:extLst>
                  </p:cNvPr>
                  <p:cNvSpPr/>
                  <p:nvPr/>
                </p:nvSpPr>
                <p:spPr>
                  <a:xfrm>
                    <a:off x="7343775" y="2764631"/>
                    <a:ext cx="240158" cy="240158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13" name="椭圆 312">
                    <a:extLst>
                      <a:ext uri="{FF2B5EF4-FFF2-40B4-BE49-F238E27FC236}">
                        <a16:creationId xmlns:a16="http://schemas.microsoft.com/office/drawing/2014/main" id="{82F4D766-C2F8-C15B-7C3D-9B732B842D00}"/>
                      </a:ext>
                    </a:extLst>
                  </p:cNvPr>
                  <p:cNvSpPr/>
                  <p:nvPr/>
                </p:nvSpPr>
                <p:spPr>
                  <a:xfrm>
                    <a:off x="7343775" y="3228246"/>
                    <a:ext cx="240158" cy="240158"/>
                  </a:xfrm>
                  <a:prstGeom prst="ellipse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14" name="椭圆 313">
                    <a:extLst>
                      <a:ext uri="{FF2B5EF4-FFF2-40B4-BE49-F238E27FC236}">
                        <a16:creationId xmlns:a16="http://schemas.microsoft.com/office/drawing/2014/main" id="{E20E4CEE-3D33-6285-20B3-41A993C6FFD0}"/>
                      </a:ext>
                    </a:extLst>
                  </p:cNvPr>
                  <p:cNvSpPr/>
                  <p:nvPr/>
                </p:nvSpPr>
                <p:spPr>
                  <a:xfrm>
                    <a:off x="6859933" y="3559240"/>
                    <a:ext cx="240158" cy="240158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15" name="椭圆 314">
                    <a:extLst>
                      <a:ext uri="{FF2B5EF4-FFF2-40B4-BE49-F238E27FC236}">
                        <a16:creationId xmlns:a16="http://schemas.microsoft.com/office/drawing/2014/main" id="{6E859109-64F9-C0C4-C01B-BE15444F9159}"/>
                      </a:ext>
                    </a:extLst>
                  </p:cNvPr>
                  <p:cNvSpPr/>
                  <p:nvPr/>
                </p:nvSpPr>
                <p:spPr>
                  <a:xfrm>
                    <a:off x="7848776" y="3565307"/>
                    <a:ext cx="240158" cy="240158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316" name="直接箭头连接符 315">
                    <a:extLst>
                      <a:ext uri="{FF2B5EF4-FFF2-40B4-BE49-F238E27FC236}">
                        <a16:creationId xmlns:a16="http://schemas.microsoft.com/office/drawing/2014/main" id="{696C0DF4-765B-88BF-7D46-B533D30D8F3A}"/>
                      </a:ext>
                    </a:extLst>
                  </p:cNvPr>
                  <p:cNvCxnSpPr>
                    <a:cxnSpLocks/>
                    <a:stCxn id="312" idx="4"/>
                    <a:endCxn id="313" idx="0"/>
                  </p:cNvCxnSpPr>
                  <p:nvPr/>
                </p:nvCxnSpPr>
                <p:spPr>
                  <a:xfrm>
                    <a:off x="7463854" y="3004789"/>
                    <a:ext cx="0" cy="223457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7" name="直接箭头连接符 316">
                    <a:extLst>
                      <a:ext uri="{FF2B5EF4-FFF2-40B4-BE49-F238E27FC236}">
                        <a16:creationId xmlns:a16="http://schemas.microsoft.com/office/drawing/2014/main" id="{49ED3F6E-8542-3CE8-31C2-AA83AA107FC5}"/>
                      </a:ext>
                    </a:extLst>
                  </p:cNvPr>
                  <p:cNvCxnSpPr>
                    <a:cxnSpLocks/>
                    <a:stCxn id="312" idx="3"/>
                    <a:endCxn id="314" idx="0"/>
                  </p:cNvCxnSpPr>
                  <p:nvPr/>
                </p:nvCxnSpPr>
                <p:spPr>
                  <a:xfrm flipH="1">
                    <a:off x="6980012" y="2969619"/>
                    <a:ext cx="398933" cy="589621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8" name="直接箭头连接符 317">
                    <a:extLst>
                      <a:ext uri="{FF2B5EF4-FFF2-40B4-BE49-F238E27FC236}">
                        <a16:creationId xmlns:a16="http://schemas.microsoft.com/office/drawing/2014/main" id="{5A8C34DC-844D-4E42-0A17-AAB4FE9908CA}"/>
                      </a:ext>
                    </a:extLst>
                  </p:cNvPr>
                  <p:cNvCxnSpPr>
                    <a:cxnSpLocks/>
                    <a:stCxn id="312" idx="5"/>
                    <a:endCxn id="315" idx="0"/>
                  </p:cNvCxnSpPr>
                  <p:nvPr/>
                </p:nvCxnSpPr>
                <p:spPr>
                  <a:xfrm>
                    <a:off x="7548763" y="2969619"/>
                    <a:ext cx="420092" cy="595688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9" name="直接箭头连接符 318">
                    <a:extLst>
                      <a:ext uri="{FF2B5EF4-FFF2-40B4-BE49-F238E27FC236}">
                        <a16:creationId xmlns:a16="http://schemas.microsoft.com/office/drawing/2014/main" id="{067C46B1-0979-93EE-DAE1-5E1594DC3557}"/>
                      </a:ext>
                    </a:extLst>
                  </p:cNvPr>
                  <p:cNvCxnSpPr>
                    <a:cxnSpLocks/>
                    <a:stCxn id="314" idx="6"/>
                    <a:endCxn id="315" idx="2"/>
                  </p:cNvCxnSpPr>
                  <p:nvPr/>
                </p:nvCxnSpPr>
                <p:spPr>
                  <a:xfrm>
                    <a:off x="7100091" y="3679319"/>
                    <a:ext cx="748685" cy="6067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0" name="直接箭头连接符 319">
                    <a:extLst>
                      <a:ext uri="{FF2B5EF4-FFF2-40B4-BE49-F238E27FC236}">
                        <a16:creationId xmlns:a16="http://schemas.microsoft.com/office/drawing/2014/main" id="{7DB25998-1721-2F1E-71A7-2A15486D0325}"/>
                      </a:ext>
                    </a:extLst>
                  </p:cNvPr>
                  <p:cNvCxnSpPr>
                    <a:cxnSpLocks/>
                    <a:stCxn id="313" idx="2"/>
                    <a:endCxn id="314" idx="7"/>
                  </p:cNvCxnSpPr>
                  <p:nvPr/>
                </p:nvCxnSpPr>
                <p:spPr>
                  <a:xfrm flipH="1">
                    <a:off x="7064921" y="3348325"/>
                    <a:ext cx="278854" cy="246085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1" name="直接箭头连接符 320">
                    <a:extLst>
                      <a:ext uri="{FF2B5EF4-FFF2-40B4-BE49-F238E27FC236}">
                        <a16:creationId xmlns:a16="http://schemas.microsoft.com/office/drawing/2014/main" id="{B7CB1C9A-FC2C-A4FC-D3B9-29E33B1D3E48}"/>
                      </a:ext>
                    </a:extLst>
                  </p:cNvPr>
                  <p:cNvCxnSpPr>
                    <a:cxnSpLocks/>
                    <a:stCxn id="313" idx="6"/>
                    <a:endCxn id="315" idx="1"/>
                  </p:cNvCxnSpPr>
                  <p:nvPr/>
                </p:nvCxnSpPr>
                <p:spPr>
                  <a:xfrm>
                    <a:off x="7583933" y="3348325"/>
                    <a:ext cx="300013" cy="252152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97" name="组合 296">
                <a:extLst>
                  <a:ext uri="{FF2B5EF4-FFF2-40B4-BE49-F238E27FC236}">
                    <a16:creationId xmlns:a16="http://schemas.microsoft.com/office/drawing/2014/main" id="{5A4B8FFF-3F4C-5C67-2769-A72654C4F0E1}"/>
                  </a:ext>
                </a:extLst>
              </p:cNvPr>
              <p:cNvGrpSpPr/>
              <p:nvPr/>
            </p:nvGrpSpPr>
            <p:grpSpPr>
              <a:xfrm>
                <a:off x="7817050" y="1026710"/>
                <a:ext cx="1220255" cy="1118189"/>
                <a:chOff x="9022185" y="995487"/>
                <a:chExt cx="1220255" cy="1118189"/>
              </a:xfrm>
            </p:grpSpPr>
            <p:sp>
              <p:nvSpPr>
                <p:cNvPr id="298" name="矩形: 圆角 297">
                  <a:extLst>
                    <a:ext uri="{FF2B5EF4-FFF2-40B4-BE49-F238E27FC236}">
                      <a16:creationId xmlns:a16="http://schemas.microsoft.com/office/drawing/2014/main" id="{1BD845BC-9AA5-CDA4-9E4A-5A3A6BB46055}"/>
                    </a:ext>
                  </a:extLst>
                </p:cNvPr>
                <p:cNvSpPr/>
                <p:nvPr/>
              </p:nvSpPr>
              <p:spPr>
                <a:xfrm>
                  <a:off x="9022185" y="995487"/>
                  <a:ext cx="1220255" cy="1118189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299" name="组合 298">
                  <a:extLst>
                    <a:ext uri="{FF2B5EF4-FFF2-40B4-BE49-F238E27FC236}">
                      <a16:creationId xmlns:a16="http://schemas.microsoft.com/office/drawing/2014/main" id="{9A704845-113B-AC92-5868-60045E1ABFCD}"/>
                    </a:ext>
                  </a:extLst>
                </p:cNvPr>
                <p:cNvGrpSpPr/>
                <p:nvPr/>
              </p:nvGrpSpPr>
              <p:grpSpPr>
                <a:xfrm>
                  <a:off x="9048779" y="1048452"/>
                  <a:ext cx="1170972" cy="929492"/>
                  <a:chOff x="6859933" y="2764631"/>
                  <a:chExt cx="1229001" cy="1040834"/>
                </a:xfrm>
              </p:grpSpPr>
              <p:sp>
                <p:nvSpPr>
                  <p:cNvPr id="300" name="椭圆 299">
                    <a:extLst>
                      <a:ext uri="{FF2B5EF4-FFF2-40B4-BE49-F238E27FC236}">
                        <a16:creationId xmlns:a16="http://schemas.microsoft.com/office/drawing/2014/main" id="{7DC314E6-DF79-3400-A622-68CF6DDABB5D}"/>
                      </a:ext>
                    </a:extLst>
                  </p:cNvPr>
                  <p:cNvSpPr/>
                  <p:nvPr/>
                </p:nvSpPr>
                <p:spPr>
                  <a:xfrm>
                    <a:off x="7343775" y="2764631"/>
                    <a:ext cx="240158" cy="240158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01" name="椭圆 300">
                    <a:extLst>
                      <a:ext uri="{FF2B5EF4-FFF2-40B4-BE49-F238E27FC236}">
                        <a16:creationId xmlns:a16="http://schemas.microsoft.com/office/drawing/2014/main" id="{CAE4A007-FC66-FF90-9CA0-186E93B9E772}"/>
                      </a:ext>
                    </a:extLst>
                  </p:cNvPr>
                  <p:cNvSpPr/>
                  <p:nvPr/>
                </p:nvSpPr>
                <p:spPr>
                  <a:xfrm>
                    <a:off x="7343775" y="3228246"/>
                    <a:ext cx="240158" cy="240158"/>
                  </a:xfrm>
                  <a:prstGeom prst="ellipse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02" name="椭圆 301">
                    <a:extLst>
                      <a:ext uri="{FF2B5EF4-FFF2-40B4-BE49-F238E27FC236}">
                        <a16:creationId xmlns:a16="http://schemas.microsoft.com/office/drawing/2014/main" id="{4027825C-994C-3BC9-D788-BB88EE4B85F9}"/>
                      </a:ext>
                    </a:extLst>
                  </p:cNvPr>
                  <p:cNvSpPr/>
                  <p:nvPr/>
                </p:nvSpPr>
                <p:spPr>
                  <a:xfrm>
                    <a:off x="6859933" y="3559240"/>
                    <a:ext cx="240158" cy="240158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03" name="椭圆 302">
                    <a:extLst>
                      <a:ext uri="{FF2B5EF4-FFF2-40B4-BE49-F238E27FC236}">
                        <a16:creationId xmlns:a16="http://schemas.microsoft.com/office/drawing/2014/main" id="{16C95CD8-B5E9-FAAE-66E4-DB152FD5ED4B}"/>
                      </a:ext>
                    </a:extLst>
                  </p:cNvPr>
                  <p:cNvSpPr/>
                  <p:nvPr/>
                </p:nvSpPr>
                <p:spPr>
                  <a:xfrm>
                    <a:off x="7848776" y="3565307"/>
                    <a:ext cx="240158" cy="240158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304" name="直接箭头连接符 303">
                    <a:extLst>
                      <a:ext uri="{FF2B5EF4-FFF2-40B4-BE49-F238E27FC236}">
                        <a16:creationId xmlns:a16="http://schemas.microsoft.com/office/drawing/2014/main" id="{5618C0B9-4AA5-3848-9148-3F8EF92B0854}"/>
                      </a:ext>
                    </a:extLst>
                  </p:cNvPr>
                  <p:cNvCxnSpPr>
                    <a:cxnSpLocks/>
                    <a:stCxn id="300" idx="4"/>
                    <a:endCxn id="301" idx="0"/>
                  </p:cNvCxnSpPr>
                  <p:nvPr/>
                </p:nvCxnSpPr>
                <p:spPr>
                  <a:xfrm>
                    <a:off x="7463854" y="3004789"/>
                    <a:ext cx="0" cy="223457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5" name="直接箭头连接符 304">
                    <a:extLst>
                      <a:ext uri="{FF2B5EF4-FFF2-40B4-BE49-F238E27FC236}">
                        <a16:creationId xmlns:a16="http://schemas.microsoft.com/office/drawing/2014/main" id="{23F0623A-F5DE-0682-9C14-AACAEF1B8145}"/>
                      </a:ext>
                    </a:extLst>
                  </p:cNvPr>
                  <p:cNvCxnSpPr>
                    <a:cxnSpLocks/>
                    <a:stCxn id="300" idx="3"/>
                    <a:endCxn id="302" idx="0"/>
                  </p:cNvCxnSpPr>
                  <p:nvPr/>
                </p:nvCxnSpPr>
                <p:spPr>
                  <a:xfrm flipH="1">
                    <a:off x="6980012" y="2969619"/>
                    <a:ext cx="398933" cy="589621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6" name="直接箭头连接符 305">
                    <a:extLst>
                      <a:ext uri="{FF2B5EF4-FFF2-40B4-BE49-F238E27FC236}">
                        <a16:creationId xmlns:a16="http://schemas.microsoft.com/office/drawing/2014/main" id="{B4DC0E82-4DF1-8BF2-EA43-11584F0B3AF5}"/>
                      </a:ext>
                    </a:extLst>
                  </p:cNvPr>
                  <p:cNvCxnSpPr>
                    <a:cxnSpLocks/>
                    <a:stCxn id="300" idx="5"/>
                    <a:endCxn id="303" idx="0"/>
                  </p:cNvCxnSpPr>
                  <p:nvPr/>
                </p:nvCxnSpPr>
                <p:spPr>
                  <a:xfrm>
                    <a:off x="7548763" y="2969619"/>
                    <a:ext cx="420092" cy="595688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7" name="直接箭头连接符 306">
                    <a:extLst>
                      <a:ext uri="{FF2B5EF4-FFF2-40B4-BE49-F238E27FC236}">
                        <a16:creationId xmlns:a16="http://schemas.microsoft.com/office/drawing/2014/main" id="{1E23D325-5154-CB6C-F484-97E061AF74E3}"/>
                      </a:ext>
                    </a:extLst>
                  </p:cNvPr>
                  <p:cNvCxnSpPr>
                    <a:cxnSpLocks/>
                    <a:stCxn id="302" idx="6"/>
                    <a:endCxn id="303" idx="2"/>
                  </p:cNvCxnSpPr>
                  <p:nvPr/>
                </p:nvCxnSpPr>
                <p:spPr>
                  <a:xfrm>
                    <a:off x="7100091" y="3679319"/>
                    <a:ext cx="748685" cy="6067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8" name="直接箭头连接符 307">
                    <a:extLst>
                      <a:ext uri="{FF2B5EF4-FFF2-40B4-BE49-F238E27FC236}">
                        <a16:creationId xmlns:a16="http://schemas.microsoft.com/office/drawing/2014/main" id="{FF6A762B-8123-64C3-73E3-1B3B71630159}"/>
                      </a:ext>
                    </a:extLst>
                  </p:cNvPr>
                  <p:cNvCxnSpPr>
                    <a:cxnSpLocks/>
                    <a:stCxn id="301" idx="2"/>
                    <a:endCxn id="302" idx="7"/>
                  </p:cNvCxnSpPr>
                  <p:nvPr/>
                </p:nvCxnSpPr>
                <p:spPr>
                  <a:xfrm flipH="1">
                    <a:off x="7064921" y="3348325"/>
                    <a:ext cx="278854" cy="246085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9" name="直接箭头连接符 308">
                    <a:extLst>
                      <a:ext uri="{FF2B5EF4-FFF2-40B4-BE49-F238E27FC236}">
                        <a16:creationId xmlns:a16="http://schemas.microsoft.com/office/drawing/2014/main" id="{C5204E58-C475-5761-ABF8-E69B7FC7D80F}"/>
                      </a:ext>
                    </a:extLst>
                  </p:cNvPr>
                  <p:cNvCxnSpPr>
                    <a:cxnSpLocks/>
                    <a:stCxn id="301" idx="6"/>
                    <a:endCxn id="303" idx="1"/>
                  </p:cNvCxnSpPr>
                  <p:nvPr/>
                </p:nvCxnSpPr>
                <p:spPr>
                  <a:xfrm>
                    <a:off x="7583933" y="3348325"/>
                    <a:ext cx="300013" cy="252152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336" name="组合 335">
              <a:extLst>
                <a:ext uri="{FF2B5EF4-FFF2-40B4-BE49-F238E27FC236}">
                  <a16:creationId xmlns:a16="http://schemas.microsoft.com/office/drawing/2014/main" id="{BBE61CAE-23F9-9A4C-A5BF-64C1B26960C1}"/>
                </a:ext>
              </a:extLst>
            </p:cNvPr>
            <p:cNvGrpSpPr/>
            <p:nvPr/>
          </p:nvGrpSpPr>
          <p:grpSpPr>
            <a:xfrm>
              <a:off x="5821607" y="1437075"/>
              <a:ext cx="725611" cy="486897"/>
              <a:chOff x="7119732" y="1135856"/>
              <a:chExt cx="1045574" cy="921544"/>
            </a:xfrm>
          </p:grpSpPr>
          <p:sp>
            <p:nvSpPr>
              <p:cNvPr id="337" name="矩形: 圆角 336">
                <a:extLst>
                  <a:ext uri="{FF2B5EF4-FFF2-40B4-BE49-F238E27FC236}">
                    <a16:creationId xmlns:a16="http://schemas.microsoft.com/office/drawing/2014/main" id="{9C2FEA9A-80A9-1D52-634C-C268DFD15494}"/>
                  </a:ext>
                </a:extLst>
              </p:cNvPr>
              <p:cNvSpPr/>
              <p:nvPr/>
            </p:nvSpPr>
            <p:spPr>
              <a:xfrm>
                <a:off x="7119732" y="1135856"/>
                <a:ext cx="1045574" cy="921544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8" name="矩形 337">
                <a:extLst>
                  <a:ext uri="{FF2B5EF4-FFF2-40B4-BE49-F238E27FC236}">
                    <a16:creationId xmlns:a16="http://schemas.microsoft.com/office/drawing/2014/main" id="{D244DEF5-15B2-75AF-B559-D3B1615F02E3}"/>
                  </a:ext>
                </a:extLst>
              </p:cNvPr>
              <p:cNvSpPr/>
              <p:nvPr/>
            </p:nvSpPr>
            <p:spPr>
              <a:xfrm>
                <a:off x="7279227" y="1421857"/>
                <a:ext cx="178593" cy="4616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9" name="矩形 338">
                <a:extLst>
                  <a:ext uri="{FF2B5EF4-FFF2-40B4-BE49-F238E27FC236}">
                    <a16:creationId xmlns:a16="http://schemas.microsoft.com/office/drawing/2014/main" id="{A48670B8-DBC0-899C-0372-2998311FD230}"/>
                  </a:ext>
                </a:extLst>
              </p:cNvPr>
              <p:cNvSpPr/>
              <p:nvPr/>
            </p:nvSpPr>
            <p:spPr>
              <a:xfrm>
                <a:off x="7532787" y="1257285"/>
                <a:ext cx="178593" cy="67299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0" name="矩形 339">
                <a:extLst>
                  <a:ext uri="{FF2B5EF4-FFF2-40B4-BE49-F238E27FC236}">
                    <a16:creationId xmlns:a16="http://schemas.microsoft.com/office/drawing/2014/main" id="{A4C9E14C-AA61-DA5A-605F-B281EF276428}"/>
                  </a:ext>
                </a:extLst>
              </p:cNvPr>
              <p:cNvSpPr/>
              <p:nvPr/>
            </p:nvSpPr>
            <p:spPr>
              <a:xfrm>
                <a:off x="7836779" y="1421858"/>
                <a:ext cx="178593" cy="4616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386" name="连接符: 肘形 385">
              <a:extLst>
                <a:ext uri="{FF2B5EF4-FFF2-40B4-BE49-F238E27FC236}">
                  <a16:creationId xmlns:a16="http://schemas.microsoft.com/office/drawing/2014/main" id="{7EE19D14-6900-6940-4767-C17D797146EB}"/>
                </a:ext>
              </a:extLst>
            </p:cNvPr>
            <p:cNvCxnSpPr>
              <a:cxnSpLocks/>
              <a:stCxn id="17" idx="0"/>
              <a:endCxn id="26" idx="0"/>
            </p:cNvCxnSpPr>
            <p:nvPr/>
          </p:nvCxnSpPr>
          <p:spPr>
            <a:xfrm rot="16200000" flipH="1">
              <a:off x="6350157" y="632539"/>
              <a:ext cx="59030" cy="1744717"/>
            </a:xfrm>
            <a:prstGeom prst="bentConnector3">
              <a:avLst>
                <a:gd name="adj1" fmla="val -387261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24" name="组合 423">
              <a:extLst>
                <a:ext uri="{FF2B5EF4-FFF2-40B4-BE49-F238E27FC236}">
                  <a16:creationId xmlns:a16="http://schemas.microsoft.com/office/drawing/2014/main" id="{C939C0DC-1328-2F4E-AA13-40CB81B1DDA3}"/>
                </a:ext>
              </a:extLst>
            </p:cNvPr>
            <p:cNvGrpSpPr/>
            <p:nvPr/>
          </p:nvGrpSpPr>
          <p:grpSpPr>
            <a:xfrm>
              <a:off x="5089028" y="2535925"/>
              <a:ext cx="466218" cy="926123"/>
              <a:chOff x="5593710" y="587748"/>
              <a:chExt cx="999971" cy="1871424"/>
            </a:xfrm>
          </p:grpSpPr>
          <p:sp>
            <p:nvSpPr>
              <p:cNvPr id="425" name="立方体 424">
                <a:extLst>
                  <a:ext uri="{FF2B5EF4-FFF2-40B4-BE49-F238E27FC236}">
                    <a16:creationId xmlns:a16="http://schemas.microsoft.com/office/drawing/2014/main" id="{831CDE97-2BA2-7608-7C5E-E505A8137646}"/>
                  </a:ext>
                </a:extLst>
              </p:cNvPr>
              <p:cNvSpPr/>
              <p:nvPr/>
            </p:nvSpPr>
            <p:spPr>
              <a:xfrm>
                <a:off x="5593710" y="587748"/>
                <a:ext cx="491040" cy="1871424"/>
              </a:xfrm>
              <a:prstGeom prst="cube">
                <a:avLst>
                  <a:gd name="adj" fmla="val 78830"/>
                </a:avLst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6" name="立方体 425">
                <a:extLst>
                  <a:ext uri="{FF2B5EF4-FFF2-40B4-BE49-F238E27FC236}">
                    <a16:creationId xmlns:a16="http://schemas.microsoft.com/office/drawing/2014/main" id="{98A03578-EB6F-BAC4-DEB7-BA710C4555FF}"/>
                  </a:ext>
                </a:extLst>
              </p:cNvPr>
              <p:cNvSpPr/>
              <p:nvPr/>
            </p:nvSpPr>
            <p:spPr>
              <a:xfrm>
                <a:off x="5774939" y="819738"/>
                <a:ext cx="389465" cy="1430749"/>
              </a:xfrm>
              <a:prstGeom prst="cube">
                <a:avLst>
                  <a:gd name="adj" fmla="val 58462"/>
                </a:avLst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7" name="立方体 426">
                <a:extLst>
                  <a:ext uri="{FF2B5EF4-FFF2-40B4-BE49-F238E27FC236}">
                    <a16:creationId xmlns:a16="http://schemas.microsoft.com/office/drawing/2014/main" id="{FB6FEB5A-8B35-0D28-1040-2D4909C6575A}"/>
                  </a:ext>
                </a:extLst>
              </p:cNvPr>
              <p:cNvSpPr/>
              <p:nvPr/>
            </p:nvSpPr>
            <p:spPr>
              <a:xfrm>
                <a:off x="5977417" y="1071563"/>
                <a:ext cx="451958" cy="985837"/>
              </a:xfrm>
              <a:prstGeom prst="cube">
                <a:avLst>
                  <a:gd name="adj" fmla="val 47457"/>
                </a:avLst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8" name="立方体 427">
                <a:extLst>
                  <a:ext uri="{FF2B5EF4-FFF2-40B4-BE49-F238E27FC236}">
                    <a16:creationId xmlns:a16="http://schemas.microsoft.com/office/drawing/2014/main" id="{1D65A5DD-4A1A-ECD1-C57E-3D909BAAA0CF}"/>
                  </a:ext>
                </a:extLst>
              </p:cNvPr>
              <p:cNvSpPr/>
              <p:nvPr/>
            </p:nvSpPr>
            <p:spPr>
              <a:xfrm>
                <a:off x="6265979" y="1316035"/>
                <a:ext cx="327702" cy="555500"/>
              </a:xfrm>
              <a:prstGeom prst="cube">
                <a:avLst>
                  <a:gd name="adj" fmla="val 47457"/>
                </a:avLst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0" name="文本框 439">
                  <a:extLst>
                    <a:ext uri="{FF2B5EF4-FFF2-40B4-BE49-F238E27FC236}">
                      <a16:creationId xmlns:a16="http://schemas.microsoft.com/office/drawing/2014/main" id="{192CE082-C341-24A9-D8A5-2459D3A00B9F}"/>
                    </a:ext>
                  </a:extLst>
                </p:cNvPr>
                <p:cNvSpPr txBox="1"/>
                <p:nvPr/>
              </p:nvSpPr>
              <p:spPr>
                <a:xfrm>
                  <a:off x="7378911" y="1402872"/>
                  <a:ext cx="492314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40" name="文本框 439">
                  <a:extLst>
                    <a:ext uri="{FF2B5EF4-FFF2-40B4-BE49-F238E27FC236}">
                      <a16:creationId xmlns:a16="http://schemas.microsoft.com/office/drawing/2014/main" id="{A3C22940-377D-3637-7BD8-83997A19B1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8911" y="1402872"/>
                  <a:ext cx="492314" cy="246221"/>
                </a:xfrm>
                <a:prstGeom prst="rect">
                  <a:avLst/>
                </a:prstGeom>
                <a:blipFill>
                  <a:blip r:embed="rId6"/>
                  <a:stretch>
                    <a:fillRect l="-7407" r="-7407" b="-317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2" name="文本框 461">
              <a:extLst>
                <a:ext uri="{FF2B5EF4-FFF2-40B4-BE49-F238E27FC236}">
                  <a16:creationId xmlns:a16="http://schemas.microsoft.com/office/drawing/2014/main" id="{8785B7E5-E3F0-AE23-5C74-9E6C4EE9BCDD}"/>
                </a:ext>
              </a:extLst>
            </p:cNvPr>
            <p:cNvSpPr txBox="1"/>
            <p:nvPr/>
          </p:nvSpPr>
          <p:spPr>
            <a:xfrm>
              <a:off x="9450960" y="2457289"/>
              <a:ext cx="13861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Critic network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97" name="直接箭头连接符 796">
              <a:extLst>
                <a:ext uri="{FF2B5EF4-FFF2-40B4-BE49-F238E27FC236}">
                  <a16:creationId xmlns:a16="http://schemas.microsoft.com/office/drawing/2014/main" id="{5DEB3EA7-167D-0C80-0FA5-11197B030959}"/>
                </a:ext>
              </a:extLst>
            </p:cNvPr>
            <p:cNvCxnSpPr>
              <a:cxnSpLocks/>
            </p:cNvCxnSpPr>
            <p:nvPr/>
          </p:nvCxnSpPr>
          <p:spPr>
            <a:xfrm>
              <a:off x="6179198" y="2434168"/>
              <a:ext cx="0" cy="5417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连接符: 肘形 816">
              <a:extLst>
                <a:ext uri="{FF2B5EF4-FFF2-40B4-BE49-F238E27FC236}">
                  <a16:creationId xmlns:a16="http://schemas.microsoft.com/office/drawing/2014/main" id="{8C80F7DD-489B-292C-9881-907F5F5BA678}"/>
                </a:ext>
              </a:extLst>
            </p:cNvPr>
            <p:cNvCxnSpPr>
              <a:cxnSpLocks/>
              <a:stCxn id="116" idx="3"/>
              <a:endCxn id="425" idx="2"/>
            </p:cNvCxnSpPr>
            <p:nvPr/>
          </p:nvCxnSpPr>
          <p:spPr>
            <a:xfrm flipH="1">
              <a:off x="5089028" y="1664814"/>
              <a:ext cx="6082770" cy="1424408"/>
            </a:xfrm>
            <a:prstGeom prst="bentConnector5">
              <a:avLst>
                <a:gd name="adj1" fmla="val -3758"/>
                <a:gd name="adj2" fmla="val 39999"/>
                <a:gd name="adj3" fmla="val 103758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1" name="矩形: 圆角 950">
              <a:extLst>
                <a:ext uri="{FF2B5EF4-FFF2-40B4-BE49-F238E27FC236}">
                  <a16:creationId xmlns:a16="http://schemas.microsoft.com/office/drawing/2014/main" id="{B0D807DE-DC9B-DD5B-FDF3-E0DE6438E8B1}"/>
                </a:ext>
              </a:extLst>
            </p:cNvPr>
            <p:cNvSpPr/>
            <p:nvPr/>
          </p:nvSpPr>
          <p:spPr>
            <a:xfrm>
              <a:off x="10478946" y="4503984"/>
              <a:ext cx="1187862" cy="63036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minimize TD-error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55" name="连接符: 曲线 954">
              <a:extLst>
                <a:ext uri="{FF2B5EF4-FFF2-40B4-BE49-F238E27FC236}">
                  <a16:creationId xmlns:a16="http://schemas.microsoft.com/office/drawing/2014/main" id="{F44B40DB-6243-9B26-BD8B-5860855AEB8A}"/>
                </a:ext>
              </a:extLst>
            </p:cNvPr>
            <p:cNvCxnSpPr>
              <a:cxnSpLocks/>
              <a:stCxn id="187" idx="3"/>
              <a:endCxn id="951" idx="2"/>
            </p:cNvCxnSpPr>
            <p:nvPr/>
          </p:nvCxnSpPr>
          <p:spPr>
            <a:xfrm flipV="1">
              <a:off x="9077308" y="5134350"/>
              <a:ext cx="1995569" cy="739839"/>
            </a:xfrm>
            <a:prstGeom prst="curvedConnector2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5" name="连接符: 曲线 964">
              <a:extLst>
                <a:ext uri="{FF2B5EF4-FFF2-40B4-BE49-F238E27FC236}">
                  <a16:creationId xmlns:a16="http://schemas.microsoft.com/office/drawing/2014/main" id="{F633CA12-8EB4-5E1E-6B77-393D54EEE2F1}"/>
                </a:ext>
              </a:extLst>
            </p:cNvPr>
            <p:cNvCxnSpPr>
              <a:cxnSpLocks/>
              <a:stCxn id="178" idx="3"/>
              <a:endCxn id="951" idx="3"/>
            </p:cNvCxnSpPr>
            <p:nvPr/>
          </p:nvCxnSpPr>
          <p:spPr>
            <a:xfrm>
              <a:off x="11150844" y="3072559"/>
              <a:ext cx="515964" cy="1746608"/>
            </a:xfrm>
            <a:prstGeom prst="curvedConnector3">
              <a:avLst>
                <a:gd name="adj1" fmla="val 144305"/>
              </a:avLst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7" name="连接符: 曲线 966">
              <a:extLst>
                <a:ext uri="{FF2B5EF4-FFF2-40B4-BE49-F238E27FC236}">
                  <a16:creationId xmlns:a16="http://schemas.microsoft.com/office/drawing/2014/main" id="{F93D967D-0C25-87C2-87BB-0E39B180DF60}"/>
                </a:ext>
              </a:extLst>
            </p:cNvPr>
            <p:cNvCxnSpPr>
              <a:cxnSpLocks/>
              <a:stCxn id="951" idx="1"/>
              <a:endCxn id="170" idx="2"/>
            </p:cNvCxnSpPr>
            <p:nvPr/>
          </p:nvCxnSpPr>
          <p:spPr>
            <a:xfrm rot="10800000">
              <a:off x="9852086" y="3352313"/>
              <a:ext cx="626860" cy="1466854"/>
            </a:xfrm>
            <a:prstGeom prst="curved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70" name="文本框 969">
              <a:extLst>
                <a:ext uri="{FF2B5EF4-FFF2-40B4-BE49-F238E27FC236}">
                  <a16:creationId xmlns:a16="http://schemas.microsoft.com/office/drawing/2014/main" id="{89D7C60B-9D2C-6FF4-2487-0DAAFB00C366}"/>
                </a:ext>
              </a:extLst>
            </p:cNvPr>
            <p:cNvSpPr txBox="1"/>
            <p:nvPr/>
          </p:nvSpPr>
          <p:spPr>
            <a:xfrm>
              <a:off x="7880936" y="1327452"/>
              <a:ext cx="5488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GAT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74DF3B2E-1CD7-4E2B-79E6-AD493EB6362C}"/>
                </a:ext>
              </a:extLst>
            </p:cNvPr>
            <p:cNvSpPr txBox="1"/>
            <p:nvPr/>
          </p:nvSpPr>
          <p:spPr>
            <a:xfrm>
              <a:off x="10006237" y="3967523"/>
              <a:ext cx="8656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Update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6AB01E10-11E3-F433-2465-8DBF94B213D4}"/>
                </a:ext>
              </a:extLst>
            </p:cNvPr>
            <p:cNvGrpSpPr/>
            <p:nvPr/>
          </p:nvGrpSpPr>
          <p:grpSpPr>
            <a:xfrm>
              <a:off x="5823480" y="2863371"/>
              <a:ext cx="725611" cy="486897"/>
              <a:chOff x="7119732" y="1135856"/>
              <a:chExt cx="1045574" cy="921544"/>
            </a:xfrm>
          </p:grpSpPr>
          <p:sp>
            <p:nvSpPr>
              <p:cNvPr id="960" name="矩形: 圆角 959">
                <a:extLst>
                  <a:ext uri="{FF2B5EF4-FFF2-40B4-BE49-F238E27FC236}">
                    <a16:creationId xmlns:a16="http://schemas.microsoft.com/office/drawing/2014/main" id="{906AAABB-836F-C247-B43F-2AB5427F1BFC}"/>
                  </a:ext>
                </a:extLst>
              </p:cNvPr>
              <p:cNvSpPr/>
              <p:nvPr/>
            </p:nvSpPr>
            <p:spPr>
              <a:xfrm>
                <a:off x="7119732" y="1135856"/>
                <a:ext cx="1045574" cy="921544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61" name="矩形 960">
                <a:extLst>
                  <a:ext uri="{FF2B5EF4-FFF2-40B4-BE49-F238E27FC236}">
                    <a16:creationId xmlns:a16="http://schemas.microsoft.com/office/drawing/2014/main" id="{1B528570-3FCB-FBC3-53E0-D34E3A541C37}"/>
                  </a:ext>
                </a:extLst>
              </p:cNvPr>
              <p:cNvSpPr/>
              <p:nvPr/>
            </p:nvSpPr>
            <p:spPr>
              <a:xfrm>
                <a:off x="7279227" y="1421857"/>
                <a:ext cx="178593" cy="4616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2" name="矩形 961">
                <a:extLst>
                  <a:ext uri="{FF2B5EF4-FFF2-40B4-BE49-F238E27FC236}">
                    <a16:creationId xmlns:a16="http://schemas.microsoft.com/office/drawing/2014/main" id="{F35CEB7B-5034-1318-ACD9-0B7A4836DC50}"/>
                  </a:ext>
                </a:extLst>
              </p:cNvPr>
              <p:cNvSpPr/>
              <p:nvPr/>
            </p:nvSpPr>
            <p:spPr>
              <a:xfrm>
                <a:off x="7532787" y="1257285"/>
                <a:ext cx="178593" cy="67299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63" name="矩形 962">
                <a:extLst>
                  <a:ext uri="{FF2B5EF4-FFF2-40B4-BE49-F238E27FC236}">
                    <a16:creationId xmlns:a16="http://schemas.microsoft.com/office/drawing/2014/main" id="{BB9BF0BC-53C1-E323-3A91-60DE04FC92DA}"/>
                  </a:ext>
                </a:extLst>
              </p:cNvPr>
              <p:cNvSpPr/>
              <p:nvPr/>
            </p:nvSpPr>
            <p:spPr>
              <a:xfrm>
                <a:off x="7836779" y="1421858"/>
                <a:ext cx="178593" cy="4616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988" name="文本框 987">
              <a:extLst>
                <a:ext uri="{FF2B5EF4-FFF2-40B4-BE49-F238E27FC236}">
                  <a16:creationId xmlns:a16="http://schemas.microsoft.com/office/drawing/2014/main" id="{A0D7B5D9-0A0A-BBC2-6B0B-0C365B234F97}"/>
                </a:ext>
              </a:extLst>
            </p:cNvPr>
            <p:cNvSpPr txBox="1"/>
            <p:nvPr/>
          </p:nvSpPr>
          <p:spPr>
            <a:xfrm>
              <a:off x="7138972" y="3704129"/>
              <a:ext cx="24804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target Actor network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9" name="文本框 988">
              <a:extLst>
                <a:ext uri="{FF2B5EF4-FFF2-40B4-BE49-F238E27FC236}">
                  <a16:creationId xmlns:a16="http://schemas.microsoft.com/office/drawing/2014/main" id="{84AC735D-F02F-DA75-BCCD-D71896D4C534}"/>
                </a:ext>
              </a:extLst>
            </p:cNvPr>
            <p:cNvSpPr txBox="1"/>
            <p:nvPr/>
          </p:nvSpPr>
          <p:spPr>
            <a:xfrm>
              <a:off x="7159866" y="5173876"/>
              <a:ext cx="23822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target  Critic network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6" name="文本框 995">
                  <a:extLst>
                    <a:ext uri="{FF2B5EF4-FFF2-40B4-BE49-F238E27FC236}">
                      <a16:creationId xmlns:a16="http://schemas.microsoft.com/office/drawing/2014/main" id="{F0E4D08C-5143-6500-7BAE-1431BB1C246B}"/>
                    </a:ext>
                  </a:extLst>
                </p:cNvPr>
                <p:cNvSpPr txBox="1"/>
                <p:nvPr/>
              </p:nvSpPr>
              <p:spPr>
                <a:xfrm>
                  <a:off x="1342721" y="3844994"/>
                  <a:ext cx="948155" cy="7825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CN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CN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96" name="文本框 995">
                  <a:extLst>
                    <a:ext uri="{FF2B5EF4-FFF2-40B4-BE49-F238E27FC236}">
                      <a16:creationId xmlns:a16="http://schemas.microsoft.com/office/drawing/2014/main" id="{05E6D734-F45F-BB54-D216-33D6D9F611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2721" y="3844994"/>
                  <a:ext cx="948155" cy="782587"/>
                </a:xfrm>
                <a:prstGeom prst="rect">
                  <a:avLst/>
                </a:prstGeom>
                <a:blipFill>
                  <a:blip r:embed="rId7"/>
                  <a:stretch>
                    <a:fillRect r="-21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7" name="直接箭头连接符 996">
              <a:extLst>
                <a:ext uri="{FF2B5EF4-FFF2-40B4-BE49-F238E27FC236}">
                  <a16:creationId xmlns:a16="http://schemas.microsoft.com/office/drawing/2014/main" id="{955E8354-265A-E279-3A6A-FB7F2F2F4EA0}"/>
                </a:ext>
              </a:extLst>
            </p:cNvPr>
            <p:cNvCxnSpPr>
              <a:cxnSpLocks/>
            </p:cNvCxnSpPr>
            <p:nvPr/>
          </p:nvCxnSpPr>
          <p:spPr>
            <a:xfrm>
              <a:off x="2471668" y="4235168"/>
              <a:ext cx="48233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98" name="组合 997">
              <a:extLst>
                <a:ext uri="{FF2B5EF4-FFF2-40B4-BE49-F238E27FC236}">
                  <a16:creationId xmlns:a16="http://schemas.microsoft.com/office/drawing/2014/main" id="{1841BB1F-701E-C7BC-DF66-34CFB084367C}"/>
                </a:ext>
              </a:extLst>
            </p:cNvPr>
            <p:cNvGrpSpPr/>
            <p:nvPr/>
          </p:nvGrpSpPr>
          <p:grpSpPr>
            <a:xfrm>
              <a:off x="2941880" y="3798396"/>
              <a:ext cx="538238" cy="936155"/>
              <a:chOff x="5593710" y="587748"/>
              <a:chExt cx="999971" cy="1871424"/>
            </a:xfrm>
          </p:grpSpPr>
          <p:sp>
            <p:nvSpPr>
              <p:cNvPr id="999" name="立方体 998">
                <a:extLst>
                  <a:ext uri="{FF2B5EF4-FFF2-40B4-BE49-F238E27FC236}">
                    <a16:creationId xmlns:a16="http://schemas.microsoft.com/office/drawing/2014/main" id="{1983B7E0-CFB9-841B-C3C2-286C222DA185}"/>
                  </a:ext>
                </a:extLst>
              </p:cNvPr>
              <p:cNvSpPr/>
              <p:nvPr/>
            </p:nvSpPr>
            <p:spPr>
              <a:xfrm>
                <a:off x="5593710" y="587748"/>
                <a:ext cx="491040" cy="1871424"/>
              </a:xfrm>
              <a:prstGeom prst="cube">
                <a:avLst>
                  <a:gd name="adj" fmla="val 78830"/>
                </a:avLst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00" name="立方体 999">
                <a:extLst>
                  <a:ext uri="{FF2B5EF4-FFF2-40B4-BE49-F238E27FC236}">
                    <a16:creationId xmlns:a16="http://schemas.microsoft.com/office/drawing/2014/main" id="{B26B3290-F9A0-0847-8DB9-29F14EDBC88C}"/>
                  </a:ext>
                </a:extLst>
              </p:cNvPr>
              <p:cNvSpPr/>
              <p:nvPr/>
            </p:nvSpPr>
            <p:spPr>
              <a:xfrm>
                <a:off x="5774939" y="819738"/>
                <a:ext cx="389465" cy="1430749"/>
              </a:xfrm>
              <a:prstGeom prst="cube">
                <a:avLst>
                  <a:gd name="adj" fmla="val 58462"/>
                </a:avLst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01" name="立方体 1000">
                <a:extLst>
                  <a:ext uri="{FF2B5EF4-FFF2-40B4-BE49-F238E27FC236}">
                    <a16:creationId xmlns:a16="http://schemas.microsoft.com/office/drawing/2014/main" id="{D19EA577-9C05-F926-8C87-67389F5648A2}"/>
                  </a:ext>
                </a:extLst>
              </p:cNvPr>
              <p:cNvSpPr/>
              <p:nvPr/>
            </p:nvSpPr>
            <p:spPr>
              <a:xfrm>
                <a:off x="5977417" y="1071563"/>
                <a:ext cx="451958" cy="985837"/>
              </a:xfrm>
              <a:prstGeom prst="cube">
                <a:avLst>
                  <a:gd name="adj" fmla="val 47457"/>
                </a:avLst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02" name="立方体 1001">
                <a:extLst>
                  <a:ext uri="{FF2B5EF4-FFF2-40B4-BE49-F238E27FC236}">
                    <a16:creationId xmlns:a16="http://schemas.microsoft.com/office/drawing/2014/main" id="{C6D811F0-A56B-1885-39A9-4351FD9835DB}"/>
                  </a:ext>
                </a:extLst>
              </p:cNvPr>
              <p:cNvSpPr/>
              <p:nvPr/>
            </p:nvSpPr>
            <p:spPr>
              <a:xfrm>
                <a:off x="6265979" y="1316035"/>
                <a:ext cx="327702" cy="555500"/>
              </a:xfrm>
              <a:prstGeom prst="cube">
                <a:avLst>
                  <a:gd name="adj" fmla="val 47457"/>
                </a:avLst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cxnSp>
          <p:nvCxnSpPr>
            <p:cNvPr id="1003" name="直接箭头连接符 1002">
              <a:extLst>
                <a:ext uri="{FF2B5EF4-FFF2-40B4-BE49-F238E27FC236}">
                  <a16:creationId xmlns:a16="http://schemas.microsoft.com/office/drawing/2014/main" id="{97A8FCAD-13F2-0B6B-3CAA-02BDA3997896}"/>
                </a:ext>
              </a:extLst>
            </p:cNvPr>
            <p:cNvCxnSpPr>
              <a:cxnSpLocks/>
            </p:cNvCxnSpPr>
            <p:nvPr/>
          </p:nvCxnSpPr>
          <p:spPr>
            <a:xfrm>
              <a:off x="4488336" y="4389948"/>
              <a:ext cx="52605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04" name="组合 1003">
              <a:extLst>
                <a:ext uri="{FF2B5EF4-FFF2-40B4-BE49-F238E27FC236}">
                  <a16:creationId xmlns:a16="http://schemas.microsoft.com/office/drawing/2014/main" id="{52081085-DD26-A414-C04E-6AC5D28E94A0}"/>
                </a:ext>
              </a:extLst>
            </p:cNvPr>
            <p:cNvGrpSpPr/>
            <p:nvPr/>
          </p:nvGrpSpPr>
          <p:grpSpPr>
            <a:xfrm>
              <a:off x="5016467" y="4221742"/>
              <a:ext cx="324056" cy="324056"/>
              <a:chOff x="8691357" y="1421858"/>
              <a:chExt cx="324056" cy="324056"/>
            </a:xfrm>
          </p:grpSpPr>
          <p:sp>
            <p:nvSpPr>
              <p:cNvPr id="1005" name="椭圆 1004">
                <a:extLst>
                  <a:ext uri="{FF2B5EF4-FFF2-40B4-BE49-F238E27FC236}">
                    <a16:creationId xmlns:a16="http://schemas.microsoft.com/office/drawing/2014/main" id="{BA7A52D3-B8F4-3930-F3D5-486E3D389888}"/>
                  </a:ext>
                </a:extLst>
              </p:cNvPr>
              <p:cNvSpPr/>
              <p:nvPr/>
            </p:nvSpPr>
            <p:spPr>
              <a:xfrm>
                <a:off x="8691357" y="1421858"/>
                <a:ext cx="324056" cy="324056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006" name="直接连接符 1005">
                <a:extLst>
                  <a:ext uri="{FF2B5EF4-FFF2-40B4-BE49-F238E27FC236}">
                    <a16:creationId xmlns:a16="http://schemas.microsoft.com/office/drawing/2014/main" id="{BD7DA96E-FF1B-D296-5C82-086C0D788D1D}"/>
                  </a:ext>
                </a:extLst>
              </p:cNvPr>
              <p:cNvCxnSpPr>
                <a:cxnSpLocks/>
                <a:stCxn id="1005" idx="2"/>
                <a:endCxn id="1005" idx="6"/>
              </p:cNvCxnSpPr>
              <p:nvPr/>
            </p:nvCxnSpPr>
            <p:spPr>
              <a:xfrm>
                <a:off x="8691357" y="1583886"/>
                <a:ext cx="324056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7" name="直接连接符 1006">
                <a:extLst>
                  <a:ext uri="{FF2B5EF4-FFF2-40B4-BE49-F238E27FC236}">
                    <a16:creationId xmlns:a16="http://schemas.microsoft.com/office/drawing/2014/main" id="{01F7181F-9F2B-2B01-91FA-FAA9EE4CC37C}"/>
                  </a:ext>
                </a:extLst>
              </p:cNvPr>
              <p:cNvCxnSpPr>
                <a:cxnSpLocks/>
                <a:stCxn id="1005" idx="0"/>
                <a:endCxn id="1005" idx="4"/>
              </p:cNvCxnSpPr>
              <p:nvPr/>
            </p:nvCxnSpPr>
            <p:spPr>
              <a:xfrm>
                <a:off x="8853385" y="1421858"/>
                <a:ext cx="0" cy="324056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8" name="文本框 1007">
                  <a:extLst>
                    <a:ext uri="{FF2B5EF4-FFF2-40B4-BE49-F238E27FC236}">
                      <a16:creationId xmlns:a16="http://schemas.microsoft.com/office/drawing/2014/main" id="{DCC955E7-46EE-9942-6A9C-151D5E8FB2F7}"/>
                    </a:ext>
                  </a:extLst>
                </p:cNvPr>
                <p:cNvSpPr txBox="1"/>
                <p:nvPr/>
              </p:nvSpPr>
              <p:spPr>
                <a:xfrm>
                  <a:off x="5003074" y="4516831"/>
                  <a:ext cx="466218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008" name="文本框 1007">
                  <a:extLst>
                    <a:ext uri="{FF2B5EF4-FFF2-40B4-BE49-F238E27FC236}">
                      <a16:creationId xmlns:a16="http://schemas.microsoft.com/office/drawing/2014/main" id="{3BE5817E-45FC-F9C3-FC9E-943943C771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3074" y="4516831"/>
                  <a:ext cx="466218" cy="246221"/>
                </a:xfrm>
                <a:prstGeom prst="rect">
                  <a:avLst/>
                </a:prstGeom>
                <a:blipFill>
                  <a:blip r:embed="rId8"/>
                  <a:stretch>
                    <a:fillRect l="-9211" r="-7895" b="-3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09" name="文本框 1008">
              <a:extLst>
                <a:ext uri="{FF2B5EF4-FFF2-40B4-BE49-F238E27FC236}">
                  <a16:creationId xmlns:a16="http://schemas.microsoft.com/office/drawing/2014/main" id="{D6723307-08AC-1FD2-B21C-22DAFE45D4D7}"/>
                </a:ext>
              </a:extLst>
            </p:cNvPr>
            <p:cNvSpPr txBox="1"/>
            <p:nvPr/>
          </p:nvSpPr>
          <p:spPr>
            <a:xfrm>
              <a:off x="5065646" y="3915438"/>
              <a:ext cx="10579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10" name="直接箭头连接符 1009">
              <a:extLst>
                <a:ext uri="{FF2B5EF4-FFF2-40B4-BE49-F238E27FC236}">
                  <a16:creationId xmlns:a16="http://schemas.microsoft.com/office/drawing/2014/main" id="{43C25F90-B428-30DD-36CD-35E0C280D01C}"/>
                </a:ext>
              </a:extLst>
            </p:cNvPr>
            <p:cNvCxnSpPr>
              <a:cxnSpLocks/>
            </p:cNvCxnSpPr>
            <p:nvPr/>
          </p:nvCxnSpPr>
          <p:spPr>
            <a:xfrm>
              <a:off x="5326574" y="4383320"/>
              <a:ext cx="52605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11" name="组合 1010">
              <a:extLst>
                <a:ext uri="{FF2B5EF4-FFF2-40B4-BE49-F238E27FC236}">
                  <a16:creationId xmlns:a16="http://schemas.microsoft.com/office/drawing/2014/main" id="{56D8A904-8C72-0FEB-BEE2-504122F2F9C5}"/>
                </a:ext>
              </a:extLst>
            </p:cNvPr>
            <p:cNvGrpSpPr/>
            <p:nvPr/>
          </p:nvGrpSpPr>
          <p:grpSpPr>
            <a:xfrm>
              <a:off x="5867589" y="3847364"/>
              <a:ext cx="963979" cy="913888"/>
              <a:chOff x="7817050" y="800486"/>
              <a:chExt cx="1379799" cy="1344413"/>
            </a:xfrm>
          </p:grpSpPr>
          <p:grpSp>
            <p:nvGrpSpPr>
              <p:cNvPr id="1012" name="组合 1011">
                <a:extLst>
                  <a:ext uri="{FF2B5EF4-FFF2-40B4-BE49-F238E27FC236}">
                    <a16:creationId xmlns:a16="http://schemas.microsoft.com/office/drawing/2014/main" id="{266BADB1-C39B-A023-7841-BAC4E0171843}"/>
                  </a:ext>
                </a:extLst>
              </p:cNvPr>
              <p:cNvGrpSpPr/>
              <p:nvPr/>
            </p:nvGrpSpPr>
            <p:grpSpPr>
              <a:xfrm>
                <a:off x="7976594" y="800486"/>
                <a:ext cx="1220255" cy="1118189"/>
                <a:chOff x="9022185" y="995487"/>
                <a:chExt cx="1220255" cy="1118189"/>
              </a:xfrm>
            </p:grpSpPr>
            <p:sp>
              <p:nvSpPr>
                <p:cNvPr id="130" name="矩形: 圆角 129">
                  <a:extLst>
                    <a:ext uri="{FF2B5EF4-FFF2-40B4-BE49-F238E27FC236}">
                      <a16:creationId xmlns:a16="http://schemas.microsoft.com/office/drawing/2014/main" id="{2077B923-0863-FB65-DE4B-9EF22368886D}"/>
                    </a:ext>
                  </a:extLst>
                </p:cNvPr>
                <p:cNvSpPr/>
                <p:nvPr/>
              </p:nvSpPr>
              <p:spPr>
                <a:xfrm>
                  <a:off x="9022185" y="995487"/>
                  <a:ext cx="1220255" cy="1118189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131" name="组合 130">
                  <a:extLst>
                    <a:ext uri="{FF2B5EF4-FFF2-40B4-BE49-F238E27FC236}">
                      <a16:creationId xmlns:a16="http://schemas.microsoft.com/office/drawing/2014/main" id="{6EA53198-362B-A613-A967-B4E213044D64}"/>
                    </a:ext>
                  </a:extLst>
                </p:cNvPr>
                <p:cNvGrpSpPr/>
                <p:nvPr/>
              </p:nvGrpSpPr>
              <p:grpSpPr>
                <a:xfrm>
                  <a:off x="9048779" y="1048452"/>
                  <a:ext cx="1170972" cy="929492"/>
                  <a:chOff x="6859933" y="2764631"/>
                  <a:chExt cx="1229001" cy="1040834"/>
                </a:xfrm>
              </p:grpSpPr>
              <p:sp>
                <p:nvSpPr>
                  <p:cNvPr id="141" name="椭圆 140">
                    <a:extLst>
                      <a:ext uri="{FF2B5EF4-FFF2-40B4-BE49-F238E27FC236}">
                        <a16:creationId xmlns:a16="http://schemas.microsoft.com/office/drawing/2014/main" id="{BD62B451-0196-815D-891E-543F31F0B08B}"/>
                      </a:ext>
                    </a:extLst>
                  </p:cNvPr>
                  <p:cNvSpPr/>
                  <p:nvPr/>
                </p:nvSpPr>
                <p:spPr>
                  <a:xfrm>
                    <a:off x="7343775" y="2764631"/>
                    <a:ext cx="240158" cy="240158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2" name="椭圆 141">
                    <a:extLst>
                      <a:ext uri="{FF2B5EF4-FFF2-40B4-BE49-F238E27FC236}">
                        <a16:creationId xmlns:a16="http://schemas.microsoft.com/office/drawing/2014/main" id="{BD839508-DEDB-0CA4-13A7-C331EADE2210}"/>
                      </a:ext>
                    </a:extLst>
                  </p:cNvPr>
                  <p:cNvSpPr/>
                  <p:nvPr/>
                </p:nvSpPr>
                <p:spPr>
                  <a:xfrm>
                    <a:off x="7343775" y="3228246"/>
                    <a:ext cx="240158" cy="240158"/>
                  </a:xfrm>
                  <a:prstGeom prst="ellipse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3" name="椭圆 142">
                    <a:extLst>
                      <a:ext uri="{FF2B5EF4-FFF2-40B4-BE49-F238E27FC236}">
                        <a16:creationId xmlns:a16="http://schemas.microsoft.com/office/drawing/2014/main" id="{56D3E36D-6D59-9E45-2E02-B41D284A31A0}"/>
                      </a:ext>
                    </a:extLst>
                  </p:cNvPr>
                  <p:cNvSpPr/>
                  <p:nvPr/>
                </p:nvSpPr>
                <p:spPr>
                  <a:xfrm>
                    <a:off x="6859933" y="3559240"/>
                    <a:ext cx="240158" cy="240158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4" name="椭圆 143">
                    <a:extLst>
                      <a:ext uri="{FF2B5EF4-FFF2-40B4-BE49-F238E27FC236}">
                        <a16:creationId xmlns:a16="http://schemas.microsoft.com/office/drawing/2014/main" id="{00FBEADE-D010-408D-3F31-B6D0CB40C2E9}"/>
                      </a:ext>
                    </a:extLst>
                  </p:cNvPr>
                  <p:cNvSpPr/>
                  <p:nvPr/>
                </p:nvSpPr>
                <p:spPr>
                  <a:xfrm>
                    <a:off x="7848776" y="3565307"/>
                    <a:ext cx="240158" cy="240158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45" name="直接箭头连接符 144">
                    <a:extLst>
                      <a:ext uri="{FF2B5EF4-FFF2-40B4-BE49-F238E27FC236}">
                        <a16:creationId xmlns:a16="http://schemas.microsoft.com/office/drawing/2014/main" id="{E4B6F4B4-4A72-4C07-5AEE-616CF4146630}"/>
                      </a:ext>
                    </a:extLst>
                  </p:cNvPr>
                  <p:cNvCxnSpPr>
                    <a:cxnSpLocks/>
                    <a:stCxn id="141" idx="4"/>
                    <a:endCxn id="142" idx="0"/>
                  </p:cNvCxnSpPr>
                  <p:nvPr/>
                </p:nvCxnSpPr>
                <p:spPr>
                  <a:xfrm>
                    <a:off x="7463854" y="3004789"/>
                    <a:ext cx="0" cy="223457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直接箭头连接符 145">
                    <a:extLst>
                      <a:ext uri="{FF2B5EF4-FFF2-40B4-BE49-F238E27FC236}">
                        <a16:creationId xmlns:a16="http://schemas.microsoft.com/office/drawing/2014/main" id="{9601EEF3-DC4B-C396-12CA-99865ACA2601}"/>
                      </a:ext>
                    </a:extLst>
                  </p:cNvPr>
                  <p:cNvCxnSpPr>
                    <a:cxnSpLocks/>
                    <a:stCxn id="141" idx="3"/>
                    <a:endCxn id="143" idx="0"/>
                  </p:cNvCxnSpPr>
                  <p:nvPr/>
                </p:nvCxnSpPr>
                <p:spPr>
                  <a:xfrm flipH="1">
                    <a:off x="6980012" y="2969619"/>
                    <a:ext cx="398933" cy="589621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7" name="直接箭头连接符 146">
                    <a:extLst>
                      <a:ext uri="{FF2B5EF4-FFF2-40B4-BE49-F238E27FC236}">
                        <a16:creationId xmlns:a16="http://schemas.microsoft.com/office/drawing/2014/main" id="{4104565E-0475-0573-F341-595C6C5EC704}"/>
                      </a:ext>
                    </a:extLst>
                  </p:cNvPr>
                  <p:cNvCxnSpPr>
                    <a:cxnSpLocks/>
                    <a:stCxn id="141" idx="5"/>
                    <a:endCxn id="144" idx="0"/>
                  </p:cNvCxnSpPr>
                  <p:nvPr/>
                </p:nvCxnSpPr>
                <p:spPr>
                  <a:xfrm>
                    <a:off x="7548763" y="2969619"/>
                    <a:ext cx="420092" cy="595688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8" name="直接箭头连接符 147">
                    <a:extLst>
                      <a:ext uri="{FF2B5EF4-FFF2-40B4-BE49-F238E27FC236}">
                        <a16:creationId xmlns:a16="http://schemas.microsoft.com/office/drawing/2014/main" id="{72FC980B-F86C-A66F-86CF-32EE663F609B}"/>
                      </a:ext>
                    </a:extLst>
                  </p:cNvPr>
                  <p:cNvCxnSpPr>
                    <a:cxnSpLocks/>
                    <a:stCxn id="143" idx="6"/>
                    <a:endCxn id="144" idx="2"/>
                  </p:cNvCxnSpPr>
                  <p:nvPr/>
                </p:nvCxnSpPr>
                <p:spPr>
                  <a:xfrm>
                    <a:off x="7100091" y="3679319"/>
                    <a:ext cx="748685" cy="6067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9" name="直接箭头连接符 148">
                    <a:extLst>
                      <a:ext uri="{FF2B5EF4-FFF2-40B4-BE49-F238E27FC236}">
                        <a16:creationId xmlns:a16="http://schemas.microsoft.com/office/drawing/2014/main" id="{5BA0650F-03D9-443A-F5F7-B91F3F0FD048}"/>
                      </a:ext>
                    </a:extLst>
                  </p:cNvPr>
                  <p:cNvCxnSpPr>
                    <a:cxnSpLocks/>
                    <a:stCxn id="142" idx="2"/>
                    <a:endCxn id="143" idx="7"/>
                  </p:cNvCxnSpPr>
                  <p:nvPr/>
                </p:nvCxnSpPr>
                <p:spPr>
                  <a:xfrm flipH="1">
                    <a:off x="7064921" y="3348325"/>
                    <a:ext cx="278854" cy="246085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" name="直接箭头连接符 149">
                    <a:extLst>
                      <a:ext uri="{FF2B5EF4-FFF2-40B4-BE49-F238E27FC236}">
                        <a16:creationId xmlns:a16="http://schemas.microsoft.com/office/drawing/2014/main" id="{60D30656-2113-1839-3393-89FD3BEB473B}"/>
                      </a:ext>
                    </a:extLst>
                  </p:cNvPr>
                  <p:cNvCxnSpPr>
                    <a:cxnSpLocks/>
                    <a:stCxn id="142" idx="6"/>
                    <a:endCxn id="144" idx="1"/>
                  </p:cNvCxnSpPr>
                  <p:nvPr/>
                </p:nvCxnSpPr>
                <p:spPr>
                  <a:xfrm>
                    <a:off x="7583933" y="3348325"/>
                    <a:ext cx="300013" cy="252152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013" name="组合 1012">
                <a:extLst>
                  <a:ext uri="{FF2B5EF4-FFF2-40B4-BE49-F238E27FC236}">
                    <a16:creationId xmlns:a16="http://schemas.microsoft.com/office/drawing/2014/main" id="{51C3648B-F75F-3C93-5020-0BE380D04FC5}"/>
                  </a:ext>
                </a:extLst>
              </p:cNvPr>
              <p:cNvGrpSpPr/>
              <p:nvPr/>
            </p:nvGrpSpPr>
            <p:grpSpPr>
              <a:xfrm>
                <a:off x="7817050" y="1026710"/>
                <a:ext cx="1220255" cy="1118189"/>
                <a:chOff x="9022185" y="995487"/>
                <a:chExt cx="1220255" cy="1118189"/>
              </a:xfrm>
            </p:grpSpPr>
            <p:sp>
              <p:nvSpPr>
                <p:cNvPr id="1014" name="矩形: 圆角 1013">
                  <a:extLst>
                    <a:ext uri="{FF2B5EF4-FFF2-40B4-BE49-F238E27FC236}">
                      <a16:creationId xmlns:a16="http://schemas.microsoft.com/office/drawing/2014/main" id="{B82140E6-0E03-4DCC-0783-A2974BB59947}"/>
                    </a:ext>
                  </a:extLst>
                </p:cNvPr>
                <p:cNvSpPr/>
                <p:nvPr/>
              </p:nvSpPr>
              <p:spPr>
                <a:xfrm>
                  <a:off x="9022185" y="995487"/>
                  <a:ext cx="1220255" cy="1118189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1015" name="组合 1014">
                  <a:extLst>
                    <a:ext uri="{FF2B5EF4-FFF2-40B4-BE49-F238E27FC236}">
                      <a16:creationId xmlns:a16="http://schemas.microsoft.com/office/drawing/2014/main" id="{75773E99-9A29-E6FE-7001-308715E23364}"/>
                    </a:ext>
                  </a:extLst>
                </p:cNvPr>
                <p:cNvGrpSpPr/>
                <p:nvPr/>
              </p:nvGrpSpPr>
              <p:grpSpPr>
                <a:xfrm>
                  <a:off x="9048779" y="1048452"/>
                  <a:ext cx="1170972" cy="929492"/>
                  <a:chOff x="6859933" y="2764631"/>
                  <a:chExt cx="1229001" cy="1040834"/>
                </a:xfrm>
              </p:grpSpPr>
              <p:sp>
                <p:nvSpPr>
                  <p:cNvPr id="1016" name="椭圆 1015">
                    <a:extLst>
                      <a:ext uri="{FF2B5EF4-FFF2-40B4-BE49-F238E27FC236}">
                        <a16:creationId xmlns:a16="http://schemas.microsoft.com/office/drawing/2014/main" id="{FD3ED948-4BA3-FC62-B73B-D5923CC8988C}"/>
                      </a:ext>
                    </a:extLst>
                  </p:cNvPr>
                  <p:cNvSpPr/>
                  <p:nvPr/>
                </p:nvSpPr>
                <p:spPr>
                  <a:xfrm>
                    <a:off x="7343775" y="2764631"/>
                    <a:ext cx="240158" cy="240158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17" name="椭圆 1016">
                    <a:extLst>
                      <a:ext uri="{FF2B5EF4-FFF2-40B4-BE49-F238E27FC236}">
                        <a16:creationId xmlns:a16="http://schemas.microsoft.com/office/drawing/2014/main" id="{57DFA600-06FE-5E87-D57C-FDE91F3EE260}"/>
                      </a:ext>
                    </a:extLst>
                  </p:cNvPr>
                  <p:cNvSpPr/>
                  <p:nvPr/>
                </p:nvSpPr>
                <p:spPr>
                  <a:xfrm>
                    <a:off x="7343775" y="3228246"/>
                    <a:ext cx="240158" cy="240158"/>
                  </a:xfrm>
                  <a:prstGeom prst="ellipse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18" name="椭圆 1017">
                    <a:extLst>
                      <a:ext uri="{FF2B5EF4-FFF2-40B4-BE49-F238E27FC236}">
                        <a16:creationId xmlns:a16="http://schemas.microsoft.com/office/drawing/2014/main" id="{AB5AFD15-C764-D643-EBB6-D3C0BDCCD29D}"/>
                      </a:ext>
                    </a:extLst>
                  </p:cNvPr>
                  <p:cNvSpPr/>
                  <p:nvPr/>
                </p:nvSpPr>
                <p:spPr>
                  <a:xfrm>
                    <a:off x="6859933" y="3559240"/>
                    <a:ext cx="240158" cy="240158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19" name="椭圆 1018">
                    <a:extLst>
                      <a:ext uri="{FF2B5EF4-FFF2-40B4-BE49-F238E27FC236}">
                        <a16:creationId xmlns:a16="http://schemas.microsoft.com/office/drawing/2014/main" id="{FA7984BE-8F8A-B0BA-495B-853BE4BB401F}"/>
                      </a:ext>
                    </a:extLst>
                  </p:cNvPr>
                  <p:cNvSpPr/>
                  <p:nvPr/>
                </p:nvSpPr>
                <p:spPr>
                  <a:xfrm>
                    <a:off x="7848776" y="3565307"/>
                    <a:ext cx="240158" cy="240158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020" name="直接箭头连接符 1019">
                    <a:extLst>
                      <a:ext uri="{FF2B5EF4-FFF2-40B4-BE49-F238E27FC236}">
                        <a16:creationId xmlns:a16="http://schemas.microsoft.com/office/drawing/2014/main" id="{B820FD1C-AFD3-B437-FCE7-A69EBA3801B3}"/>
                      </a:ext>
                    </a:extLst>
                  </p:cNvPr>
                  <p:cNvCxnSpPr>
                    <a:cxnSpLocks/>
                    <a:stCxn id="1016" idx="4"/>
                    <a:endCxn id="1017" idx="0"/>
                  </p:cNvCxnSpPr>
                  <p:nvPr/>
                </p:nvCxnSpPr>
                <p:spPr>
                  <a:xfrm>
                    <a:off x="7463854" y="3004789"/>
                    <a:ext cx="0" cy="223457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1" name="直接箭头连接符 1020">
                    <a:extLst>
                      <a:ext uri="{FF2B5EF4-FFF2-40B4-BE49-F238E27FC236}">
                        <a16:creationId xmlns:a16="http://schemas.microsoft.com/office/drawing/2014/main" id="{0896F841-00AC-1507-4155-14AAEE0225A7}"/>
                      </a:ext>
                    </a:extLst>
                  </p:cNvPr>
                  <p:cNvCxnSpPr>
                    <a:cxnSpLocks/>
                    <a:stCxn id="1016" idx="3"/>
                    <a:endCxn id="1018" idx="0"/>
                  </p:cNvCxnSpPr>
                  <p:nvPr/>
                </p:nvCxnSpPr>
                <p:spPr>
                  <a:xfrm flipH="1">
                    <a:off x="6980012" y="2969619"/>
                    <a:ext cx="398933" cy="589621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2" name="直接箭头连接符 1021">
                    <a:extLst>
                      <a:ext uri="{FF2B5EF4-FFF2-40B4-BE49-F238E27FC236}">
                        <a16:creationId xmlns:a16="http://schemas.microsoft.com/office/drawing/2014/main" id="{747C1433-3FF9-BC06-D027-3B9B730AA0EF}"/>
                      </a:ext>
                    </a:extLst>
                  </p:cNvPr>
                  <p:cNvCxnSpPr>
                    <a:cxnSpLocks/>
                    <a:stCxn id="1016" idx="5"/>
                    <a:endCxn id="1019" idx="0"/>
                  </p:cNvCxnSpPr>
                  <p:nvPr/>
                </p:nvCxnSpPr>
                <p:spPr>
                  <a:xfrm>
                    <a:off x="7548763" y="2969619"/>
                    <a:ext cx="420092" cy="595688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3" name="直接箭头连接符 1022">
                    <a:extLst>
                      <a:ext uri="{FF2B5EF4-FFF2-40B4-BE49-F238E27FC236}">
                        <a16:creationId xmlns:a16="http://schemas.microsoft.com/office/drawing/2014/main" id="{27CC136F-B2DC-1322-8D0B-8C18A1FBC076}"/>
                      </a:ext>
                    </a:extLst>
                  </p:cNvPr>
                  <p:cNvCxnSpPr>
                    <a:cxnSpLocks/>
                    <a:stCxn id="1018" idx="6"/>
                    <a:endCxn id="1019" idx="2"/>
                  </p:cNvCxnSpPr>
                  <p:nvPr/>
                </p:nvCxnSpPr>
                <p:spPr>
                  <a:xfrm>
                    <a:off x="7100091" y="3679319"/>
                    <a:ext cx="748685" cy="6067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8" name="直接箭头连接符 127">
                    <a:extLst>
                      <a:ext uri="{FF2B5EF4-FFF2-40B4-BE49-F238E27FC236}">
                        <a16:creationId xmlns:a16="http://schemas.microsoft.com/office/drawing/2014/main" id="{1DFCC7B9-4A60-8A7C-8E54-36DBE8480E50}"/>
                      </a:ext>
                    </a:extLst>
                  </p:cNvPr>
                  <p:cNvCxnSpPr>
                    <a:cxnSpLocks/>
                    <a:stCxn id="1017" idx="2"/>
                    <a:endCxn id="1018" idx="7"/>
                  </p:cNvCxnSpPr>
                  <p:nvPr/>
                </p:nvCxnSpPr>
                <p:spPr>
                  <a:xfrm flipH="1">
                    <a:off x="7064921" y="3348325"/>
                    <a:ext cx="278854" cy="246085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9" name="直接箭头连接符 128">
                    <a:extLst>
                      <a:ext uri="{FF2B5EF4-FFF2-40B4-BE49-F238E27FC236}">
                        <a16:creationId xmlns:a16="http://schemas.microsoft.com/office/drawing/2014/main" id="{F515B938-35D8-10A3-660E-16D50B704473}"/>
                      </a:ext>
                    </a:extLst>
                  </p:cNvPr>
                  <p:cNvCxnSpPr>
                    <a:cxnSpLocks/>
                    <a:stCxn id="1017" idx="6"/>
                    <a:endCxn id="1019" idx="1"/>
                  </p:cNvCxnSpPr>
                  <p:nvPr/>
                </p:nvCxnSpPr>
                <p:spPr>
                  <a:xfrm>
                    <a:off x="7583933" y="3348325"/>
                    <a:ext cx="300013" cy="252152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cxnSp>
          <p:nvCxnSpPr>
            <p:cNvPr id="151" name="直接箭头连接符 150">
              <a:extLst>
                <a:ext uri="{FF2B5EF4-FFF2-40B4-BE49-F238E27FC236}">
                  <a16:creationId xmlns:a16="http://schemas.microsoft.com/office/drawing/2014/main" id="{F56F506E-52DD-3D29-10B5-01C2F8650541}"/>
                </a:ext>
              </a:extLst>
            </p:cNvPr>
            <p:cNvCxnSpPr>
              <a:cxnSpLocks/>
            </p:cNvCxnSpPr>
            <p:nvPr/>
          </p:nvCxnSpPr>
          <p:spPr>
            <a:xfrm>
              <a:off x="6828273" y="4382328"/>
              <a:ext cx="52605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E3F51764-1011-8AFA-E5D0-4F551B5BD595}"/>
                </a:ext>
              </a:extLst>
            </p:cNvPr>
            <p:cNvGrpSpPr/>
            <p:nvPr/>
          </p:nvGrpSpPr>
          <p:grpSpPr>
            <a:xfrm>
              <a:off x="7371230" y="4103720"/>
              <a:ext cx="768356" cy="554518"/>
              <a:chOff x="7119732" y="1135856"/>
              <a:chExt cx="1045574" cy="921544"/>
            </a:xfrm>
          </p:grpSpPr>
          <p:sp>
            <p:nvSpPr>
              <p:cNvPr id="153" name="矩形: 圆角 152">
                <a:extLst>
                  <a:ext uri="{FF2B5EF4-FFF2-40B4-BE49-F238E27FC236}">
                    <a16:creationId xmlns:a16="http://schemas.microsoft.com/office/drawing/2014/main" id="{E629C76F-07A0-EB8D-04D6-D72587C02253}"/>
                  </a:ext>
                </a:extLst>
              </p:cNvPr>
              <p:cNvSpPr/>
              <p:nvPr/>
            </p:nvSpPr>
            <p:spPr>
              <a:xfrm>
                <a:off x="7119732" y="1135856"/>
                <a:ext cx="1045574" cy="921544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CD1A2DE9-AC72-9E00-BA5B-5EF0A9B3C517}"/>
                  </a:ext>
                </a:extLst>
              </p:cNvPr>
              <p:cNvSpPr/>
              <p:nvPr/>
            </p:nvSpPr>
            <p:spPr>
              <a:xfrm>
                <a:off x="7279227" y="1421857"/>
                <a:ext cx="178593" cy="4616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" name="矩形 154">
                <a:extLst>
                  <a:ext uri="{FF2B5EF4-FFF2-40B4-BE49-F238E27FC236}">
                    <a16:creationId xmlns:a16="http://schemas.microsoft.com/office/drawing/2014/main" id="{5270C7B7-7935-A86F-910B-0D6424FF10EC}"/>
                  </a:ext>
                </a:extLst>
              </p:cNvPr>
              <p:cNvSpPr/>
              <p:nvPr/>
            </p:nvSpPr>
            <p:spPr>
              <a:xfrm>
                <a:off x="7532787" y="1257285"/>
                <a:ext cx="178593" cy="67299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" name="矩形 155">
                <a:extLst>
                  <a:ext uri="{FF2B5EF4-FFF2-40B4-BE49-F238E27FC236}">
                    <a16:creationId xmlns:a16="http://schemas.microsoft.com/office/drawing/2014/main" id="{E7ED4EBC-3967-9EDE-5244-CFCBF5F85B7F}"/>
                  </a:ext>
                </a:extLst>
              </p:cNvPr>
              <p:cNvSpPr/>
              <p:nvPr/>
            </p:nvSpPr>
            <p:spPr>
              <a:xfrm>
                <a:off x="7836779" y="1421858"/>
                <a:ext cx="178593" cy="4616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57" name="文本框 156">
              <a:extLst>
                <a:ext uri="{FF2B5EF4-FFF2-40B4-BE49-F238E27FC236}">
                  <a16:creationId xmlns:a16="http://schemas.microsoft.com/office/drawing/2014/main" id="{F5266A78-DC8C-1691-6C3A-FD65A93999EA}"/>
                </a:ext>
              </a:extLst>
            </p:cNvPr>
            <p:cNvSpPr txBox="1"/>
            <p:nvPr/>
          </p:nvSpPr>
          <p:spPr>
            <a:xfrm>
              <a:off x="2771689" y="4589074"/>
              <a:ext cx="158067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CNN (ResNet-18)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5B028CE1-95B0-BC61-79CB-B92C3525B61C}"/>
                </a:ext>
              </a:extLst>
            </p:cNvPr>
            <p:cNvSpPr txBox="1"/>
            <p:nvPr/>
          </p:nvSpPr>
          <p:spPr>
            <a:xfrm>
              <a:off x="4129524" y="4601620"/>
              <a:ext cx="45066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MLP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6ACCE1CE-CAE7-0BCA-E308-D6384A6FBBE5}"/>
                </a:ext>
              </a:extLst>
            </p:cNvPr>
            <p:cNvSpPr txBox="1"/>
            <p:nvPr/>
          </p:nvSpPr>
          <p:spPr>
            <a:xfrm>
              <a:off x="7277153" y="4613756"/>
              <a:ext cx="103935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Noisy Layers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0" name="直接箭头连接符 159">
              <a:extLst>
                <a:ext uri="{FF2B5EF4-FFF2-40B4-BE49-F238E27FC236}">
                  <a16:creationId xmlns:a16="http://schemas.microsoft.com/office/drawing/2014/main" id="{D26873DE-632A-1868-D257-B6D200A16E5A}"/>
                </a:ext>
              </a:extLst>
            </p:cNvPr>
            <p:cNvCxnSpPr>
              <a:cxnSpLocks/>
            </p:cNvCxnSpPr>
            <p:nvPr/>
          </p:nvCxnSpPr>
          <p:spPr>
            <a:xfrm>
              <a:off x="8152959" y="4378078"/>
              <a:ext cx="52605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矩形 160">
              <a:extLst>
                <a:ext uri="{FF2B5EF4-FFF2-40B4-BE49-F238E27FC236}">
                  <a16:creationId xmlns:a16="http://schemas.microsoft.com/office/drawing/2014/main" id="{541F5F38-0EBB-314B-BDE0-24E94C9F55C0}"/>
                </a:ext>
              </a:extLst>
            </p:cNvPr>
            <p:cNvSpPr/>
            <p:nvPr/>
          </p:nvSpPr>
          <p:spPr>
            <a:xfrm>
              <a:off x="8683924" y="4083763"/>
              <a:ext cx="414338" cy="536761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2" name="直接箭头连接符 161">
              <a:extLst>
                <a:ext uri="{FF2B5EF4-FFF2-40B4-BE49-F238E27FC236}">
                  <a16:creationId xmlns:a16="http://schemas.microsoft.com/office/drawing/2014/main" id="{779C5998-FABC-43F2-C6E8-246A9F9EE22E}"/>
                </a:ext>
              </a:extLst>
            </p:cNvPr>
            <p:cNvCxnSpPr>
              <a:cxnSpLocks/>
            </p:cNvCxnSpPr>
            <p:nvPr/>
          </p:nvCxnSpPr>
          <p:spPr>
            <a:xfrm>
              <a:off x="4489298" y="5910964"/>
              <a:ext cx="52605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3" name="组合 162">
              <a:extLst>
                <a:ext uri="{FF2B5EF4-FFF2-40B4-BE49-F238E27FC236}">
                  <a16:creationId xmlns:a16="http://schemas.microsoft.com/office/drawing/2014/main" id="{AEB3A0ED-2BEA-4070-F0B2-3270F6AE8F98}"/>
                </a:ext>
              </a:extLst>
            </p:cNvPr>
            <p:cNvGrpSpPr/>
            <p:nvPr/>
          </p:nvGrpSpPr>
          <p:grpSpPr>
            <a:xfrm>
              <a:off x="5023050" y="5717399"/>
              <a:ext cx="324056" cy="324056"/>
              <a:chOff x="8691357" y="1421858"/>
              <a:chExt cx="324056" cy="324056"/>
            </a:xfrm>
          </p:grpSpPr>
          <p:sp>
            <p:nvSpPr>
              <p:cNvPr id="164" name="椭圆 163">
                <a:extLst>
                  <a:ext uri="{FF2B5EF4-FFF2-40B4-BE49-F238E27FC236}">
                    <a16:creationId xmlns:a16="http://schemas.microsoft.com/office/drawing/2014/main" id="{11EE25CE-9373-F21B-8228-D9D41B0951FE}"/>
                  </a:ext>
                </a:extLst>
              </p:cNvPr>
              <p:cNvSpPr/>
              <p:nvPr/>
            </p:nvSpPr>
            <p:spPr>
              <a:xfrm>
                <a:off x="8691357" y="1421858"/>
                <a:ext cx="324056" cy="324056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65" name="直接连接符 164">
                <a:extLst>
                  <a:ext uri="{FF2B5EF4-FFF2-40B4-BE49-F238E27FC236}">
                    <a16:creationId xmlns:a16="http://schemas.microsoft.com/office/drawing/2014/main" id="{170BAC64-6EF5-DD30-6101-FB90429CFC48}"/>
                  </a:ext>
                </a:extLst>
              </p:cNvPr>
              <p:cNvCxnSpPr>
                <a:cxnSpLocks/>
                <a:stCxn id="164" idx="2"/>
                <a:endCxn id="164" idx="6"/>
              </p:cNvCxnSpPr>
              <p:nvPr/>
            </p:nvCxnSpPr>
            <p:spPr>
              <a:xfrm>
                <a:off x="8691357" y="1583886"/>
                <a:ext cx="324056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6" name="直接连接符 165">
                <a:extLst>
                  <a:ext uri="{FF2B5EF4-FFF2-40B4-BE49-F238E27FC236}">
                    <a16:creationId xmlns:a16="http://schemas.microsoft.com/office/drawing/2014/main" id="{97801423-993B-C95C-1669-A1137300AD81}"/>
                  </a:ext>
                </a:extLst>
              </p:cNvPr>
              <p:cNvCxnSpPr>
                <a:cxnSpLocks/>
                <a:stCxn id="164" idx="0"/>
                <a:endCxn id="164" idx="4"/>
              </p:cNvCxnSpPr>
              <p:nvPr/>
            </p:nvCxnSpPr>
            <p:spPr>
              <a:xfrm>
                <a:off x="8853385" y="1421858"/>
                <a:ext cx="0" cy="324056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5FB6276C-A7F9-12B5-15A9-89A104A8569A}"/>
                    </a:ext>
                  </a:extLst>
                </p:cNvPr>
                <p:cNvSpPr txBox="1"/>
                <p:nvPr/>
              </p:nvSpPr>
              <p:spPr>
                <a:xfrm>
                  <a:off x="4945832" y="6043105"/>
                  <a:ext cx="466218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D71F4CC0-E5CF-E2DB-6AD5-43D68FB627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5832" y="6043105"/>
                  <a:ext cx="466218" cy="246221"/>
                </a:xfrm>
                <a:prstGeom prst="rect">
                  <a:avLst/>
                </a:prstGeom>
                <a:blipFill>
                  <a:blip r:embed="rId9"/>
                  <a:stretch>
                    <a:fillRect l="-7792" r="-7792" b="-317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9AF2E867-1EB6-2605-B04A-DE6D9C6848B6}"/>
                </a:ext>
              </a:extLst>
            </p:cNvPr>
            <p:cNvSpPr txBox="1"/>
            <p:nvPr/>
          </p:nvSpPr>
          <p:spPr>
            <a:xfrm>
              <a:off x="5034780" y="5432330"/>
              <a:ext cx="10579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5" name="直接箭头连接符 174">
              <a:extLst>
                <a:ext uri="{FF2B5EF4-FFF2-40B4-BE49-F238E27FC236}">
                  <a16:creationId xmlns:a16="http://schemas.microsoft.com/office/drawing/2014/main" id="{57D90EF5-A864-3108-4B6E-352E2974F77E}"/>
                </a:ext>
              </a:extLst>
            </p:cNvPr>
            <p:cNvCxnSpPr>
              <a:cxnSpLocks/>
            </p:cNvCxnSpPr>
            <p:nvPr/>
          </p:nvCxnSpPr>
          <p:spPr>
            <a:xfrm>
              <a:off x="5338848" y="5923781"/>
              <a:ext cx="52605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DF23A6DF-227D-C67A-121B-339DC8EAA850}"/>
                    </a:ext>
                  </a:extLst>
                </p:cNvPr>
                <p:cNvSpPr txBox="1"/>
                <p:nvPr/>
              </p:nvSpPr>
              <p:spPr>
                <a:xfrm>
                  <a:off x="5338848" y="5630577"/>
                  <a:ext cx="492314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C7A979B5-AD85-EB15-699F-0CCA4EE0E4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8848" y="5630577"/>
                  <a:ext cx="492314" cy="246221"/>
                </a:xfrm>
                <a:prstGeom prst="rect">
                  <a:avLst/>
                </a:prstGeom>
                <a:blipFill>
                  <a:blip r:embed="rId10"/>
                  <a:stretch>
                    <a:fillRect l="-8642" r="-6173" b="-3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0" name="直接箭头连接符 179">
              <a:extLst>
                <a:ext uri="{FF2B5EF4-FFF2-40B4-BE49-F238E27FC236}">
                  <a16:creationId xmlns:a16="http://schemas.microsoft.com/office/drawing/2014/main" id="{E5897F49-6AF0-F6BE-AE2B-85BF670CD5AB}"/>
                </a:ext>
              </a:extLst>
            </p:cNvPr>
            <p:cNvCxnSpPr>
              <a:cxnSpLocks/>
            </p:cNvCxnSpPr>
            <p:nvPr/>
          </p:nvCxnSpPr>
          <p:spPr>
            <a:xfrm>
              <a:off x="6873044" y="5897334"/>
              <a:ext cx="52605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1" name="组合 180">
              <a:extLst>
                <a:ext uri="{FF2B5EF4-FFF2-40B4-BE49-F238E27FC236}">
                  <a16:creationId xmlns:a16="http://schemas.microsoft.com/office/drawing/2014/main" id="{5EAF6696-6938-7EE4-8BF2-FE2FA7D25E45}"/>
                </a:ext>
              </a:extLst>
            </p:cNvPr>
            <p:cNvGrpSpPr/>
            <p:nvPr/>
          </p:nvGrpSpPr>
          <p:grpSpPr>
            <a:xfrm>
              <a:off x="7406675" y="5617183"/>
              <a:ext cx="743750" cy="536760"/>
              <a:chOff x="7119732" y="1135856"/>
              <a:chExt cx="1045574" cy="921544"/>
            </a:xfrm>
          </p:grpSpPr>
          <p:sp>
            <p:nvSpPr>
              <p:cNvPr id="182" name="矩形: 圆角 181">
                <a:extLst>
                  <a:ext uri="{FF2B5EF4-FFF2-40B4-BE49-F238E27FC236}">
                    <a16:creationId xmlns:a16="http://schemas.microsoft.com/office/drawing/2014/main" id="{96945DF5-2DBE-CEFF-CCA3-660B940122A1}"/>
                  </a:ext>
                </a:extLst>
              </p:cNvPr>
              <p:cNvSpPr/>
              <p:nvPr/>
            </p:nvSpPr>
            <p:spPr>
              <a:xfrm>
                <a:off x="7119732" y="1135856"/>
                <a:ext cx="1045574" cy="921544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" name="矩形 182">
                <a:extLst>
                  <a:ext uri="{FF2B5EF4-FFF2-40B4-BE49-F238E27FC236}">
                    <a16:creationId xmlns:a16="http://schemas.microsoft.com/office/drawing/2014/main" id="{CB657A4A-3E19-8527-301E-E387640951C8}"/>
                  </a:ext>
                </a:extLst>
              </p:cNvPr>
              <p:cNvSpPr/>
              <p:nvPr/>
            </p:nvSpPr>
            <p:spPr>
              <a:xfrm>
                <a:off x="7279227" y="1421857"/>
                <a:ext cx="178593" cy="4616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4" name="矩形 183">
                <a:extLst>
                  <a:ext uri="{FF2B5EF4-FFF2-40B4-BE49-F238E27FC236}">
                    <a16:creationId xmlns:a16="http://schemas.microsoft.com/office/drawing/2014/main" id="{AC28D0B6-0393-DB59-E3B3-ACDE3857A8D3}"/>
                  </a:ext>
                </a:extLst>
              </p:cNvPr>
              <p:cNvSpPr/>
              <p:nvPr/>
            </p:nvSpPr>
            <p:spPr>
              <a:xfrm>
                <a:off x="7532787" y="1257285"/>
                <a:ext cx="178593" cy="67299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5" name="矩形 184">
                <a:extLst>
                  <a:ext uri="{FF2B5EF4-FFF2-40B4-BE49-F238E27FC236}">
                    <a16:creationId xmlns:a16="http://schemas.microsoft.com/office/drawing/2014/main" id="{8118521E-89AD-9924-8B40-29BDEC6AB10E}"/>
                  </a:ext>
                </a:extLst>
              </p:cNvPr>
              <p:cNvSpPr/>
              <p:nvPr/>
            </p:nvSpPr>
            <p:spPr>
              <a:xfrm>
                <a:off x="7836779" y="1421858"/>
                <a:ext cx="178593" cy="4616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86" name="直接箭头连接符 185">
              <a:extLst>
                <a:ext uri="{FF2B5EF4-FFF2-40B4-BE49-F238E27FC236}">
                  <a16:creationId xmlns:a16="http://schemas.microsoft.com/office/drawing/2014/main" id="{E678461B-3F29-2E51-4400-B7CE29F6B047}"/>
                </a:ext>
              </a:extLst>
            </p:cNvPr>
            <p:cNvCxnSpPr>
              <a:cxnSpLocks/>
            </p:cNvCxnSpPr>
            <p:nvPr/>
          </p:nvCxnSpPr>
          <p:spPr>
            <a:xfrm>
              <a:off x="8144277" y="5891197"/>
              <a:ext cx="52605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矩形 186">
              <a:extLst>
                <a:ext uri="{FF2B5EF4-FFF2-40B4-BE49-F238E27FC236}">
                  <a16:creationId xmlns:a16="http://schemas.microsoft.com/office/drawing/2014/main" id="{819DCCF9-7A39-3AAB-9745-C26BFB959BC2}"/>
                </a:ext>
              </a:extLst>
            </p:cNvPr>
            <p:cNvSpPr/>
            <p:nvPr/>
          </p:nvSpPr>
          <p:spPr>
            <a:xfrm>
              <a:off x="8662970" y="5605808"/>
              <a:ext cx="414338" cy="53676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88" name="连接符: 肘形 187">
              <a:extLst>
                <a:ext uri="{FF2B5EF4-FFF2-40B4-BE49-F238E27FC236}">
                  <a16:creationId xmlns:a16="http://schemas.microsoft.com/office/drawing/2014/main" id="{D2C266F8-D6C8-5670-ED1B-8A6E7534C4A6}"/>
                </a:ext>
              </a:extLst>
            </p:cNvPr>
            <p:cNvCxnSpPr>
              <a:cxnSpLocks/>
              <a:stCxn id="236" idx="0"/>
              <a:endCxn id="164" idx="0"/>
            </p:cNvCxnSpPr>
            <p:nvPr/>
          </p:nvCxnSpPr>
          <p:spPr>
            <a:xfrm rot="16200000" flipH="1">
              <a:off x="4303608" y="4835930"/>
              <a:ext cx="19432" cy="1743507"/>
            </a:xfrm>
            <a:prstGeom prst="bentConnector3">
              <a:avLst>
                <a:gd name="adj1" fmla="val -117641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1" name="文本框 190">
              <a:extLst>
                <a:ext uri="{FF2B5EF4-FFF2-40B4-BE49-F238E27FC236}">
                  <a16:creationId xmlns:a16="http://schemas.microsoft.com/office/drawing/2014/main" id="{B87D92F5-1D0F-DCF5-BE67-AB3F425B455E}"/>
                </a:ext>
              </a:extLst>
            </p:cNvPr>
            <p:cNvSpPr txBox="1"/>
            <p:nvPr/>
          </p:nvSpPr>
          <p:spPr>
            <a:xfrm>
              <a:off x="8327937" y="4591359"/>
              <a:ext cx="11439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target Policy-A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2" name="文本框 191">
              <a:extLst>
                <a:ext uri="{FF2B5EF4-FFF2-40B4-BE49-F238E27FC236}">
                  <a16:creationId xmlns:a16="http://schemas.microsoft.com/office/drawing/2014/main" id="{1ACF93F2-1C0D-D0E6-DBB1-4C01C54E5C4F}"/>
                </a:ext>
              </a:extLst>
            </p:cNvPr>
            <p:cNvSpPr txBox="1"/>
            <p:nvPr/>
          </p:nvSpPr>
          <p:spPr>
            <a:xfrm>
              <a:off x="8316434" y="6090957"/>
              <a:ext cx="11669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target Q-value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4" name="连接符: 肘形 193">
              <a:extLst>
                <a:ext uri="{FF2B5EF4-FFF2-40B4-BE49-F238E27FC236}">
                  <a16:creationId xmlns:a16="http://schemas.microsoft.com/office/drawing/2014/main" id="{4760703F-2DE0-31C9-479A-CDCD25FFE547}"/>
                </a:ext>
              </a:extLst>
            </p:cNvPr>
            <p:cNvCxnSpPr>
              <a:cxnSpLocks/>
              <a:endCxn id="233" idx="2"/>
            </p:cNvCxnSpPr>
            <p:nvPr/>
          </p:nvCxnSpPr>
          <p:spPr>
            <a:xfrm rot="16200000" flipH="1">
              <a:off x="1986073" y="4861433"/>
              <a:ext cx="1655684" cy="403154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" name="矩形: 圆角 194">
              <a:extLst>
                <a:ext uri="{FF2B5EF4-FFF2-40B4-BE49-F238E27FC236}">
                  <a16:creationId xmlns:a16="http://schemas.microsoft.com/office/drawing/2014/main" id="{DF28F694-603B-A252-B6FF-F63175AD6A2E}"/>
                </a:ext>
              </a:extLst>
            </p:cNvPr>
            <p:cNvSpPr/>
            <p:nvPr/>
          </p:nvSpPr>
          <p:spPr>
            <a:xfrm>
              <a:off x="2845330" y="3705756"/>
              <a:ext cx="6538668" cy="1123941"/>
            </a:xfrm>
            <a:prstGeom prst="round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矩形: 圆角 195">
              <a:extLst>
                <a:ext uri="{FF2B5EF4-FFF2-40B4-BE49-F238E27FC236}">
                  <a16:creationId xmlns:a16="http://schemas.microsoft.com/office/drawing/2014/main" id="{20BCB013-47F7-EB61-8932-72483325CE19}"/>
                </a:ext>
              </a:extLst>
            </p:cNvPr>
            <p:cNvSpPr/>
            <p:nvPr/>
          </p:nvSpPr>
          <p:spPr>
            <a:xfrm>
              <a:off x="2845330" y="5234449"/>
              <a:ext cx="6538668" cy="1070853"/>
            </a:xfrm>
            <a:prstGeom prst="round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8" name="组合 197">
              <a:extLst>
                <a:ext uri="{FF2B5EF4-FFF2-40B4-BE49-F238E27FC236}">
                  <a16:creationId xmlns:a16="http://schemas.microsoft.com/office/drawing/2014/main" id="{C4A66742-BB64-2CFE-370C-C996AC34BB20}"/>
                </a:ext>
              </a:extLst>
            </p:cNvPr>
            <p:cNvGrpSpPr/>
            <p:nvPr/>
          </p:nvGrpSpPr>
          <p:grpSpPr>
            <a:xfrm>
              <a:off x="5899351" y="5370764"/>
              <a:ext cx="952351" cy="902999"/>
              <a:chOff x="7817050" y="800486"/>
              <a:chExt cx="1379799" cy="1344413"/>
            </a:xfrm>
          </p:grpSpPr>
          <p:grpSp>
            <p:nvGrpSpPr>
              <p:cNvPr id="199" name="组合 198">
                <a:extLst>
                  <a:ext uri="{FF2B5EF4-FFF2-40B4-BE49-F238E27FC236}">
                    <a16:creationId xmlns:a16="http://schemas.microsoft.com/office/drawing/2014/main" id="{DED78677-CE38-F8B1-C823-6CAEB1801C40}"/>
                  </a:ext>
                </a:extLst>
              </p:cNvPr>
              <p:cNvGrpSpPr/>
              <p:nvPr/>
            </p:nvGrpSpPr>
            <p:grpSpPr>
              <a:xfrm>
                <a:off x="7976594" y="800486"/>
                <a:ext cx="1220255" cy="1118189"/>
                <a:chOff x="9022185" y="995487"/>
                <a:chExt cx="1220255" cy="1118189"/>
              </a:xfrm>
            </p:grpSpPr>
            <p:sp>
              <p:nvSpPr>
                <p:cNvPr id="213" name="矩形: 圆角 212">
                  <a:extLst>
                    <a:ext uri="{FF2B5EF4-FFF2-40B4-BE49-F238E27FC236}">
                      <a16:creationId xmlns:a16="http://schemas.microsoft.com/office/drawing/2014/main" id="{32CA7BE9-5B28-6FB8-30FB-7953356F14CA}"/>
                    </a:ext>
                  </a:extLst>
                </p:cNvPr>
                <p:cNvSpPr/>
                <p:nvPr/>
              </p:nvSpPr>
              <p:spPr>
                <a:xfrm>
                  <a:off x="9022185" y="995487"/>
                  <a:ext cx="1220255" cy="1118189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214" name="组合 213">
                  <a:extLst>
                    <a:ext uri="{FF2B5EF4-FFF2-40B4-BE49-F238E27FC236}">
                      <a16:creationId xmlns:a16="http://schemas.microsoft.com/office/drawing/2014/main" id="{D9812617-0687-9138-EADF-E0DE9192C261}"/>
                    </a:ext>
                  </a:extLst>
                </p:cNvPr>
                <p:cNvGrpSpPr/>
                <p:nvPr/>
              </p:nvGrpSpPr>
              <p:grpSpPr>
                <a:xfrm>
                  <a:off x="9048779" y="1048452"/>
                  <a:ext cx="1170972" cy="929492"/>
                  <a:chOff x="6859933" y="2764631"/>
                  <a:chExt cx="1229001" cy="1040834"/>
                </a:xfrm>
              </p:grpSpPr>
              <p:sp>
                <p:nvSpPr>
                  <p:cNvPr id="215" name="椭圆 214">
                    <a:extLst>
                      <a:ext uri="{FF2B5EF4-FFF2-40B4-BE49-F238E27FC236}">
                        <a16:creationId xmlns:a16="http://schemas.microsoft.com/office/drawing/2014/main" id="{DCC2C780-44BB-053D-CF68-1411AB9689D8}"/>
                      </a:ext>
                    </a:extLst>
                  </p:cNvPr>
                  <p:cNvSpPr/>
                  <p:nvPr/>
                </p:nvSpPr>
                <p:spPr>
                  <a:xfrm>
                    <a:off x="7343775" y="2764631"/>
                    <a:ext cx="240158" cy="240158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6" name="椭圆 215">
                    <a:extLst>
                      <a:ext uri="{FF2B5EF4-FFF2-40B4-BE49-F238E27FC236}">
                        <a16:creationId xmlns:a16="http://schemas.microsoft.com/office/drawing/2014/main" id="{056B940B-D202-3D2D-E199-ACC4C9BF0735}"/>
                      </a:ext>
                    </a:extLst>
                  </p:cNvPr>
                  <p:cNvSpPr/>
                  <p:nvPr/>
                </p:nvSpPr>
                <p:spPr>
                  <a:xfrm>
                    <a:off x="7343775" y="3228246"/>
                    <a:ext cx="240158" cy="240158"/>
                  </a:xfrm>
                  <a:prstGeom prst="ellipse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7" name="椭圆 216">
                    <a:extLst>
                      <a:ext uri="{FF2B5EF4-FFF2-40B4-BE49-F238E27FC236}">
                        <a16:creationId xmlns:a16="http://schemas.microsoft.com/office/drawing/2014/main" id="{63F7DD76-C7BD-9545-9108-B35B9CCC05E4}"/>
                      </a:ext>
                    </a:extLst>
                  </p:cNvPr>
                  <p:cNvSpPr/>
                  <p:nvPr/>
                </p:nvSpPr>
                <p:spPr>
                  <a:xfrm>
                    <a:off x="6859933" y="3559240"/>
                    <a:ext cx="240158" cy="240158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8" name="椭圆 217">
                    <a:extLst>
                      <a:ext uri="{FF2B5EF4-FFF2-40B4-BE49-F238E27FC236}">
                        <a16:creationId xmlns:a16="http://schemas.microsoft.com/office/drawing/2014/main" id="{825F72C0-7E5E-99AA-D867-8C9FEB4D8E5C}"/>
                      </a:ext>
                    </a:extLst>
                  </p:cNvPr>
                  <p:cNvSpPr/>
                  <p:nvPr/>
                </p:nvSpPr>
                <p:spPr>
                  <a:xfrm>
                    <a:off x="7848776" y="3565307"/>
                    <a:ext cx="240158" cy="240158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219" name="直接箭头连接符 218">
                    <a:extLst>
                      <a:ext uri="{FF2B5EF4-FFF2-40B4-BE49-F238E27FC236}">
                        <a16:creationId xmlns:a16="http://schemas.microsoft.com/office/drawing/2014/main" id="{322CF621-2D5D-6D2A-4771-EBB9759C0915}"/>
                      </a:ext>
                    </a:extLst>
                  </p:cNvPr>
                  <p:cNvCxnSpPr>
                    <a:cxnSpLocks/>
                    <a:stCxn id="215" idx="4"/>
                    <a:endCxn id="216" idx="0"/>
                  </p:cNvCxnSpPr>
                  <p:nvPr/>
                </p:nvCxnSpPr>
                <p:spPr>
                  <a:xfrm>
                    <a:off x="7463854" y="3004789"/>
                    <a:ext cx="0" cy="223457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1" name="直接箭头连接符 220">
                    <a:extLst>
                      <a:ext uri="{FF2B5EF4-FFF2-40B4-BE49-F238E27FC236}">
                        <a16:creationId xmlns:a16="http://schemas.microsoft.com/office/drawing/2014/main" id="{D670DF06-F131-A1A9-9CFF-A32CC9EFF28F}"/>
                      </a:ext>
                    </a:extLst>
                  </p:cNvPr>
                  <p:cNvCxnSpPr>
                    <a:cxnSpLocks/>
                    <a:stCxn id="215" idx="3"/>
                    <a:endCxn id="217" idx="0"/>
                  </p:cNvCxnSpPr>
                  <p:nvPr/>
                </p:nvCxnSpPr>
                <p:spPr>
                  <a:xfrm flipH="1">
                    <a:off x="6980012" y="2969619"/>
                    <a:ext cx="398933" cy="589621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2" name="直接箭头连接符 221">
                    <a:extLst>
                      <a:ext uri="{FF2B5EF4-FFF2-40B4-BE49-F238E27FC236}">
                        <a16:creationId xmlns:a16="http://schemas.microsoft.com/office/drawing/2014/main" id="{7F7B4387-63CD-F603-4749-7C7714D4FC59}"/>
                      </a:ext>
                    </a:extLst>
                  </p:cNvPr>
                  <p:cNvCxnSpPr>
                    <a:cxnSpLocks/>
                    <a:stCxn id="215" idx="5"/>
                    <a:endCxn id="218" idx="0"/>
                  </p:cNvCxnSpPr>
                  <p:nvPr/>
                </p:nvCxnSpPr>
                <p:spPr>
                  <a:xfrm>
                    <a:off x="7548763" y="2969619"/>
                    <a:ext cx="420092" cy="595688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3" name="直接箭头连接符 222">
                    <a:extLst>
                      <a:ext uri="{FF2B5EF4-FFF2-40B4-BE49-F238E27FC236}">
                        <a16:creationId xmlns:a16="http://schemas.microsoft.com/office/drawing/2014/main" id="{20986E1C-ECA9-9CF4-0A50-3158E3F59FCC}"/>
                      </a:ext>
                    </a:extLst>
                  </p:cNvPr>
                  <p:cNvCxnSpPr>
                    <a:cxnSpLocks/>
                    <a:stCxn id="217" idx="6"/>
                    <a:endCxn id="218" idx="2"/>
                  </p:cNvCxnSpPr>
                  <p:nvPr/>
                </p:nvCxnSpPr>
                <p:spPr>
                  <a:xfrm>
                    <a:off x="7100091" y="3679319"/>
                    <a:ext cx="748685" cy="6067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4" name="直接箭头连接符 223">
                    <a:extLst>
                      <a:ext uri="{FF2B5EF4-FFF2-40B4-BE49-F238E27FC236}">
                        <a16:creationId xmlns:a16="http://schemas.microsoft.com/office/drawing/2014/main" id="{A4C605D5-CE64-BEFF-6A4B-4B4DF5DA5332}"/>
                      </a:ext>
                    </a:extLst>
                  </p:cNvPr>
                  <p:cNvCxnSpPr>
                    <a:cxnSpLocks/>
                    <a:stCxn id="216" idx="2"/>
                    <a:endCxn id="217" idx="7"/>
                  </p:cNvCxnSpPr>
                  <p:nvPr/>
                </p:nvCxnSpPr>
                <p:spPr>
                  <a:xfrm flipH="1">
                    <a:off x="7064921" y="3348325"/>
                    <a:ext cx="278854" cy="246085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5" name="直接箭头连接符 224">
                    <a:extLst>
                      <a:ext uri="{FF2B5EF4-FFF2-40B4-BE49-F238E27FC236}">
                        <a16:creationId xmlns:a16="http://schemas.microsoft.com/office/drawing/2014/main" id="{AF74E8D1-7AB0-EDD9-D31D-19C48E893FC5}"/>
                      </a:ext>
                    </a:extLst>
                  </p:cNvPr>
                  <p:cNvCxnSpPr>
                    <a:cxnSpLocks/>
                    <a:stCxn id="216" idx="6"/>
                    <a:endCxn id="218" idx="1"/>
                  </p:cNvCxnSpPr>
                  <p:nvPr/>
                </p:nvCxnSpPr>
                <p:spPr>
                  <a:xfrm>
                    <a:off x="7583933" y="3348325"/>
                    <a:ext cx="300013" cy="252152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0" name="组合 199">
                <a:extLst>
                  <a:ext uri="{FF2B5EF4-FFF2-40B4-BE49-F238E27FC236}">
                    <a16:creationId xmlns:a16="http://schemas.microsoft.com/office/drawing/2014/main" id="{65E1655F-3F85-31F9-685E-1685D8CD4CEF}"/>
                  </a:ext>
                </a:extLst>
              </p:cNvPr>
              <p:cNvGrpSpPr/>
              <p:nvPr/>
            </p:nvGrpSpPr>
            <p:grpSpPr>
              <a:xfrm>
                <a:off x="7817050" y="1026710"/>
                <a:ext cx="1220255" cy="1118189"/>
                <a:chOff x="9022185" y="995487"/>
                <a:chExt cx="1220255" cy="1118189"/>
              </a:xfrm>
            </p:grpSpPr>
            <p:sp>
              <p:nvSpPr>
                <p:cNvPr id="201" name="矩形: 圆角 200">
                  <a:extLst>
                    <a:ext uri="{FF2B5EF4-FFF2-40B4-BE49-F238E27FC236}">
                      <a16:creationId xmlns:a16="http://schemas.microsoft.com/office/drawing/2014/main" id="{E2D9D4FF-90D3-A68A-84A5-03F21B02C81F}"/>
                    </a:ext>
                  </a:extLst>
                </p:cNvPr>
                <p:cNvSpPr/>
                <p:nvPr/>
              </p:nvSpPr>
              <p:spPr>
                <a:xfrm>
                  <a:off x="9022185" y="995487"/>
                  <a:ext cx="1220255" cy="1118189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202" name="组合 201">
                  <a:extLst>
                    <a:ext uri="{FF2B5EF4-FFF2-40B4-BE49-F238E27FC236}">
                      <a16:creationId xmlns:a16="http://schemas.microsoft.com/office/drawing/2014/main" id="{53853435-1A3E-5BC1-FD66-2B4DB5933221}"/>
                    </a:ext>
                  </a:extLst>
                </p:cNvPr>
                <p:cNvGrpSpPr/>
                <p:nvPr/>
              </p:nvGrpSpPr>
              <p:grpSpPr>
                <a:xfrm>
                  <a:off x="9048779" y="1048452"/>
                  <a:ext cx="1170972" cy="929492"/>
                  <a:chOff x="6859933" y="2764631"/>
                  <a:chExt cx="1229001" cy="1040834"/>
                </a:xfrm>
              </p:grpSpPr>
              <p:sp>
                <p:nvSpPr>
                  <p:cNvPr id="203" name="椭圆 202">
                    <a:extLst>
                      <a:ext uri="{FF2B5EF4-FFF2-40B4-BE49-F238E27FC236}">
                        <a16:creationId xmlns:a16="http://schemas.microsoft.com/office/drawing/2014/main" id="{F856C035-92CA-A4C3-8AF9-6D9508775605}"/>
                      </a:ext>
                    </a:extLst>
                  </p:cNvPr>
                  <p:cNvSpPr/>
                  <p:nvPr/>
                </p:nvSpPr>
                <p:spPr>
                  <a:xfrm>
                    <a:off x="7343775" y="2764631"/>
                    <a:ext cx="240158" cy="240158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4" name="椭圆 203">
                    <a:extLst>
                      <a:ext uri="{FF2B5EF4-FFF2-40B4-BE49-F238E27FC236}">
                        <a16:creationId xmlns:a16="http://schemas.microsoft.com/office/drawing/2014/main" id="{3BEA7674-F26B-1ECA-885D-05F23C05E3D1}"/>
                      </a:ext>
                    </a:extLst>
                  </p:cNvPr>
                  <p:cNvSpPr/>
                  <p:nvPr/>
                </p:nvSpPr>
                <p:spPr>
                  <a:xfrm>
                    <a:off x="7343775" y="3228246"/>
                    <a:ext cx="240158" cy="240158"/>
                  </a:xfrm>
                  <a:prstGeom prst="ellipse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5" name="椭圆 204">
                    <a:extLst>
                      <a:ext uri="{FF2B5EF4-FFF2-40B4-BE49-F238E27FC236}">
                        <a16:creationId xmlns:a16="http://schemas.microsoft.com/office/drawing/2014/main" id="{D00E8474-146B-BC99-39ED-FF35DEF1B27E}"/>
                      </a:ext>
                    </a:extLst>
                  </p:cNvPr>
                  <p:cNvSpPr/>
                  <p:nvPr/>
                </p:nvSpPr>
                <p:spPr>
                  <a:xfrm>
                    <a:off x="6859933" y="3559240"/>
                    <a:ext cx="240158" cy="240158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6" name="椭圆 205">
                    <a:extLst>
                      <a:ext uri="{FF2B5EF4-FFF2-40B4-BE49-F238E27FC236}">
                        <a16:creationId xmlns:a16="http://schemas.microsoft.com/office/drawing/2014/main" id="{C816C7E8-F9AC-C762-5B33-ABCF7BE7EFF9}"/>
                      </a:ext>
                    </a:extLst>
                  </p:cNvPr>
                  <p:cNvSpPr/>
                  <p:nvPr/>
                </p:nvSpPr>
                <p:spPr>
                  <a:xfrm>
                    <a:off x="7848776" y="3565307"/>
                    <a:ext cx="240158" cy="240158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207" name="直接箭头连接符 206">
                    <a:extLst>
                      <a:ext uri="{FF2B5EF4-FFF2-40B4-BE49-F238E27FC236}">
                        <a16:creationId xmlns:a16="http://schemas.microsoft.com/office/drawing/2014/main" id="{0EB28498-0B50-5DA0-BCAD-F71E83778323}"/>
                      </a:ext>
                    </a:extLst>
                  </p:cNvPr>
                  <p:cNvCxnSpPr>
                    <a:cxnSpLocks/>
                    <a:stCxn id="203" idx="4"/>
                    <a:endCxn id="204" idx="0"/>
                  </p:cNvCxnSpPr>
                  <p:nvPr/>
                </p:nvCxnSpPr>
                <p:spPr>
                  <a:xfrm>
                    <a:off x="7463854" y="3004789"/>
                    <a:ext cx="0" cy="223457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8" name="直接箭头连接符 207">
                    <a:extLst>
                      <a:ext uri="{FF2B5EF4-FFF2-40B4-BE49-F238E27FC236}">
                        <a16:creationId xmlns:a16="http://schemas.microsoft.com/office/drawing/2014/main" id="{0B28D16A-754E-8C42-2723-77D3480DEA41}"/>
                      </a:ext>
                    </a:extLst>
                  </p:cNvPr>
                  <p:cNvCxnSpPr>
                    <a:cxnSpLocks/>
                    <a:stCxn id="203" idx="3"/>
                    <a:endCxn id="205" idx="0"/>
                  </p:cNvCxnSpPr>
                  <p:nvPr/>
                </p:nvCxnSpPr>
                <p:spPr>
                  <a:xfrm flipH="1">
                    <a:off x="6980012" y="2969619"/>
                    <a:ext cx="398933" cy="589621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9" name="直接箭头连接符 208">
                    <a:extLst>
                      <a:ext uri="{FF2B5EF4-FFF2-40B4-BE49-F238E27FC236}">
                        <a16:creationId xmlns:a16="http://schemas.microsoft.com/office/drawing/2014/main" id="{155D323F-60A7-45C8-9ABE-5EE02C06D294}"/>
                      </a:ext>
                    </a:extLst>
                  </p:cNvPr>
                  <p:cNvCxnSpPr>
                    <a:cxnSpLocks/>
                    <a:stCxn id="203" idx="5"/>
                    <a:endCxn id="206" idx="0"/>
                  </p:cNvCxnSpPr>
                  <p:nvPr/>
                </p:nvCxnSpPr>
                <p:spPr>
                  <a:xfrm>
                    <a:off x="7548763" y="2969619"/>
                    <a:ext cx="420092" cy="595688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" name="直接箭头连接符 209">
                    <a:extLst>
                      <a:ext uri="{FF2B5EF4-FFF2-40B4-BE49-F238E27FC236}">
                        <a16:creationId xmlns:a16="http://schemas.microsoft.com/office/drawing/2014/main" id="{80FC46EC-8655-4D60-4D2A-F15C386D3BFD}"/>
                      </a:ext>
                    </a:extLst>
                  </p:cNvPr>
                  <p:cNvCxnSpPr>
                    <a:cxnSpLocks/>
                    <a:stCxn id="205" idx="6"/>
                    <a:endCxn id="206" idx="2"/>
                  </p:cNvCxnSpPr>
                  <p:nvPr/>
                </p:nvCxnSpPr>
                <p:spPr>
                  <a:xfrm>
                    <a:off x="7100091" y="3679319"/>
                    <a:ext cx="748685" cy="6067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" name="直接箭头连接符 210">
                    <a:extLst>
                      <a:ext uri="{FF2B5EF4-FFF2-40B4-BE49-F238E27FC236}">
                        <a16:creationId xmlns:a16="http://schemas.microsoft.com/office/drawing/2014/main" id="{62D73FCF-FD45-91AE-4CD3-A4E75B7E4DF2}"/>
                      </a:ext>
                    </a:extLst>
                  </p:cNvPr>
                  <p:cNvCxnSpPr>
                    <a:cxnSpLocks/>
                    <a:stCxn id="204" idx="2"/>
                    <a:endCxn id="205" idx="7"/>
                  </p:cNvCxnSpPr>
                  <p:nvPr/>
                </p:nvCxnSpPr>
                <p:spPr>
                  <a:xfrm flipH="1">
                    <a:off x="7064921" y="3348325"/>
                    <a:ext cx="278854" cy="246085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" name="直接箭头连接符 211">
                    <a:extLst>
                      <a:ext uri="{FF2B5EF4-FFF2-40B4-BE49-F238E27FC236}">
                        <a16:creationId xmlns:a16="http://schemas.microsoft.com/office/drawing/2014/main" id="{EC6DD779-6FE5-ED2A-4578-E07FD91840C0}"/>
                      </a:ext>
                    </a:extLst>
                  </p:cNvPr>
                  <p:cNvCxnSpPr>
                    <a:cxnSpLocks/>
                    <a:stCxn id="204" idx="6"/>
                    <a:endCxn id="206" idx="1"/>
                  </p:cNvCxnSpPr>
                  <p:nvPr/>
                </p:nvCxnSpPr>
                <p:spPr>
                  <a:xfrm>
                    <a:off x="7583933" y="3348325"/>
                    <a:ext cx="300013" cy="252152"/>
                  </a:xfrm>
                  <a:prstGeom prst="straightConnector1">
                    <a:avLst/>
                  </a:prstGeom>
                  <a:ln w="19050"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226" name="组合 225">
              <a:extLst>
                <a:ext uri="{FF2B5EF4-FFF2-40B4-BE49-F238E27FC236}">
                  <a16:creationId xmlns:a16="http://schemas.microsoft.com/office/drawing/2014/main" id="{401D8E7C-7BA7-3BDB-89F2-30C9C15662D6}"/>
                </a:ext>
              </a:extLst>
            </p:cNvPr>
            <p:cNvGrpSpPr/>
            <p:nvPr/>
          </p:nvGrpSpPr>
          <p:grpSpPr>
            <a:xfrm>
              <a:off x="3748071" y="4124405"/>
              <a:ext cx="725611" cy="486897"/>
              <a:chOff x="7119732" y="1135856"/>
              <a:chExt cx="1045574" cy="921544"/>
            </a:xfrm>
          </p:grpSpPr>
          <p:sp>
            <p:nvSpPr>
              <p:cNvPr id="227" name="矩形: 圆角 226">
                <a:extLst>
                  <a:ext uri="{FF2B5EF4-FFF2-40B4-BE49-F238E27FC236}">
                    <a16:creationId xmlns:a16="http://schemas.microsoft.com/office/drawing/2014/main" id="{33126271-16B3-7AC2-815E-040C674397BA}"/>
                  </a:ext>
                </a:extLst>
              </p:cNvPr>
              <p:cNvSpPr/>
              <p:nvPr/>
            </p:nvSpPr>
            <p:spPr>
              <a:xfrm>
                <a:off x="7119732" y="1135856"/>
                <a:ext cx="1045574" cy="921544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8" name="矩形 227">
                <a:extLst>
                  <a:ext uri="{FF2B5EF4-FFF2-40B4-BE49-F238E27FC236}">
                    <a16:creationId xmlns:a16="http://schemas.microsoft.com/office/drawing/2014/main" id="{B0F869EF-A952-B011-B194-8B719EB8F5EC}"/>
                  </a:ext>
                </a:extLst>
              </p:cNvPr>
              <p:cNvSpPr/>
              <p:nvPr/>
            </p:nvSpPr>
            <p:spPr>
              <a:xfrm>
                <a:off x="7279227" y="1421857"/>
                <a:ext cx="178593" cy="4616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9" name="矩形 228">
                <a:extLst>
                  <a:ext uri="{FF2B5EF4-FFF2-40B4-BE49-F238E27FC236}">
                    <a16:creationId xmlns:a16="http://schemas.microsoft.com/office/drawing/2014/main" id="{5115AC2F-DFC6-3D4D-F7E0-273C04883A89}"/>
                  </a:ext>
                </a:extLst>
              </p:cNvPr>
              <p:cNvSpPr/>
              <p:nvPr/>
            </p:nvSpPr>
            <p:spPr>
              <a:xfrm>
                <a:off x="7532787" y="1257285"/>
                <a:ext cx="178593" cy="67299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0" name="矩形 229">
                <a:extLst>
                  <a:ext uri="{FF2B5EF4-FFF2-40B4-BE49-F238E27FC236}">
                    <a16:creationId xmlns:a16="http://schemas.microsoft.com/office/drawing/2014/main" id="{0114BEBE-2481-C2F6-C7C8-20416DB0751A}"/>
                  </a:ext>
                </a:extLst>
              </p:cNvPr>
              <p:cNvSpPr/>
              <p:nvPr/>
            </p:nvSpPr>
            <p:spPr>
              <a:xfrm>
                <a:off x="7836779" y="1421858"/>
                <a:ext cx="178593" cy="4616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231" name="连接符: 肘形 230">
              <a:extLst>
                <a:ext uri="{FF2B5EF4-FFF2-40B4-BE49-F238E27FC236}">
                  <a16:creationId xmlns:a16="http://schemas.microsoft.com/office/drawing/2014/main" id="{93A403F1-1764-4EA3-2223-FB0618CD5C6E}"/>
                </a:ext>
              </a:extLst>
            </p:cNvPr>
            <p:cNvCxnSpPr>
              <a:cxnSpLocks/>
              <a:stCxn id="1002" idx="0"/>
              <a:endCxn id="1005" idx="0"/>
            </p:cNvCxnSpPr>
            <p:nvPr/>
          </p:nvCxnSpPr>
          <p:spPr>
            <a:xfrm rot="16200000" flipH="1">
              <a:off x="4276621" y="3319869"/>
              <a:ext cx="59030" cy="1744717"/>
            </a:xfrm>
            <a:prstGeom prst="bentConnector3">
              <a:avLst>
                <a:gd name="adj1" fmla="val -387261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32" name="组合 231">
              <a:extLst>
                <a:ext uri="{FF2B5EF4-FFF2-40B4-BE49-F238E27FC236}">
                  <a16:creationId xmlns:a16="http://schemas.microsoft.com/office/drawing/2014/main" id="{45008C6B-2F6D-4F01-1F3F-CFB311BC364D}"/>
                </a:ext>
              </a:extLst>
            </p:cNvPr>
            <p:cNvGrpSpPr/>
            <p:nvPr/>
          </p:nvGrpSpPr>
          <p:grpSpPr>
            <a:xfrm>
              <a:off x="3015492" y="5337555"/>
              <a:ext cx="466218" cy="926123"/>
              <a:chOff x="5593710" y="587748"/>
              <a:chExt cx="999971" cy="1871424"/>
            </a:xfrm>
          </p:grpSpPr>
          <p:sp>
            <p:nvSpPr>
              <p:cNvPr id="233" name="立方体 232">
                <a:extLst>
                  <a:ext uri="{FF2B5EF4-FFF2-40B4-BE49-F238E27FC236}">
                    <a16:creationId xmlns:a16="http://schemas.microsoft.com/office/drawing/2014/main" id="{3CE1A236-6B90-9EF0-7B75-7CEC86425992}"/>
                  </a:ext>
                </a:extLst>
              </p:cNvPr>
              <p:cNvSpPr/>
              <p:nvPr/>
            </p:nvSpPr>
            <p:spPr>
              <a:xfrm>
                <a:off x="5593710" y="587748"/>
                <a:ext cx="491040" cy="1871424"/>
              </a:xfrm>
              <a:prstGeom prst="cube">
                <a:avLst>
                  <a:gd name="adj" fmla="val 78830"/>
                </a:avLst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4" name="立方体 233">
                <a:extLst>
                  <a:ext uri="{FF2B5EF4-FFF2-40B4-BE49-F238E27FC236}">
                    <a16:creationId xmlns:a16="http://schemas.microsoft.com/office/drawing/2014/main" id="{CE6F05F5-CD4E-8653-6856-FCDCB669B67C}"/>
                  </a:ext>
                </a:extLst>
              </p:cNvPr>
              <p:cNvSpPr/>
              <p:nvPr/>
            </p:nvSpPr>
            <p:spPr>
              <a:xfrm>
                <a:off x="5774939" y="819738"/>
                <a:ext cx="389465" cy="1430749"/>
              </a:xfrm>
              <a:prstGeom prst="cube">
                <a:avLst>
                  <a:gd name="adj" fmla="val 58462"/>
                </a:avLst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5" name="立方体 234">
                <a:extLst>
                  <a:ext uri="{FF2B5EF4-FFF2-40B4-BE49-F238E27FC236}">
                    <a16:creationId xmlns:a16="http://schemas.microsoft.com/office/drawing/2014/main" id="{94771E5D-7BBD-D3C6-9CA3-3F798CB63CEE}"/>
                  </a:ext>
                </a:extLst>
              </p:cNvPr>
              <p:cNvSpPr/>
              <p:nvPr/>
            </p:nvSpPr>
            <p:spPr>
              <a:xfrm>
                <a:off x="5977417" y="1071563"/>
                <a:ext cx="451958" cy="985837"/>
              </a:xfrm>
              <a:prstGeom prst="cube">
                <a:avLst>
                  <a:gd name="adj" fmla="val 47457"/>
                </a:avLst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6" name="立方体 235">
                <a:extLst>
                  <a:ext uri="{FF2B5EF4-FFF2-40B4-BE49-F238E27FC236}">
                    <a16:creationId xmlns:a16="http://schemas.microsoft.com/office/drawing/2014/main" id="{E47C3F2D-A248-75B1-2311-322056CE9C12}"/>
                  </a:ext>
                </a:extLst>
              </p:cNvPr>
              <p:cNvSpPr/>
              <p:nvPr/>
            </p:nvSpPr>
            <p:spPr>
              <a:xfrm>
                <a:off x="6265979" y="1316035"/>
                <a:ext cx="327702" cy="555500"/>
              </a:xfrm>
              <a:prstGeom prst="cube">
                <a:avLst>
                  <a:gd name="adj" fmla="val 47457"/>
                </a:avLst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7" name="文本框 236">
                  <a:extLst>
                    <a:ext uri="{FF2B5EF4-FFF2-40B4-BE49-F238E27FC236}">
                      <a16:creationId xmlns:a16="http://schemas.microsoft.com/office/drawing/2014/main" id="{F552093A-9349-FF5D-2825-14250C87D0D3}"/>
                    </a:ext>
                  </a:extLst>
                </p:cNvPr>
                <p:cNvSpPr txBox="1"/>
                <p:nvPr/>
              </p:nvSpPr>
              <p:spPr>
                <a:xfrm>
                  <a:off x="5305375" y="4090202"/>
                  <a:ext cx="492314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37" name="文本框 236">
                  <a:extLst>
                    <a:ext uri="{FF2B5EF4-FFF2-40B4-BE49-F238E27FC236}">
                      <a16:creationId xmlns:a16="http://schemas.microsoft.com/office/drawing/2014/main" id="{B439D3FC-7AC2-CDF9-DBF6-1DECB5E635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5375" y="4090202"/>
                  <a:ext cx="492314" cy="246221"/>
                </a:xfrm>
                <a:prstGeom prst="rect">
                  <a:avLst/>
                </a:prstGeom>
                <a:blipFill>
                  <a:blip r:embed="rId11"/>
                  <a:stretch>
                    <a:fillRect l="-7407" r="-7407" b="-3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9" name="直接箭头连接符 238">
              <a:extLst>
                <a:ext uri="{FF2B5EF4-FFF2-40B4-BE49-F238E27FC236}">
                  <a16:creationId xmlns:a16="http://schemas.microsoft.com/office/drawing/2014/main" id="{BD5E879D-F6D2-32D9-5DFF-489A286843A4}"/>
                </a:ext>
              </a:extLst>
            </p:cNvPr>
            <p:cNvCxnSpPr>
              <a:cxnSpLocks/>
            </p:cNvCxnSpPr>
            <p:nvPr/>
          </p:nvCxnSpPr>
          <p:spPr>
            <a:xfrm>
              <a:off x="4118568" y="5123150"/>
              <a:ext cx="143" cy="54188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连接符: 肘形 239">
              <a:extLst>
                <a:ext uri="{FF2B5EF4-FFF2-40B4-BE49-F238E27FC236}">
                  <a16:creationId xmlns:a16="http://schemas.microsoft.com/office/drawing/2014/main" id="{AC61A295-EE1F-6705-E927-0477BDCB4519}"/>
                </a:ext>
              </a:extLst>
            </p:cNvPr>
            <p:cNvCxnSpPr>
              <a:cxnSpLocks/>
              <a:stCxn id="161" idx="3"/>
              <a:endCxn id="233" idx="2"/>
            </p:cNvCxnSpPr>
            <p:nvPr/>
          </p:nvCxnSpPr>
          <p:spPr>
            <a:xfrm flipH="1">
              <a:off x="3015492" y="4352144"/>
              <a:ext cx="6082770" cy="1538708"/>
            </a:xfrm>
            <a:prstGeom prst="bentConnector5">
              <a:avLst>
                <a:gd name="adj1" fmla="val -3758"/>
                <a:gd name="adj2" fmla="val 40742"/>
                <a:gd name="adj3" fmla="val 103758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1" name="文本框 240">
              <a:extLst>
                <a:ext uri="{FF2B5EF4-FFF2-40B4-BE49-F238E27FC236}">
                  <a16:creationId xmlns:a16="http://schemas.microsoft.com/office/drawing/2014/main" id="{D0344C30-1BEA-F317-8762-F76D11F5EFC2}"/>
                </a:ext>
              </a:extLst>
            </p:cNvPr>
            <p:cNvSpPr txBox="1"/>
            <p:nvPr/>
          </p:nvSpPr>
          <p:spPr>
            <a:xfrm>
              <a:off x="5807400" y="4014782"/>
              <a:ext cx="5488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GAT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42" name="组合 241">
              <a:extLst>
                <a:ext uri="{FF2B5EF4-FFF2-40B4-BE49-F238E27FC236}">
                  <a16:creationId xmlns:a16="http://schemas.microsoft.com/office/drawing/2014/main" id="{0E13E30E-92CB-655F-BF1E-3F4877315464}"/>
                </a:ext>
              </a:extLst>
            </p:cNvPr>
            <p:cNvGrpSpPr/>
            <p:nvPr/>
          </p:nvGrpSpPr>
          <p:grpSpPr>
            <a:xfrm>
              <a:off x="3762512" y="5665001"/>
              <a:ext cx="725611" cy="486897"/>
              <a:chOff x="7119732" y="1135856"/>
              <a:chExt cx="1045574" cy="921544"/>
            </a:xfrm>
          </p:grpSpPr>
          <p:sp>
            <p:nvSpPr>
              <p:cNvPr id="243" name="矩形: 圆角 242">
                <a:extLst>
                  <a:ext uri="{FF2B5EF4-FFF2-40B4-BE49-F238E27FC236}">
                    <a16:creationId xmlns:a16="http://schemas.microsoft.com/office/drawing/2014/main" id="{13AE5910-06FA-8359-724A-CF84253C2702}"/>
                  </a:ext>
                </a:extLst>
              </p:cNvPr>
              <p:cNvSpPr/>
              <p:nvPr/>
            </p:nvSpPr>
            <p:spPr>
              <a:xfrm>
                <a:off x="7119732" y="1135856"/>
                <a:ext cx="1045574" cy="921544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" name="矩形 243">
                <a:extLst>
                  <a:ext uri="{FF2B5EF4-FFF2-40B4-BE49-F238E27FC236}">
                    <a16:creationId xmlns:a16="http://schemas.microsoft.com/office/drawing/2014/main" id="{99B277C4-0716-4BA7-1C8B-9DB0B283CBD6}"/>
                  </a:ext>
                </a:extLst>
              </p:cNvPr>
              <p:cNvSpPr/>
              <p:nvPr/>
            </p:nvSpPr>
            <p:spPr>
              <a:xfrm>
                <a:off x="7279227" y="1421857"/>
                <a:ext cx="178593" cy="4616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5" name="矩形 244">
                <a:extLst>
                  <a:ext uri="{FF2B5EF4-FFF2-40B4-BE49-F238E27FC236}">
                    <a16:creationId xmlns:a16="http://schemas.microsoft.com/office/drawing/2014/main" id="{AEB3C82F-241D-0E4C-964F-6F5CB4EA9D71}"/>
                  </a:ext>
                </a:extLst>
              </p:cNvPr>
              <p:cNvSpPr/>
              <p:nvPr/>
            </p:nvSpPr>
            <p:spPr>
              <a:xfrm>
                <a:off x="7532787" y="1257285"/>
                <a:ext cx="178593" cy="67299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6" name="矩形 245">
                <a:extLst>
                  <a:ext uri="{FF2B5EF4-FFF2-40B4-BE49-F238E27FC236}">
                    <a16:creationId xmlns:a16="http://schemas.microsoft.com/office/drawing/2014/main" id="{58FFF96B-F717-3A8B-3D97-DFF1CCFB3559}"/>
                  </a:ext>
                </a:extLst>
              </p:cNvPr>
              <p:cNvSpPr/>
              <p:nvPr/>
            </p:nvSpPr>
            <p:spPr>
              <a:xfrm>
                <a:off x="7836779" y="1421858"/>
                <a:ext cx="178593" cy="4616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255" name="直接连接符 254">
              <a:extLst>
                <a:ext uri="{FF2B5EF4-FFF2-40B4-BE49-F238E27FC236}">
                  <a16:creationId xmlns:a16="http://schemas.microsoft.com/office/drawing/2014/main" id="{CB193D5F-8F6B-4413-0161-5C7FEAED047E}"/>
                </a:ext>
              </a:extLst>
            </p:cNvPr>
            <p:cNvCxnSpPr>
              <a:cxnSpLocks/>
            </p:cNvCxnSpPr>
            <p:nvPr/>
          </p:nvCxnSpPr>
          <p:spPr>
            <a:xfrm>
              <a:off x="4716471" y="2434168"/>
              <a:ext cx="146272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直接箭头连接符 256">
              <a:extLst>
                <a:ext uri="{FF2B5EF4-FFF2-40B4-BE49-F238E27FC236}">
                  <a16:creationId xmlns:a16="http://schemas.microsoft.com/office/drawing/2014/main" id="{AA311395-EC9F-29F7-D2BC-6E47740DF5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9198" y="1920810"/>
              <a:ext cx="0" cy="5417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连接符 260">
              <a:extLst>
                <a:ext uri="{FF2B5EF4-FFF2-40B4-BE49-F238E27FC236}">
                  <a16:creationId xmlns:a16="http://schemas.microsoft.com/office/drawing/2014/main" id="{70A74464-6A73-6DD7-CC69-727C5838FC44}"/>
                </a:ext>
              </a:extLst>
            </p:cNvPr>
            <p:cNvCxnSpPr>
              <a:cxnSpLocks/>
            </p:cNvCxnSpPr>
            <p:nvPr/>
          </p:nvCxnSpPr>
          <p:spPr>
            <a:xfrm>
              <a:off x="2612338" y="5121498"/>
              <a:ext cx="150823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直接箭头连接符 272">
              <a:extLst>
                <a:ext uri="{FF2B5EF4-FFF2-40B4-BE49-F238E27FC236}">
                  <a16:creationId xmlns:a16="http://schemas.microsoft.com/office/drawing/2014/main" id="{ACBCF23C-5C50-5773-8C32-612FF2DFD5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21721" y="4619439"/>
              <a:ext cx="143" cy="54188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62" name="组合 1261">
              <a:extLst>
                <a:ext uri="{FF2B5EF4-FFF2-40B4-BE49-F238E27FC236}">
                  <a16:creationId xmlns:a16="http://schemas.microsoft.com/office/drawing/2014/main" id="{543AA12D-6AA5-EC82-BBEC-2CF28AD4C391}"/>
                </a:ext>
              </a:extLst>
            </p:cNvPr>
            <p:cNvGrpSpPr/>
            <p:nvPr/>
          </p:nvGrpSpPr>
          <p:grpSpPr>
            <a:xfrm>
              <a:off x="466547" y="361068"/>
              <a:ext cx="2209712" cy="2382469"/>
              <a:chOff x="650101" y="-159393"/>
              <a:chExt cx="2971941" cy="3010198"/>
            </a:xfrm>
          </p:grpSpPr>
          <p:cxnSp>
            <p:nvCxnSpPr>
              <p:cNvPr id="1264" name="直接连接符 1263">
                <a:extLst>
                  <a:ext uri="{FF2B5EF4-FFF2-40B4-BE49-F238E27FC236}">
                    <a16:creationId xmlns:a16="http://schemas.microsoft.com/office/drawing/2014/main" id="{F8E219F0-6E06-7D28-5E5F-3CEA6F2ED7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16310" y="1709801"/>
                <a:ext cx="0" cy="113833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5" name="直接连接符 1264">
                <a:extLst>
                  <a:ext uri="{FF2B5EF4-FFF2-40B4-BE49-F238E27FC236}">
                    <a16:creationId xmlns:a16="http://schemas.microsoft.com/office/drawing/2014/main" id="{3081FB9C-6004-9908-6F73-203E9DEFCA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9465" y="1712475"/>
                <a:ext cx="0" cy="113833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9" name="直接连接符 1268">
                <a:extLst>
                  <a:ext uri="{FF2B5EF4-FFF2-40B4-BE49-F238E27FC236}">
                    <a16:creationId xmlns:a16="http://schemas.microsoft.com/office/drawing/2014/main" id="{86EC9803-8A88-1B73-D179-A559A0126E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27832" y="154232"/>
                <a:ext cx="0" cy="824705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0" name="直接连接符 1269">
                <a:extLst>
                  <a:ext uri="{FF2B5EF4-FFF2-40B4-BE49-F238E27FC236}">
                    <a16:creationId xmlns:a16="http://schemas.microsoft.com/office/drawing/2014/main" id="{0AE1E602-33A6-21CB-D634-50C17FBA36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23232" y="-159393"/>
                <a:ext cx="0" cy="113833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6" name="直接连接符 1275">
                <a:extLst>
                  <a:ext uri="{FF2B5EF4-FFF2-40B4-BE49-F238E27FC236}">
                    <a16:creationId xmlns:a16="http://schemas.microsoft.com/office/drawing/2014/main" id="{1520D2BF-3C1E-A278-40D1-6A0FB58656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32229" y="1219116"/>
                <a:ext cx="1111771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7" name="直接连接符 1276">
                <a:extLst>
                  <a:ext uri="{FF2B5EF4-FFF2-40B4-BE49-F238E27FC236}">
                    <a16:creationId xmlns:a16="http://schemas.microsoft.com/office/drawing/2014/main" id="{DB1C5468-520C-2C5E-FEDC-A2B07C404CAD}"/>
                  </a:ext>
                </a:extLst>
              </p:cNvPr>
              <p:cNvCxnSpPr/>
              <p:nvPr/>
            </p:nvCxnSpPr>
            <p:spPr>
              <a:xfrm>
                <a:off x="2332228" y="1455400"/>
                <a:ext cx="1289814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8" name="弧形 1277">
                <a:extLst>
                  <a:ext uri="{FF2B5EF4-FFF2-40B4-BE49-F238E27FC236}">
                    <a16:creationId xmlns:a16="http://schemas.microsoft.com/office/drawing/2014/main" id="{ED94107A-E4BB-1F67-53C3-FD1B39613587}"/>
                  </a:ext>
                </a:extLst>
              </p:cNvPr>
              <p:cNvSpPr/>
              <p:nvPr/>
            </p:nvSpPr>
            <p:spPr>
              <a:xfrm rot="10800000">
                <a:off x="2126632" y="782004"/>
                <a:ext cx="404211" cy="438103"/>
              </a:xfrm>
              <a:prstGeom prst="arc">
                <a:avLst>
                  <a:gd name="adj1" fmla="val 16111941"/>
                  <a:gd name="adj2" fmla="val 356658"/>
                </a:avLst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79" name="弧形 1278">
                <a:extLst>
                  <a:ext uri="{FF2B5EF4-FFF2-40B4-BE49-F238E27FC236}">
                    <a16:creationId xmlns:a16="http://schemas.microsoft.com/office/drawing/2014/main" id="{B8A0E09B-0E7A-DEC5-D265-6EFDBD821790}"/>
                  </a:ext>
                </a:extLst>
              </p:cNvPr>
              <p:cNvSpPr/>
              <p:nvPr/>
            </p:nvSpPr>
            <p:spPr>
              <a:xfrm rot="5400000">
                <a:off x="1496869" y="795262"/>
                <a:ext cx="493531" cy="358815"/>
              </a:xfrm>
              <a:prstGeom prst="arc">
                <a:avLst>
                  <a:gd name="adj1" fmla="val 16200000"/>
                  <a:gd name="adj2" fmla="val 356658"/>
                </a:avLst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0" name="弧形 1279">
                <a:extLst>
                  <a:ext uri="{FF2B5EF4-FFF2-40B4-BE49-F238E27FC236}">
                    <a16:creationId xmlns:a16="http://schemas.microsoft.com/office/drawing/2014/main" id="{A6AE8352-AECF-B86A-82F1-C74C6EB7F2FA}"/>
                  </a:ext>
                </a:extLst>
              </p:cNvPr>
              <p:cNvSpPr/>
              <p:nvPr/>
            </p:nvSpPr>
            <p:spPr>
              <a:xfrm>
                <a:off x="1523330" y="1452774"/>
                <a:ext cx="391265" cy="438103"/>
              </a:xfrm>
              <a:prstGeom prst="arc">
                <a:avLst>
                  <a:gd name="adj1" fmla="val 16200000"/>
                  <a:gd name="adj2" fmla="val 528039"/>
                </a:avLst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1" name="弧形 1280">
                <a:extLst>
                  <a:ext uri="{FF2B5EF4-FFF2-40B4-BE49-F238E27FC236}">
                    <a16:creationId xmlns:a16="http://schemas.microsoft.com/office/drawing/2014/main" id="{59835B87-60D9-175F-EE41-6A29A40DE548}"/>
                  </a:ext>
                </a:extLst>
              </p:cNvPr>
              <p:cNvSpPr/>
              <p:nvPr/>
            </p:nvSpPr>
            <p:spPr>
              <a:xfrm rot="16200000">
                <a:off x="2059182" y="1519522"/>
                <a:ext cx="493713" cy="358815"/>
              </a:xfrm>
              <a:prstGeom prst="arc">
                <a:avLst>
                  <a:gd name="adj1" fmla="val 16200000"/>
                  <a:gd name="adj2" fmla="val 528039"/>
                </a:avLst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83" name="直接箭头连接符 1282">
                <a:extLst>
                  <a:ext uri="{FF2B5EF4-FFF2-40B4-BE49-F238E27FC236}">
                    <a16:creationId xmlns:a16="http://schemas.microsoft.com/office/drawing/2014/main" id="{512D1C13-1308-6103-5463-5F0BDF7E16B6}"/>
                  </a:ext>
                </a:extLst>
              </p:cNvPr>
              <p:cNvCxnSpPr/>
              <p:nvPr/>
            </p:nvCxnSpPr>
            <p:spPr>
              <a:xfrm>
                <a:off x="866697" y="1407588"/>
                <a:ext cx="303374" cy="0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4" name="直接箭头连接符 1283">
                <a:extLst>
                  <a:ext uri="{FF2B5EF4-FFF2-40B4-BE49-F238E27FC236}">
                    <a16:creationId xmlns:a16="http://schemas.microsoft.com/office/drawing/2014/main" id="{408909D7-DB7C-F2CF-85D3-9A262D358E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0101" y="1279628"/>
                <a:ext cx="217745" cy="0"/>
              </a:xfrm>
              <a:prstGeom prst="straightConnector1">
                <a:avLst/>
              </a:prstGeom>
              <a:ln w="9525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5" name="直接箭头连接符 1284">
                <a:extLst>
                  <a:ext uri="{FF2B5EF4-FFF2-40B4-BE49-F238E27FC236}">
                    <a16:creationId xmlns:a16="http://schemas.microsoft.com/office/drawing/2014/main" id="{77F2C5E3-C3E2-0E0F-91AC-F06BFEA8C5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80403" y="1279628"/>
                <a:ext cx="264652" cy="0"/>
              </a:xfrm>
              <a:prstGeom prst="straightConnector1">
                <a:avLst/>
              </a:prstGeom>
              <a:ln w="9525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7" name="直接箭头连接符 1286">
                <a:extLst>
                  <a:ext uri="{FF2B5EF4-FFF2-40B4-BE49-F238E27FC236}">
                    <a16:creationId xmlns:a16="http://schemas.microsoft.com/office/drawing/2014/main" id="{78FDD513-463C-A43E-7288-3FB229D963F9}"/>
                  </a:ext>
                </a:extLst>
              </p:cNvPr>
              <p:cNvCxnSpPr/>
              <p:nvPr/>
            </p:nvCxnSpPr>
            <p:spPr>
              <a:xfrm flipV="1">
                <a:off x="1969773" y="2092288"/>
                <a:ext cx="0" cy="305871"/>
              </a:xfrm>
              <a:prstGeom prst="straightConnector1">
                <a:avLst/>
              </a:prstGeom>
              <a:ln w="9525">
                <a:solidFill>
                  <a:schemeClr val="bg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8" name="直接箭头连接符 1287">
                <a:extLst>
                  <a:ext uri="{FF2B5EF4-FFF2-40B4-BE49-F238E27FC236}">
                    <a16:creationId xmlns:a16="http://schemas.microsoft.com/office/drawing/2014/main" id="{78C64340-427E-579C-00FF-F4A74BBA11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83257" y="2096358"/>
                <a:ext cx="0" cy="330190"/>
              </a:xfrm>
              <a:prstGeom prst="straightConnector1">
                <a:avLst/>
              </a:prstGeom>
              <a:ln w="9525">
                <a:solidFill>
                  <a:schemeClr val="bg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9" name="直接箭头连接符 1288">
                <a:extLst>
                  <a:ext uri="{FF2B5EF4-FFF2-40B4-BE49-F238E27FC236}">
                    <a16:creationId xmlns:a16="http://schemas.microsoft.com/office/drawing/2014/main" id="{07EFC057-D915-A5ED-02DB-3E88912CD6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0641" y="279378"/>
                <a:ext cx="0" cy="333420"/>
              </a:xfrm>
              <a:prstGeom prst="straightConnector1">
                <a:avLst/>
              </a:prstGeom>
              <a:ln w="9525">
                <a:solidFill>
                  <a:schemeClr val="bg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0" name="直接箭头连接符 1289">
                <a:extLst>
                  <a:ext uri="{FF2B5EF4-FFF2-40B4-BE49-F238E27FC236}">
                    <a16:creationId xmlns:a16="http://schemas.microsoft.com/office/drawing/2014/main" id="{C1A40E71-A3B2-78F4-4FB5-2E573A049E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87088" y="289294"/>
                <a:ext cx="0" cy="323505"/>
              </a:xfrm>
              <a:prstGeom prst="straightConnector1">
                <a:avLst/>
              </a:prstGeom>
              <a:ln w="19050">
                <a:solidFill>
                  <a:schemeClr val="bg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1" name="弧形 1290">
                <a:extLst>
                  <a:ext uri="{FF2B5EF4-FFF2-40B4-BE49-F238E27FC236}">
                    <a16:creationId xmlns:a16="http://schemas.microsoft.com/office/drawing/2014/main" id="{1E313B2C-0AC1-5DE0-D689-481D4D4A0DAD}"/>
                  </a:ext>
                </a:extLst>
              </p:cNvPr>
              <p:cNvSpPr/>
              <p:nvPr/>
            </p:nvSpPr>
            <p:spPr>
              <a:xfrm rot="5400000">
                <a:off x="1446307" y="741945"/>
                <a:ext cx="493531" cy="358815"/>
              </a:xfrm>
              <a:prstGeom prst="arc">
                <a:avLst>
                  <a:gd name="adj1" fmla="val 15809528"/>
                  <a:gd name="adj2" fmla="val 720446"/>
                </a:avLst>
              </a:prstGeom>
              <a:ln w="9525">
                <a:solidFill>
                  <a:schemeClr val="bg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2" name="弧形 1291">
                <a:extLst>
                  <a:ext uri="{FF2B5EF4-FFF2-40B4-BE49-F238E27FC236}">
                    <a16:creationId xmlns:a16="http://schemas.microsoft.com/office/drawing/2014/main" id="{BF1AC2DB-04DF-6656-E243-5063769DA721}"/>
                  </a:ext>
                </a:extLst>
              </p:cNvPr>
              <p:cNvSpPr/>
              <p:nvPr/>
            </p:nvSpPr>
            <p:spPr>
              <a:xfrm rot="10800000">
                <a:off x="2179554" y="732353"/>
                <a:ext cx="404211" cy="438103"/>
              </a:xfrm>
              <a:prstGeom prst="arc">
                <a:avLst>
                  <a:gd name="adj1" fmla="val 15809528"/>
                  <a:gd name="adj2" fmla="val 720446"/>
                </a:avLst>
              </a:prstGeom>
              <a:ln w="9525">
                <a:solidFill>
                  <a:schemeClr val="bg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3" name="弧形 1292">
                <a:extLst>
                  <a:ext uri="{FF2B5EF4-FFF2-40B4-BE49-F238E27FC236}">
                    <a16:creationId xmlns:a16="http://schemas.microsoft.com/office/drawing/2014/main" id="{60C2F042-3075-92C0-1E9F-7C82543237B5}"/>
                  </a:ext>
                </a:extLst>
              </p:cNvPr>
              <p:cNvSpPr/>
              <p:nvPr/>
            </p:nvSpPr>
            <p:spPr>
              <a:xfrm>
                <a:off x="1477358" y="1508806"/>
                <a:ext cx="391265" cy="438103"/>
              </a:xfrm>
              <a:prstGeom prst="arc">
                <a:avLst>
                  <a:gd name="adj1" fmla="val 16200000"/>
                  <a:gd name="adj2" fmla="val 528039"/>
                </a:avLst>
              </a:prstGeom>
              <a:ln w="9525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4" name="弧形 1293">
                <a:extLst>
                  <a:ext uri="{FF2B5EF4-FFF2-40B4-BE49-F238E27FC236}">
                    <a16:creationId xmlns:a16="http://schemas.microsoft.com/office/drawing/2014/main" id="{7C274317-E620-C289-B904-F652D6A17AD1}"/>
                  </a:ext>
                </a:extLst>
              </p:cNvPr>
              <p:cNvSpPr/>
              <p:nvPr/>
            </p:nvSpPr>
            <p:spPr>
              <a:xfrm rot="16200000">
                <a:off x="2114341" y="1586869"/>
                <a:ext cx="493713" cy="358815"/>
              </a:xfrm>
              <a:prstGeom prst="arc">
                <a:avLst>
                  <a:gd name="adj1" fmla="val 16200000"/>
                  <a:gd name="adj2" fmla="val 528039"/>
                </a:avLst>
              </a:prstGeom>
              <a:ln w="9525">
                <a:solidFill>
                  <a:schemeClr val="bg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33" name="图片 32">
            <a:extLst>
              <a:ext uri="{FF2B5EF4-FFF2-40B4-BE49-F238E27FC236}">
                <a16:creationId xmlns:a16="http://schemas.microsoft.com/office/drawing/2014/main" id="{876FC928-0D3A-D453-8F21-F5FB00E7D65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4313" y="749973"/>
            <a:ext cx="2525600" cy="207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875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A3AF4-8CC1-5538-6584-77D7C6B85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6B87C58-35D9-B3FD-1603-3D00AC73E0CA}"/>
              </a:ext>
            </a:extLst>
          </p:cNvPr>
          <p:cNvCxnSpPr>
            <a:cxnSpLocks/>
            <a:endCxn id="9" idx="3"/>
          </p:cNvCxnSpPr>
          <p:nvPr/>
        </p:nvCxnSpPr>
        <p:spPr>
          <a:xfrm flipV="1">
            <a:off x="2581215" y="987743"/>
            <a:ext cx="868600" cy="71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72ABAAF6-B1C1-947F-20DC-54069588F41C}"/>
              </a:ext>
            </a:extLst>
          </p:cNvPr>
          <p:cNvSpPr txBox="1"/>
          <p:nvPr/>
        </p:nvSpPr>
        <p:spPr>
          <a:xfrm>
            <a:off x="2501660" y="756910"/>
            <a:ext cx="9481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Node</a:t>
            </a: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E38DCC6-A65C-43F1-1DB7-9FF0401A5609}"/>
                  </a:ext>
                </a:extLst>
              </p:cNvPr>
              <p:cNvSpPr txBox="1"/>
              <p:nvPr/>
            </p:nvSpPr>
            <p:spPr>
              <a:xfrm>
                <a:off x="3429219" y="603596"/>
                <a:ext cx="948155" cy="7825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60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16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60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6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60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E38DCC6-A65C-43F1-1DB7-9FF0401A5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219" y="603596"/>
                <a:ext cx="948155" cy="782587"/>
              </a:xfrm>
              <a:prstGeom prst="rect">
                <a:avLst/>
              </a:prstGeom>
              <a:blipFill>
                <a:blip r:embed="rId2"/>
                <a:stretch>
                  <a:fillRect r="-21290" b="-7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C5AD533-4C9E-1AAD-4415-C02832623EA2}"/>
              </a:ext>
            </a:extLst>
          </p:cNvPr>
          <p:cNvCxnSpPr>
            <a:cxnSpLocks/>
          </p:cNvCxnSpPr>
          <p:nvPr/>
        </p:nvCxnSpPr>
        <p:spPr>
          <a:xfrm>
            <a:off x="4558166" y="993770"/>
            <a:ext cx="48233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48CA311-5B80-CEB0-2DB2-B477160B00CC}"/>
              </a:ext>
            </a:extLst>
          </p:cNvPr>
          <p:cNvGrpSpPr/>
          <p:nvPr/>
        </p:nvGrpSpPr>
        <p:grpSpPr>
          <a:xfrm>
            <a:off x="5028378" y="556998"/>
            <a:ext cx="538238" cy="936155"/>
            <a:chOff x="5593710" y="587748"/>
            <a:chExt cx="999971" cy="1871424"/>
          </a:xfrm>
        </p:grpSpPr>
        <p:sp>
          <p:nvSpPr>
            <p:cNvPr id="13" name="立方体 12">
              <a:extLst>
                <a:ext uri="{FF2B5EF4-FFF2-40B4-BE49-F238E27FC236}">
                  <a16:creationId xmlns:a16="http://schemas.microsoft.com/office/drawing/2014/main" id="{FD65F558-2E26-EC08-17A2-071BA88DE7B5}"/>
                </a:ext>
              </a:extLst>
            </p:cNvPr>
            <p:cNvSpPr/>
            <p:nvPr/>
          </p:nvSpPr>
          <p:spPr>
            <a:xfrm>
              <a:off x="5593710" y="587748"/>
              <a:ext cx="491040" cy="1871424"/>
            </a:xfrm>
            <a:prstGeom prst="cube">
              <a:avLst>
                <a:gd name="adj" fmla="val 7883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立方体 14">
              <a:extLst>
                <a:ext uri="{FF2B5EF4-FFF2-40B4-BE49-F238E27FC236}">
                  <a16:creationId xmlns:a16="http://schemas.microsoft.com/office/drawing/2014/main" id="{FCF5C0CC-BC13-11E2-0918-C2140E8DF5E3}"/>
                </a:ext>
              </a:extLst>
            </p:cNvPr>
            <p:cNvSpPr/>
            <p:nvPr/>
          </p:nvSpPr>
          <p:spPr>
            <a:xfrm>
              <a:off x="5774939" y="819738"/>
              <a:ext cx="389465" cy="1430749"/>
            </a:xfrm>
            <a:prstGeom prst="cube">
              <a:avLst>
                <a:gd name="adj" fmla="val 58462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立方体 15">
              <a:extLst>
                <a:ext uri="{FF2B5EF4-FFF2-40B4-BE49-F238E27FC236}">
                  <a16:creationId xmlns:a16="http://schemas.microsoft.com/office/drawing/2014/main" id="{005E1919-B86E-93C0-50F0-A70F7734E9BC}"/>
                </a:ext>
              </a:extLst>
            </p:cNvPr>
            <p:cNvSpPr/>
            <p:nvPr/>
          </p:nvSpPr>
          <p:spPr>
            <a:xfrm>
              <a:off x="5977417" y="1071563"/>
              <a:ext cx="451958" cy="985837"/>
            </a:xfrm>
            <a:prstGeom prst="cube">
              <a:avLst>
                <a:gd name="adj" fmla="val 47457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立方体 16">
              <a:extLst>
                <a:ext uri="{FF2B5EF4-FFF2-40B4-BE49-F238E27FC236}">
                  <a16:creationId xmlns:a16="http://schemas.microsoft.com/office/drawing/2014/main" id="{0467601D-85A6-E4D0-5FFF-D1298730686B}"/>
                </a:ext>
              </a:extLst>
            </p:cNvPr>
            <p:cNvSpPr/>
            <p:nvPr/>
          </p:nvSpPr>
          <p:spPr>
            <a:xfrm>
              <a:off x="6265979" y="1316035"/>
              <a:ext cx="327702" cy="555500"/>
            </a:xfrm>
            <a:prstGeom prst="cube">
              <a:avLst>
                <a:gd name="adj" fmla="val 47457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17F7DE9-3169-F39D-D117-B73022BA8E73}"/>
              </a:ext>
            </a:extLst>
          </p:cNvPr>
          <p:cNvCxnSpPr>
            <a:cxnSpLocks/>
          </p:cNvCxnSpPr>
          <p:nvPr/>
        </p:nvCxnSpPr>
        <p:spPr>
          <a:xfrm>
            <a:off x="6574834" y="1148550"/>
            <a:ext cx="526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27C07DEB-0706-DE43-4BE7-57A1A5DAB19A}"/>
              </a:ext>
            </a:extLst>
          </p:cNvPr>
          <p:cNvGrpSpPr/>
          <p:nvPr/>
        </p:nvGrpSpPr>
        <p:grpSpPr>
          <a:xfrm>
            <a:off x="7102965" y="980344"/>
            <a:ext cx="324056" cy="324056"/>
            <a:chOff x="8691357" y="1421858"/>
            <a:chExt cx="324056" cy="324056"/>
          </a:xfrm>
        </p:grpSpPr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07C2F549-D7EF-9FDC-6C58-A7C43E6E8E49}"/>
                </a:ext>
              </a:extLst>
            </p:cNvPr>
            <p:cNvSpPr/>
            <p:nvPr/>
          </p:nvSpPr>
          <p:spPr>
            <a:xfrm>
              <a:off x="8691357" y="1421858"/>
              <a:ext cx="324056" cy="32405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1ACF368C-A4D3-8E5A-E335-CBBC05A52579}"/>
                </a:ext>
              </a:extLst>
            </p:cNvPr>
            <p:cNvCxnSpPr>
              <a:cxnSpLocks/>
              <a:stCxn id="26" idx="2"/>
              <a:endCxn id="26" idx="6"/>
            </p:cNvCxnSpPr>
            <p:nvPr/>
          </p:nvCxnSpPr>
          <p:spPr>
            <a:xfrm>
              <a:off x="8691357" y="1583886"/>
              <a:ext cx="324056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5C75C4CF-A836-6549-EF41-CAA8F81B908B}"/>
                </a:ext>
              </a:extLst>
            </p:cNvPr>
            <p:cNvCxnSpPr>
              <a:cxnSpLocks/>
              <a:stCxn id="26" idx="0"/>
              <a:endCxn id="26" idx="4"/>
            </p:cNvCxnSpPr>
            <p:nvPr/>
          </p:nvCxnSpPr>
          <p:spPr>
            <a:xfrm>
              <a:off x="8853385" y="1421858"/>
              <a:ext cx="0" cy="32405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1373234D-5874-D146-1608-C5015B629F7E}"/>
                  </a:ext>
                </a:extLst>
              </p:cNvPr>
              <p:cNvSpPr txBox="1"/>
              <p:nvPr/>
            </p:nvSpPr>
            <p:spPr>
              <a:xfrm>
                <a:off x="6856903" y="1182939"/>
                <a:ext cx="46621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1373234D-5874-D146-1608-C5015B629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6903" y="1182939"/>
                <a:ext cx="466218" cy="246221"/>
              </a:xfrm>
              <a:prstGeom prst="rect">
                <a:avLst/>
              </a:prstGeom>
              <a:blipFill>
                <a:blip r:embed="rId3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文本框 52">
            <a:extLst>
              <a:ext uri="{FF2B5EF4-FFF2-40B4-BE49-F238E27FC236}">
                <a16:creationId xmlns:a16="http://schemas.microsoft.com/office/drawing/2014/main" id="{F1BEEBBE-3E3C-41BD-B30B-E60D66C9F5E2}"/>
              </a:ext>
            </a:extLst>
          </p:cNvPr>
          <p:cNvSpPr txBox="1"/>
          <p:nvPr/>
        </p:nvSpPr>
        <p:spPr>
          <a:xfrm>
            <a:off x="7152144" y="674040"/>
            <a:ext cx="10579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CD9E82C3-975E-5551-1F8A-C237AB0BC2B8}"/>
              </a:ext>
            </a:extLst>
          </p:cNvPr>
          <p:cNvCxnSpPr>
            <a:cxnSpLocks/>
          </p:cNvCxnSpPr>
          <p:nvPr/>
        </p:nvCxnSpPr>
        <p:spPr>
          <a:xfrm>
            <a:off x="7413072" y="1141922"/>
            <a:ext cx="526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4F1C6452-A010-5F5C-C7A4-D2C69410AED8}"/>
              </a:ext>
            </a:extLst>
          </p:cNvPr>
          <p:cNvGrpSpPr/>
          <p:nvPr/>
        </p:nvGrpSpPr>
        <p:grpSpPr>
          <a:xfrm>
            <a:off x="7954087" y="605966"/>
            <a:ext cx="963979" cy="913888"/>
            <a:chOff x="7817050" y="800486"/>
            <a:chExt cx="1379799" cy="1344413"/>
          </a:xfrm>
        </p:grpSpPr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3D18E9C0-27CB-529B-E829-D908F71DEF44}"/>
                </a:ext>
              </a:extLst>
            </p:cNvPr>
            <p:cNvGrpSpPr/>
            <p:nvPr/>
          </p:nvGrpSpPr>
          <p:grpSpPr>
            <a:xfrm>
              <a:off x="7976594" y="800486"/>
              <a:ext cx="1220255" cy="1118189"/>
              <a:chOff x="9022185" y="995487"/>
              <a:chExt cx="1220255" cy="1118189"/>
            </a:xfrm>
          </p:grpSpPr>
          <p:sp>
            <p:nvSpPr>
              <p:cNvPr id="80" name="矩形: 圆角 79">
                <a:extLst>
                  <a:ext uri="{FF2B5EF4-FFF2-40B4-BE49-F238E27FC236}">
                    <a16:creationId xmlns:a16="http://schemas.microsoft.com/office/drawing/2014/main" id="{7C74CEA3-37AE-1B47-A7FF-3693E4D68420}"/>
                  </a:ext>
                </a:extLst>
              </p:cNvPr>
              <p:cNvSpPr/>
              <p:nvPr/>
            </p:nvSpPr>
            <p:spPr>
              <a:xfrm>
                <a:off x="9022185" y="995487"/>
                <a:ext cx="1220255" cy="1118189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1" name="组合 80">
                <a:extLst>
                  <a:ext uri="{FF2B5EF4-FFF2-40B4-BE49-F238E27FC236}">
                    <a16:creationId xmlns:a16="http://schemas.microsoft.com/office/drawing/2014/main" id="{0CD43971-13B8-8E0E-EE97-BDE68A20228A}"/>
                  </a:ext>
                </a:extLst>
              </p:cNvPr>
              <p:cNvGrpSpPr/>
              <p:nvPr/>
            </p:nvGrpSpPr>
            <p:grpSpPr>
              <a:xfrm>
                <a:off x="9048779" y="1048452"/>
                <a:ext cx="1170972" cy="929492"/>
                <a:chOff x="6859933" y="2764631"/>
                <a:chExt cx="1229001" cy="1040834"/>
              </a:xfrm>
            </p:grpSpPr>
            <p:sp>
              <p:nvSpPr>
                <p:cNvPr id="82" name="椭圆 81">
                  <a:extLst>
                    <a:ext uri="{FF2B5EF4-FFF2-40B4-BE49-F238E27FC236}">
                      <a16:creationId xmlns:a16="http://schemas.microsoft.com/office/drawing/2014/main" id="{527C9AED-2E8D-CE5E-4340-6B941013375F}"/>
                    </a:ext>
                  </a:extLst>
                </p:cNvPr>
                <p:cNvSpPr/>
                <p:nvPr/>
              </p:nvSpPr>
              <p:spPr>
                <a:xfrm>
                  <a:off x="7343775" y="2764631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3" name="椭圆 82">
                  <a:extLst>
                    <a:ext uri="{FF2B5EF4-FFF2-40B4-BE49-F238E27FC236}">
                      <a16:creationId xmlns:a16="http://schemas.microsoft.com/office/drawing/2014/main" id="{4A2C5652-8BA3-BCA4-4E89-55CB255291E5}"/>
                    </a:ext>
                  </a:extLst>
                </p:cNvPr>
                <p:cNvSpPr/>
                <p:nvPr/>
              </p:nvSpPr>
              <p:spPr>
                <a:xfrm>
                  <a:off x="7343775" y="3228246"/>
                  <a:ext cx="240158" cy="240158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4" name="椭圆 83">
                  <a:extLst>
                    <a:ext uri="{FF2B5EF4-FFF2-40B4-BE49-F238E27FC236}">
                      <a16:creationId xmlns:a16="http://schemas.microsoft.com/office/drawing/2014/main" id="{C741C30E-EB5A-4DE4-348F-B19FB10FBC6B}"/>
                    </a:ext>
                  </a:extLst>
                </p:cNvPr>
                <p:cNvSpPr/>
                <p:nvPr/>
              </p:nvSpPr>
              <p:spPr>
                <a:xfrm>
                  <a:off x="6859933" y="3559240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5" name="椭圆 84">
                  <a:extLst>
                    <a:ext uri="{FF2B5EF4-FFF2-40B4-BE49-F238E27FC236}">
                      <a16:creationId xmlns:a16="http://schemas.microsoft.com/office/drawing/2014/main" id="{0C566B4D-A994-F83B-E65B-E25BFD5C6FB5}"/>
                    </a:ext>
                  </a:extLst>
                </p:cNvPr>
                <p:cNvSpPr/>
                <p:nvPr/>
              </p:nvSpPr>
              <p:spPr>
                <a:xfrm>
                  <a:off x="7848776" y="3565307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86" name="直接箭头连接符 85">
                  <a:extLst>
                    <a:ext uri="{FF2B5EF4-FFF2-40B4-BE49-F238E27FC236}">
                      <a16:creationId xmlns:a16="http://schemas.microsoft.com/office/drawing/2014/main" id="{3C6E99F0-EA7A-489F-02AE-C3E9457274FF}"/>
                    </a:ext>
                  </a:extLst>
                </p:cNvPr>
                <p:cNvCxnSpPr>
                  <a:cxnSpLocks/>
                  <a:stCxn id="82" idx="4"/>
                  <a:endCxn id="83" idx="0"/>
                </p:cNvCxnSpPr>
                <p:nvPr/>
              </p:nvCxnSpPr>
              <p:spPr>
                <a:xfrm>
                  <a:off x="7463854" y="3004789"/>
                  <a:ext cx="0" cy="223457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接箭头连接符 86">
                  <a:extLst>
                    <a:ext uri="{FF2B5EF4-FFF2-40B4-BE49-F238E27FC236}">
                      <a16:creationId xmlns:a16="http://schemas.microsoft.com/office/drawing/2014/main" id="{60997B01-AE3D-487C-0040-D615392FC6AB}"/>
                    </a:ext>
                  </a:extLst>
                </p:cNvPr>
                <p:cNvCxnSpPr>
                  <a:cxnSpLocks/>
                  <a:stCxn id="82" idx="3"/>
                  <a:endCxn id="84" idx="0"/>
                </p:cNvCxnSpPr>
                <p:nvPr/>
              </p:nvCxnSpPr>
              <p:spPr>
                <a:xfrm flipH="1">
                  <a:off x="6980012" y="2969619"/>
                  <a:ext cx="398933" cy="589621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直接箭头连接符 87">
                  <a:extLst>
                    <a:ext uri="{FF2B5EF4-FFF2-40B4-BE49-F238E27FC236}">
                      <a16:creationId xmlns:a16="http://schemas.microsoft.com/office/drawing/2014/main" id="{EADEDCBF-09AD-B0CD-6011-C67CDE2AFA4F}"/>
                    </a:ext>
                  </a:extLst>
                </p:cNvPr>
                <p:cNvCxnSpPr>
                  <a:cxnSpLocks/>
                  <a:stCxn id="82" idx="5"/>
                  <a:endCxn id="85" idx="0"/>
                </p:cNvCxnSpPr>
                <p:nvPr/>
              </p:nvCxnSpPr>
              <p:spPr>
                <a:xfrm>
                  <a:off x="7548763" y="2969619"/>
                  <a:ext cx="420092" cy="59568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直接箭头连接符 88">
                  <a:extLst>
                    <a:ext uri="{FF2B5EF4-FFF2-40B4-BE49-F238E27FC236}">
                      <a16:creationId xmlns:a16="http://schemas.microsoft.com/office/drawing/2014/main" id="{2D72D7D1-76C0-A87E-BCFD-AA59A53165BA}"/>
                    </a:ext>
                  </a:extLst>
                </p:cNvPr>
                <p:cNvCxnSpPr>
                  <a:cxnSpLocks/>
                  <a:stCxn id="84" idx="6"/>
                  <a:endCxn id="85" idx="2"/>
                </p:cNvCxnSpPr>
                <p:nvPr/>
              </p:nvCxnSpPr>
              <p:spPr>
                <a:xfrm>
                  <a:off x="7100091" y="3679319"/>
                  <a:ext cx="748685" cy="6067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直接箭头连接符 89">
                  <a:extLst>
                    <a:ext uri="{FF2B5EF4-FFF2-40B4-BE49-F238E27FC236}">
                      <a16:creationId xmlns:a16="http://schemas.microsoft.com/office/drawing/2014/main" id="{1F491F26-3D23-0D72-3096-BEA770639158}"/>
                    </a:ext>
                  </a:extLst>
                </p:cNvPr>
                <p:cNvCxnSpPr>
                  <a:cxnSpLocks/>
                  <a:stCxn id="83" idx="2"/>
                  <a:endCxn id="84" idx="7"/>
                </p:cNvCxnSpPr>
                <p:nvPr/>
              </p:nvCxnSpPr>
              <p:spPr>
                <a:xfrm flipH="1">
                  <a:off x="7064921" y="3348325"/>
                  <a:ext cx="278854" cy="246085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直接箭头连接符 90">
                  <a:extLst>
                    <a:ext uri="{FF2B5EF4-FFF2-40B4-BE49-F238E27FC236}">
                      <a16:creationId xmlns:a16="http://schemas.microsoft.com/office/drawing/2014/main" id="{D3DBD475-0B79-8319-E3D7-D0249F3AAB4C}"/>
                    </a:ext>
                  </a:extLst>
                </p:cNvPr>
                <p:cNvCxnSpPr>
                  <a:cxnSpLocks/>
                  <a:stCxn id="83" idx="6"/>
                  <a:endCxn id="85" idx="1"/>
                </p:cNvCxnSpPr>
                <p:nvPr/>
              </p:nvCxnSpPr>
              <p:spPr>
                <a:xfrm>
                  <a:off x="7583933" y="3348325"/>
                  <a:ext cx="300013" cy="252152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A23BFFFE-D711-837A-A0D1-7549076853BA}"/>
                </a:ext>
              </a:extLst>
            </p:cNvPr>
            <p:cNvGrpSpPr/>
            <p:nvPr/>
          </p:nvGrpSpPr>
          <p:grpSpPr>
            <a:xfrm>
              <a:off x="7817050" y="1026710"/>
              <a:ext cx="1220255" cy="1118189"/>
              <a:chOff x="9022185" y="995487"/>
              <a:chExt cx="1220255" cy="1118189"/>
            </a:xfrm>
          </p:grpSpPr>
          <p:sp>
            <p:nvSpPr>
              <p:cNvPr id="56" name="矩形: 圆角 55">
                <a:extLst>
                  <a:ext uri="{FF2B5EF4-FFF2-40B4-BE49-F238E27FC236}">
                    <a16:creationId xmlns:a16="http://schemas.microsoft.com/office/drawing/2014/main" id="{78E13798-A4A1-555F-5BA9-56EC12FCA635}"/>
                  </a:ext>
                </a:extLst>
              </p:cNvPr>
              <p:cNvSpPr/>
              <p:nvPr/>
            </p:nvSpPr>
            <p:spPr>
              <a:xfrm>
                <a:off x="9022185" y="995487"/>
                <a:ext cx="1220255" cy="1118189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7" name="组合 76">
                <a:extLst>
                  <a:ext uri="{FF2B5EF4-FFF2-40B4-BE49-F238E27FC236}">
                    <a16:creationId xmlns:a16="http://schemas.microsoft.com/office/drawing/2014/main" id="{1267996C-F091-FF94-210F-4E161211FA50}"/>
                  </a:ext>
                </a:extLst>
              </p:cNvPr>
              <p:cNvGrpSpPr/>
              <p:nvPr/>
            </p:nvGrpSpPr>
            <p:grpSpPr>
              <a:xfrm>
                <a:off x="9048779" y="1048452"/>
                <a:ext cx="1170972" cy="929492"/>
                <a:chOff x="6859933" y="2764631"/>
                <a:chExt cx="1229001" cy="1040834"/>
              </a:xfrm>
            </p:grpSpPr>
            <p:sp>
              <p:nvSpPr>
                <p:cNvPr id="57" name="椭圆 56">
                  <a:extLst>
                    <a:ext uri="{FF2B5EF4-FFF2-40B4-BE49-F238E27FC236}">
                      <a16:creationId xmlns:a16="http://schemas.microsoft.com/office/drawing/2014/main" id="{A92EC313-6421-B80B-F809-B8B739AF263C}"/>
                    </a:ext>
                  </a:extLst>
                </p:cNvPr>
                <p:cNvSpPr/>
                <p:nvPr/>
              </p:nvSpPr>
              <p:spPr>
                <a:xfrm>
                  <a:off x="7343775" y="2764631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" name="椭圆 57">
                  <a:extLst>
                    <a:ext uri="{FF2B5EF4-FFF2-40B4-BE49-F238E27FC236}">
                      <a16:creationId xmlns:a16="http://schemas.microsoft.com/office/drawing/2014/main" id="{28636391-E40A-68CA-CE50-BCD785EA7B77}"/>
                    </a:ext>
                  </a:extLst>
                </p:cNvPr>
                <p:cNvSpPr/>
                <p:nvPr/>
              </p:nvSpPr>
              <p:spPr>
                <a:xfrm>
                  <a:off x="7343775" y="3228246"/>
                  <a:ext cx="240158" cy="240158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9" name="椭圆 58">
                  <a:extLst>
                    <a:ext uri="{FF2B5EF4-FFF2-40B4-BE49-F238E27FC236}">
                      <a16:creationId xmlns:a16="http://schemas.microsoft.com/office/drawing/2014/main" id="{453F3382-B1E6-1F1C-D59F-66178F5AD1AF}"/>
                    </a:ext>
                  </a:extLst>
                </p:cNvPr>
                <p:cNvSpPr/>
                <p:nvPr/>
              </p:nvSpPr>
              <p:spPr>
                <a:xfrm>
                  <a:off x="6859933" y="3559240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0" name="椭圆 59">
                  <a:extLst>
                    <a:ext uri="{FF2B5EF4-FFF2-40B4-BE49-F238E27FC236}">
                      <a16:creationId xmlns:a16="http://schemas.microsoft.com/office/drawing/2014/main" id="{CEC6AB5B-DD1F-6EBC-2140-EF016A571BFF}"/>
                    </a:ext>
                  </a:extLst>
                </p:cNvPr>
                <p:cNvSpPr/>
                <p:nvPr/>
              </p:nvSpPr>
              <p:spPr>
                <a:xfrm>
                  <a:off x="7848776" y="3565307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62" name="直接箭头连接符 61">
                  <a:extLst>
                    <a:ext uri="{FF2B5EF4-FFF2-40B4-BE49-F238E27FC236}">
                      <a16:creationId xmlns:a16="http://schemas.microsoft.com/office/drawing/2014/main" id="{EB5BF8EB-D19C-7895-B8DD-E17EC7360DB3}"/>
                    </a:ext>
                  </a:extLst>
                </p:cNvPr>
                <p:cNvCxnSpPr>
                  <a:cxnSpLocks/>
                  <a:stCxn id="57" idx="4"/>
                  <a:endCxn id="58" idx="0"/>
                </p:cNvCxnSpPr>
                <p:nvPr/>
              </p:nvCxnSpPr>
              <p:spPr>
                <a:xfrm>
                  <a:off x="7463854" y="3004789"/>
                  <a:ext cx="0" cy="223457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直接箭头连接符 63">
                  <a:extLst>
                    <a:ext uri="{FF2B5EF4-FFF2-40B4-BE49-F238E27FC236}">
                      <a16:creationId xmlns:a16="http://schemas.microsoft.com/office/drawing/2014/main" id="{0B9E65D3-980B-6846-79CA-18580E89B98D}"/>
                    </a:ext>
                  </a:extLst>
                </p:cNvPr>
                <p:cNvCxnSpPr>
                  <a:cxnSpLocks/>
                  <a:stCxn id="57" idx="3"/>
                  <a:endCxn id="59" idx="0"/>
                </p:cNvCxnSpPr>
                <p:nvPr/>
              </p:nvCxnSpPr>
              <p:spPr>
                <a:xfrm flipH="1">
                  <a:off x="6980012" y="2969619"/>
                  <a:ext cx="398933" cy="589621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直接箭头连接符 65">
                  <a:extLst>
                    <a:ext uri="{FF2B5EF4-FFF2-40B4-BE49-F238E27FC236}">
                      <a16:creationId xmlns:a16="http://schemas.microsoft.com/office/drawing/2014/main" id="{BA7A454C-C64E-A06F-19BB-FD73D79FE416}"/>
                    </a:ext>
                  </a:extLst>
                </p:cNvPr>
                <p:cNvCxnSpPr>
                  <a:cxnSpLocks/>
                  <a:stCxn id="57" idx="5"/>
                  <a:endCxn id="60" idx="0"/>
                </p:cNvCxnSpPr>
                <p:nvPr/>
              </p:nvCxnSpPr>
              <p:spPr>
                <a:xfrm>
                  <a:off x="7548763" y="2969619"/>
                  <a:ext cx="420092" cy="59568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直接箭头连接符 67">
                  <a:extLst>
                    <a:ext uri="{FF2B5EF4-FFF2-40B4-BE49-F238E27FC236}">
                      <a16:creationId xmlns:a16="http://schemas.microsoft.com/office/drawing/2014/main" id="{FDBB1756-2FBD-F284-90B0-AE266C09ACD3}"/>
                    </a:ext>
                  </a:extLst>
                </p:cNvPr>
                <p:cNvCxnSpPr>
                  <a:cxnSpLocks/>
                  <a:stCxn id="59" idx="6"/>
                  <a:endCxn id="60" idx="2"/>
                </p:cNvCxnSpPr>
                <p:nvPr/>
              </p:nvCxnSpPr>
              <p:spPr>
                <a:xfrm>
                  <a:off x="7100091" y="3679319"/>
                  <a:ext cx="748685" cy="6067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接箭头连接符 69">
                  <a:extLst>
                    <a:ext uri="{FF2B5EF4-FFF2-40B4-BE49-F238E27FC236}">
                      <a16:creationId xmlns:a16="http://schemas.microsoft.com/office/drawing/2014/main" id="{696A2F54-FE18-88DA-B80D-A603B10FCDC6}"/>
                    </a:ext>
                  </a:extLst>
                </p:cNvPr>
                <p:cNvCxnSpPr>
                  <a:cxnSpLocks/>
                  <a:stCxn id="58" idx="2"/>
                  <a:endCxn id="59" idx="7"/>
                </p:cNvCxnSpPr>
                <p:nvPr/>
              </p:nvCxnSpPr>
              <p:spPr>
                <a:xfrm flipH="1">
                  <a:off x="7064921" y="3348325"/>
                  <a:ext cx="278854" cy="246085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直接箭头连接符 71">
                  <a:extLst>
                    <a:ext uri="{FF2B5EF4-FFF2-40B4-BE49-F238E27FC236}">
                      <a16:creationId xmlns:a16="http://schemas.microsoft.com/office/drawing/2014/main" id="{81ED2C34-B121-A712-0F9B-257DEEA0FE4A}"/>
                    </a:ext>
                  </a:extLst>
                </p:cNvPr>
                <p:cNvCxnSpPr>
                  <a:cxnSpLocks/>
                  <a:stCxn id="58" idx="6"/>
                  <a:endCxn id="60" idx="1"/>
                </p:cNvCxnSpPr>
                <p:nvPr/>
              </p:nvCxnSpPr>
              <p:spPr>
                <a:xfrm>
                  <a:off x="7583933" y="3348325"/>
                  <a:ext cx="300013" cy="252152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DAC42675-E38B-9063-9F27-E2EF58AE0BD7}"/>
              </a:ext>
            </a:extLst>
          </p:cNvPr>
          <p:cNvCxnSpPr>
            <a:cxnSpLocks/>
            <a:endCxn id="94" idx="1"/>
          </p:cNvCxnSpPr>
          <p:nvPr/>
        </p:nvCxnSpPr>
        <p:spPr>
          <a:xfrm flipV="1">
            <a:off x="8914771" y="1139581"/>
            <a:ext cx="428657" cy="13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8DB5C78C-D516-5165-DFF5-C47133A25766}"/>
              </a:ext>
            </a:extLst>
          </p:cNvPr>
          <p:cNvGrpSpPr/>
          <p:nvPr/>
        </p:nvGrpSpPr>
        <p:grpSpPr>
          <a:xfrm>
            <a:off x="9343428" y="862322"/>
            <a:ext cx="768356" cy="554518"/>
            <a:chOff x="7119732" y="1135856"/>
            <a:chExt cx="1045574" cy="921544"/>
          </a:xfrm>
        </p:grpSpPr>
        <p:sp>
          <p:nvSpPr>
            <p:cNvPr id="94" name="矩形: 圆角 93">
              <a:extLst>
                <a:ext uri="{FF2B5EF4-FFF2-40B4-BE49-F238E27FC236}">
                  <a16:creationId xmlns:a16="http://schemas.microsoft.com/office/drawing/2014/main" id="{1F6A98B1-0AC9-4DBC-15D8-CE69143646BB}"/>
                </a:ext>
              </a:extLst>
            </p:cNvPr>
            <p:cNvSpPr/>
            <p:nvPr/>
          </p:nvSpPr>
          <p:spPr>
            <a:xfrm>
              <a:off x="7119732" y="1135856"/>
              <a:ext cx="1045574" cy="92154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42917C35-B46F-4A2A-252D-01754795971B}"/>
                </a:ext>
              </a:extLst>
            </p:cNvPr>
            <p:cNvSpPr/>
            <p:nvPr/>
          </p:nvSpPr>
          <p:spPr>
            <a:xfrm>
              <a:off x="7279227" y="1421857"/>
              <a:ext cx="178593" cy="4616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F40708CE-3657-708F-116A-45EBA7B41AD6}"/>
                </a:ext>
              </a:extLst>
            </p:cNvPr>
            <p:cNvSpPr/>
            <p:nvPr/>
          </p:nvSpPr>
          <p:spPr>
            <a:xfrm>
              <a:off x="7532787" y="1257285"/>
              <a:ext cx="178593" cy="6729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3FD488DC-9DEE-D810-9596-3059EF152580}"/>
                </a:ext>
              </a:extLst>
            </p:cNvPr>
            <p:cNvSpPr/>
            <p:nvPr/>
          </p:nvSpPr>
          <p:spPr>
            <a:xfrm>
              <a:off x="7836779" y="1421858"/>
              <a:ext cx="178593" cy="4616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6" name="矩形 115">
            <a:extLst>
              <a:ext uri="{FF2B5EF4-FFF2-40B4-BE49-F238E27FC236}">
                <a16:creationId xmlns:a16="http://schemas.microsoft.com/office/drawing/2014/main" id="{C78B8BB9-6E0D-F292-3D11-2CA8E1290F36}"/>
              </a:ext>
            </a:extLst>
          </p:cNvPr>
          <p:cNvSpPr/>
          <p:nvPr/>
        </p:nvSpPr>
        <p:spPr>
          <a:xfrm>
            <a:off x="11470495" y="834035"/>
            <a:ext cx="414338" cy="53676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E48C6F79-AF65-373A-04C5-4B6768F8BA18}"/>
              </a:ext>
            </a:extLst>
          </p:cNvPr>
          <p:cNvCxnSpPr>
            <a:cxnSpLocks/>
          </p:cNvCxnSpPr>
          <p:nvPr/>
        </p:nvCxnSpPr>
        <p:spPr>
          <a:xfrm>
            <a:off x="6575796" y="2555266"/>
            <a:ext cx="526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组合 132">
            <a:extLst>
              <a:ext uri="{FF2B5EF4-FFF2-40B4-BE49-F238E27FC236}">
                <a16:creationId xmlns:a16="http://schemas.microsoft.com/office/drawing/2014/main" id="{01E168B0-5CC4-B33B-311E-5D4943C16231}"/>
              </a:ext>
            </a:extLst>
          </p:cNvPr>
          <p:cNvGrpSpPr/>
          <p:nvPr/>
        </p:nvGrpSpPr>
        <p:grpSpPr>
          <a:xfrm>
            <a:off x="7109548" y="2361701"/>
            <a:ext cx="324056" cy="324056"/>
            <a:chOff x="8691357" y="1421858"/>
            <a:chExt cx="324056" cy="324056"/>
          </a:xfrm>
        </p:grpSpPr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9C58234C-D9FA-CD44-BFA7-2FC955F55BC7}"/>
                </a:ext>
              </a:extLst>
            </p:cNvPr>
            <p:cNvSpPr/>
            <p:nvPr/>
          </p:nvSpPr>
          <p:spPr>
            <a:xfrm>
              <a:off x="8691357" y="1421858"/>
              <a:ext cx="324056" cy="32405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0A6B7BA4-10F7-7398-8C69-B0B6E37BB98F}"/>
                </a:ext>
              </a:extLst>
            </p:cNvPr>
            <p:cNvCxnSpPr>
              <a:cxnSpLocks/>
              <a:stCxn id="134" idx="2"/>
              <a:endCxn id="134" idx="6"/>
            </p:cNvCxnSpPr>
            <p:nvPr/>
          </p:nvCxnSpPr>
          <p:spPr>
            <a:xfrm>
              <a:off x="8691357" y="1583886"/>
              <a:ext cx="324056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020EABBC-FA6A-AF12-FE26-25363ADA7B4B}"/>
                </a:ext>
              </a:extLst>
            </p:cNvPr>
            <p:cNvCxnSpPr>
              <a:cxnSpLocks/>
              <a:stCxn id="134" idx="0"/>
              <a:endCxn id="134" idx="4"/>
            </p:cNvCxnSpPr>
            <p:nvPr/>
          </p:nvCxnSpPr>
          <p:spPr>
            <a:xfrm>
              <a:off x="8853385" y="1421858"/>
              <a:ext cx="0" cy="32405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4C03F6AF-AD52-370F-6C43-106E857E0B3B}"/>
                  </a:ext>
                </a:extLst>
              </p:cNvPr>
              <p:cNvSpPr txBox="1"/>
              <p:nvPr/>
            </p:nvSpPr>
            <p:spPr>
              <a:xfrm>
                <a:off x="6888169" y="2670987"/>
                <a:ext cx="46621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4C03F6AF-AD52-370F-6C43-106E857E0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8169" y="2670987"/>
                <a:ext cx="466218" cy="246221"/>
              </a:xfrm>
              <a:prstGeom prst="rect">
                <a:avLst/>
              </a:prstGeom>
              <a:blipFill>
                <a:blip r:embed="rId4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文本框 137">
            <a:extLst>
              <a:ext uri="{FF2B5EF4-FFF2-40B4-BE49-F238E27FC236}">
                <a16:creationId xmlns:a16="http://schemas.microsoft.com/office/drawing/2014/main" id="{059AE723-F9E2-973B-2381-6EE95B7AE91C}"/>
              </a:ext>
            </a:extLst>
          </p:cNvPr>
          <p:cNvSpPr txBox="1"/>
          <p:nvPr/>
        </p:nvSpPr>
        <p:spPr>
          <a:xfrm>
            <a:off x="7121278" y="2076632"/>
            <a:ext cx="10579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CD97C448-3E11-C245-1D6C-B8CBEB8ABB52}"/>
              </a:ext>
            </a:extLst>
          </p:cNvPr>
          <p:cNvCxnSpPr>
            <a:cxnSpLocks/>
          </p:cNvCxnSpPr>
          <p:nvPr/>
        </p:nvCxnSpPr>
        <p:spPr>
          <a:xfrm>
            <a:off x="7425346" y="2568083"/>
            <a:ext cx="526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77921079-A3CE-EB90-AB6E-016616FC71A5}"/>
                  </a:ext>
                </a:extLst>
              </p:cNvPr>
              <p:cNvSpPr txBox="1"/>
              <p:nvPr/>
            </p:nvSpPr>
            <p:spPr>
              <a:xfrm>
                <a:off x="7425346" y="2274879"/>
                <a:ext cx="492314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77921079-A3CE-EB90-AB6E-016616FC7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5346" y="2274879"/>
                <a:ext cx="492314" cy="246221"/>
              </a:xfrm>
              <a:prstGeom prst="rect">
                <a:avLst/>
              </a:prstGeom>
              <a:blipFill>
                <a:blip r:embed="rId5"/>
                <a:stretch>
                  <a:fillRect l="-2469" r="-3704" b="-317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EDEE1D43-EDB4-ED95-0F96-5DBDEB3C05D0}"/>
              </a:ext>
            </a:extLst>
          </p:cNvPr>
          <p:cNvCxnSpPr>
            <a:cxnSpLocks/>
          </p:cNvCxnSpPr>
          <p:nvPr/>
        </p:nvCxnSpPr>
        <p:spPr>
          <a:xfrm>
            <a:off x="8927792" y="2541636"/>
            <a:ext cx="526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11F3AC40-8652-8989-8D71-F541B443FC74}"/>
              </a:ext>
            </a:extLst>
          </p:cNvPr>
          <p:cNvGrpSpPr/>
          <p:nvPr/>
        </p:nvGrpSpPr>
        <p:grpSpPr>
          <a:xfrm>
            <a:off x="10086294" y="2261485"/>
            <a:ext cx="743750" cy="536760"/>
            <a:chOff x="7119732" y="1135856"/>
            <a:chExt cx="1045574" cy="921544"/>
          </a:xfrm>
        </p:grpSpPr>
        <p:sp>
          <p:nvSpPr>
            <p:cNvPr id="170" name="矩形: 圆角 169">
              <a:extLst>
                <a:ext uri="{FF2B5EF4-FFF2-40B4-BE49-F238E27FC236}">
                  <a16:creationId xmlns:a16="http://schemas.microsoft.com/office/drawing/2014/main" id="{6D8C21F1-F799-BBD2-6761-0ED0348383BA}"/>
                </a:ext>
              </a:extLst>
            </p:cNvPr>
            <p:cNvSpPr/>
            <p:nvPr/>
          </p:nvSpPr>
          <p:spPr>
            <a:xfrm>
              <a:off x="7119732" y="1135856"/>
              <a:ext cx="1045574" cy="92154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F92489E8-139C-E35B-12EE-9B71FEA0B7D7}"/>
                </a:ext>
              </a:extLst>
            </p:cNvPr>
            <p:cNvSpPr/>
            <p:nvPr/>
          </p:nvSpPr>
          <p:spPr>
            <a:xfrm>
              <a:off x="7279227" y="1421857"/>
              <a:ext cx="178593" cy="4616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4E524D20-14EC-4397-2F9C-C2741F1663A1}"/>
                </a:ext>
              </a:extLst>
            </p:cNvPr>
            <p:cNvSpPr/>
            <p:nvPr/>
          </p:nvSpPr>
          <p:spPr>
            <a:xfrm>
              <a:off x="7532787" y="1257285"/>
              <a:ext cx="178593" cy="6729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1B74C5FE-4DF5-50AD-494B-544DB7635F7B}"/>
                </a:ext>
              </a:extLst>
            </p:cNvPr>
            <p:cNvSpPr/>
            <p:nvPr/>
          </p:nvSpPr>
          <p:spPr>
            <a:xfrm>
              <a:off x="7836779" y="1421858"/>
              <a:ext cx="178593" cy="4616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77" name="直接箭头连接符 176">
            <a:extLst>
              <a:ext uri="{FF2B5EF4-FFF2-40B4-BE49-F238E27FC236}">
                <a16:creationId xmlns:a16="http://schemas.microsoft.com/office/drawing/2014/main" id="{037AB632-B443-8BF7-E5CD-AC145D4FBF27}"/>
              </a:ext>
            </a:extLst>
          </p:cNvPr>
          <p:cNvCxnSpPr>
            <a:cxnSpLocks/>
          </p:cNvCxnSpPr>
          <p:nvPr/>
        </p:nvCxnSpPr>
        <p:spPr>
          <a:xfrm>
            <a:off x="10823896" y="2535499"/>
            <a:ext cx="526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矩形 177">
            <a:extLst>
              <a:ext uri="{FF2B5EF4-FFF2-40B4-BE49-F238E27FC236}">
                <a16:creationId xmlns:a16="http://schemas.microsoft.com/office/drawing/2014/main" id="{D7ACB6C9-0727-D795-1905-C3E4DB55D13C}"/>
              </a:ext>
            </a:extLst>
          </p:cNvPr>
          <p:cNvSpPr/>
          <p:nvPr/>
        </p:nvSpPr>
        <p:spPr>
          <a:xfrm>
            <a:off x="11342589" y="2250110"/>
            <a:ext cx="414338" cy="5367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9" name="连接符: 肘形 178">
            <a:extLst>
              <a:ext uri="{FF2B5EF4-FFF2-40B4-BE49-F238E27FC236}">
                <a16:creationId xmlns:a16="http://schemas.microsoft.com/office/drawing/2014/main" id="{B3F02086-6ACD-9FC8-6ED5-24B1B3D657F0}"/>
              </a:ext>
            </a:extLst>
          </p:cNvPr>
          <p:cNvCxnSpPr>
            <a:cxnSpLocks/>
            <a:stCxn id="428" idx="0"/>
            <a:endCxn id="134" idx="0"/>
          </p:cNvCxnSpPr>
          <p:nvPr/>
        </p:nvCxnSpPr>
        <p:spPr>
          <a:xfrm rot="16200000" flipH="1">
            <a:off x="6390106" y="1480232"/>
            <a:ext cx="19432" cy="1743507"/>
          </a:xfrm>
          <a:prstGeom prst="bentConnector3">
            <a:avLst>
              <a:gd name="adj1" fmla="val -117641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连接符: 肘形 258">
            <a:extLst>
              <a:ext uri="{FF2B5EF4-FFF2-40B4-BE49-F238E27FC236}">
                <a16:creationId xmlns:a16="http://schemas.microsoft.com/office/drawing/2014/main" id="{8CDF39CB-16BB-35F0-2824-D436967B6F6F}"/>
              </a:ext>
            </a:extLst>
          </p:cNvPr>
          <p:cNvCxnSpPr>
            <a:cxnSpLocks/>
            <a:endCxn id="425" idx="2"/>
          </p:cNvCxnSpPr>
          <p:nvPr/>
        </p:nvCxnSpPr>
        <p:spPr>
          <a:xfrm rot="16200000" flipH="1">
            <a:off x="4145579" y="1578743"/>
            <a:ext cx="1540264" cy="37255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矩形: 圆角 278">
            <a:extLst>
              <a:ext uri="{FF2B5EF4-FFF2-40B4-BE49-F238E27FC236}">
                <a16:creationId xmlns:a16="http://schemas.microsoft.com/office/drawing/2014/main" id="{9B92189E-7A0B-C117-3AFC-3909F9E463EE}"/>
              </a:ext>
            </a:extLst>
          </p:cNvPr>
          <p:cNvSpPr/>
          <p:nvPr/>
        </p:nvSpPr>
        <p:spPr>
          <a:xfrm>
            <a:off x="4931827" y="518659"/>
            <a:ext cx="6410761" cy="1063655"/>
          </a:xfrm>
          <a:prstGeom prst="round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0" name="矩形: 圆角 279">
            <a:extLst>
              <a:ext uri="{FF2B5EF4-FFF2-40B4-BE49-F238E27FC236}">
                <a16:creationId xmlns:a16="http://schemas.microsoft.com/office/drawing/2014/main" id="{C70621EB-623F-F0B5-239D-570E37B82918}"/>
              </a:ext>
            </a:extLst>
          </p:cNvPr>
          <p:cNvSpPr/>
          <p:nvPr/>
        </p:nvSpPr>
        <p:spPr>
          <a:xfrm>
            <a:off x="4931827" y="1948648"/>
            <a:ext cx="6005055" cy="1035132"/>
          </a:xfrm>
          <a:prstGeom prst="round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AFEABC4B-8CC9-787F-C02E-4B2848263B45}"/>
              </a:ext>
            </a:extLst>
          </p:cNvPr>
          <p:cNvSpPr txBox="1"/>
          <p:nvPr/>
        </p:nvSpPr>
        <p:spPr>
          <a:xfrm>
            <a:off x="9287114" y="119153"/>
            <a:ext cx="1799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Actor network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95" name="组合 294">
            <a:extLst>
              <a:ext uri="{FF2B5EF4-FFF2-40B4-BE49-F238E27FC236}">
                <a16:creationId xmlns:a16="http://schemas.microsoft.com/office/drawing/2014/main" id="{6F4DDACA-0C36-5FC1-D052-353972308AC4}"/>
              </a:ext>
            </a:extLst>
          </p:cNvPr>
          <p:cNvGrpSpPr/>
          <p:nvPr/>
        </p:nvGrpSpPr>
        <p:grpSpPr>
          <a:xfrm>
            <a:off x="7985849" y="2015066"/>
            <a:ext cx="952351" cy="902999"/>
            <a:chOff x="7817050" y="800486"/>
            <a:chExt cx="1379799" cy="1344413"/>
          </a:xfrm>
        </p:grpSpPr>
        <p:grpSp>
          <p:nvGrpSpPr>
            <p:cNvPr id="296" name="组合 295">
              <a:extLst>
                <a:ext uri="{FF2B5EF4-FFF2-40B4-BE49-F238E27FC236}">
                  <a16:creationId xmlns:a16="http://schemas.microsoft.com/office/drawing/2014/main" id="{44C83C08-9C0B-FBA5-4415-D4D0C43F1684}"/>
                </a:ext>
              </a:extLst>
            </p:cNvPr>
            <p:cNvGrpSpPr/>
            <p:nvPr/>
          </p:nvGrpSpPr>
          <p:grpSpPr>
            <a:xfrm>
              <a:off x="7976594" y="800486"/>
              <a:ext cx="1220255" cy="1118189"/>
              <a:chOff x="9022185" y="995487"/>
              <a:chExt cx="1220255" cy="1118189"/>
            </a:xfrm>
          </p:grpSpPr>
          <p:sp>
            <p:nvSpPr>
              <p:cNvPr id="310" name="矩形: 圆角 309">
                <a:extLst>
                  <a:ext uri="{FF2B5EF4-FFF2-40B4-BE49-F238E27FC236}">
                    <a16:creationId xmlns:a16="http://schemas.microsoft.com/office/drawing/2014/main" id="{86F81BA0-34BD-2FF1-1FC6-CF984585DFC3}"/>
                  </a:ext>
                </a:extLst>
              </p:cNvPr>
              <p:cNvSpPr/>
              <p:nvPr/>
            </p:nvSpPr>
            <p:spPr>
              <a:xfrm>
                <a:off x="9022185" y="995487"/>
                <a:ext cx="1220255" cy="1118189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11" name="组合 310">
                <a:extLst>
                  <a:ext uri="{FF2B5EF4-FFF2-40B4-BE49-F238E27FC236}">
                    <a16:creationId xmlns:a16="http://schemas.microsoft.com/office/drawing/2014/main" id="{7F090D6C-B928-2A49-3711-C4691F9D5507}"/>
                  </a:ext>
                </a:extLst>
              </p:cNvPr>
              <p:cNvGrpSpPr/>
              <p:nvPr/>
            </p:nvGrpSpPr>
            <p:grpSpPr>
              <a:xfrm>
                <a:off x="9048779" y="1048452"/>
                <a:ext cx="1170972" cy="929492"/>
                <a:chOff x="6859933" y="2764631"/>
                <a:chExt cx="1229001" cy="1040834"/>
              </a:xfrm>
            </p:grpSpPr>
            <p:sp>
              <p:nvSpPr>
                <p:cNvPr id="312" name="椭圆 311">
                  <a:extLst>
                    <a:ext uri="{FF2B5EF4-FFF2-40B4-BE49-F238E27FC236}">
                      <a16:creationId xmlns:a16="http://schemas.microsoft.com/office/drawing/2014/main" id="{9A586C05-C9C7-3D61-06E4-2F348CDBD85C}"/>
                    </a:ext>
                  </a:extLst>
                </p:cNvPr>
                <p:cNvSpPr/>
                <p:nvPr/>
              </p:nvSpPr>
              <p:spPr>
                <a:xfrm>
                  <a:off x="7343775" y="2764631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3" name="椭圆 312">
                  <a:extLst>
                    <a:ext uri="{FF2B5EF4-FFF2-40B4-BE49-F238E27FC236}">
                      <a16:creationId xmlns:a16="http://schemas.microsoft.com/office/drawing/2014/main" id="{D9FDE56D-02D0-528A-AC57-D57587446080}"/>
                    </a:ext>
                  </a:extLst>
                </p:cNvPr>
                <p:cNvSpPr/>
                <p:nvPr/>
              </p:nvSpPr>
              <p:spPr>
                <a:xfrm>
                  <a:off x="7343775" y="3228246"/>
                  <a:ext cx="240158" cy="240158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4" name="椭圆 313">
                  <a:extLst>
                    <a:ext uri="{FF2B5EF4-FFF2-40B4-BE49-F238E27FC236}">
                      <a16:creationId xmlns:a16="http://schemas.microsoft.com/office/drawing/2014/main" id="{7BD7C892-2667-5D18-323B-ADC310FA8319}"/>
                    </a:ext>
                  </a:extLst>
                </p:cNvPr>
                <p:cNvSpPr/>
                <p:nvPr/>
              </p:nvSpPr>
              <p:spPr>
                <a:xfrm>
                  <a:off x="6859933" y="3559240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5" name="椭圆 314">
                  <a:extLst>
                    <a:ext uri="{FF2B5EF4-FFF2-40B4-BE49-F238E27FC236}">
                      <a16:creationId xmlns:a16="http://schemas.microsoft.com/office/drawing/2014/main" id="{0EF81ED2-31F1-09F6-236E-8882E54D71F6}"/>
                    </a:ext>
                  </a:extLst>
                </p:cNvPr>
                <p:cNvSpPr/>
                <p:nvPr/>
              </p:nvSpPr>
              <p:spPr>
                <a:xfrm>
                  <a:off x="7848776" y="3565307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316" name="直接箭头连接符 315">
                  <a:extLst>
                    <a:ext uri="{FF2B5EF4-FFF2-40B4-BE49-F238E27FC236}">
                      <a16:creationId xmlns:a16="http://schemas.microsoft.com/office/drawing/2014/main" id="{DF92D680-2533-94DE-DE1A-6EF902A9451E}"/>
                    </a:ext>
                  </a:extLst>
                </p:cNvPr>
                <p:cNvCxnSpPr>
                  <a:cxnSpLocks/>
                  <a:stCxn id="312" idx="4"/>
                  <a:endCxn id="313" idx="0"/>
                </p:cNvCxnSpPr>
                <p:nvPr/>
              </p:nvCxnSpPr>
              <p:spPr>
                <a:xfrm>
                  <a:off x="7463854" y="3004789"/>
                  <a:ext cx="0" cy="223457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17" name="直接箭头连接符 316">
                  <a:extLst>
                    <a:ext uri="{FF2B5EF4-FFF2-40B4-BE49-F238E27FC236}">
                      <a16:creationId xmlns:a16="http://schemas.microsoft.com/office/drawing/2014/main" id="{6BF8CC3D-8BD1-61E5-7C7E-CFEB8B12CB8A}"/>
                    </a:ext>
                  </a:extLst>
                </p:cNvPr>
                <p:cNvCxnSpPr>
                  <a:cxnSpLocks/>
                  <a:stCxn id="312" idx="3"/>
                  <a:endCxn id="314" idx="0"/>
                </p:cNvCxnSpPr>
                <p:nvPr/>
              </p:nvCxnSpPr>
              <p:spPr>
                <a:xfrm flipH="1">
                  <a:off x="6980012" y="2969619"/>
                  <a:ext cx="398933" cy="589621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18" name="直接箭头连接符 317">
                  <a:extLst>
                    <a:ext uri="{FF2B5EF4-FFF2-40B4-BE49-F238E27FC236}">
                      <a16:creationId xmlns:a16="http://schemas.microsoft.com/office/drawing/2014/main" id="{889BF8F7-493E-D6EB-0CF2-F006AE109C88}"/>
                    </a:ext>
                  </a:extLst>
                </p:cNvPr>
                <p:cNvCxnSpPr>
                  <a:cxnSpLocks/>
                  <a:stCxn id="312" idx="5"/>
                  <a:endCxn id="315" idx="0"/>
                </p:cNvCxnSpPr>
                <p:nvPr/>
              </p:nvCxnSpPr>
              <p:spPr>
                <a:xfrm>
                  <a:off x="7548763" y="2969619"/>
                  <a:ext cx="420092" cy="59568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19" name="直接箭头连接符 318">
                  <a:extLst>
                    <a:ext uri="{FF2B5EF4-FFF2-40B4-BE49-F238E27FC236}">
                      <a16:creationId xmlns:a16="http://schemas.microsoft.com/office/drawing/2014/main" id="{10C30789-5531-4B2E-0488-14AA9D6D59ED}"/>
                    </a:ext>
                  </a:extLst>
                </p:cNvPr>
                <p:cNvCxnSpPr>
                  <a:cxnSpLocks/>
                  <a:stCxn id="314" idx="6"/>
                  <a:endCxn id="315" idx="2"/>
                </p:cNvCxnSpPr>
                <p:nvPr/>
              </p:nvCxnSpPr>
              <p:spPr>
                <a:xfrm>
                  <a:off x="7100091" y="3679319"/>
                  <a:ext cx="748685" cy="6067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0" name="直接箭头连接符 319">
                  <a:extLst>
                    <a:ext uri="{FF2B5EF4-FFF2-40B4-BE49-F238E27FC236}">
                      <a16:creationId xmlns:a16="http://schemas.microsoft.com/office/drawing/2014/main" id="{A2F35A1E-B0EB-5BA5-0DCB-092D5C99E656}"/>
                    </a:ext>
                  </a:extLst>
                </p:cNvPr>
                <p:cNvCxnSpPr>
                  <a:cxnSpLocks/>
                  <a:stCxn id="313" idx="2"/>
                  <a:endCxn id="314" idx="7"/>
                </p:cNvCxnSpPr>
                <p:nvPr/>
              </p:nvCxnSpPr>
              <p:spPr>
                <a:xfrm flipH="1">
                  <a:off x="7064921" y="3348325"/>
                  <a:ext cx="278854" cy="246085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1" name="直接箭头连接符 320">
                  <a:extLst>
                    <a:ext uri="{FF2B5EF4-FFF2-40B4-BE49-F238E27FC236}">
                      <a16:creationId xmlns:a16="http://schemas.microsoft.com/office/drawing/2014/main" id="{194EC24F-C37C-AA7F-5783-1CC70A7F98BC}"/>
                    </a:ext>
                  </a:extLst>
                </p:cNvPr>
                <p:cNvCxnSpPr>
                  <a:cxnSpLocks/>
                  <a:stCxn id="313" idx="6"/>
                  <a:endCxn id="315" idx="1"/>
                </p:cNvCxnSpPr>
                <p:nvPr/>
              </p:nvCxnSpPr>
              <p:spPr>
                <a:xfrm>
                  <a:off x="7583933" y="3348325"/>
                  <a:ext cx="300013" cy="252152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97" name="组合 296">
              <a:extLst>
                <a:ext uri="{FF2B5EF4-FFF2-40B4-BE49-F238E27FC236}">
                  <a16:creationId xmlns:a16="http://schemas.microsoft.com/office/drawing/2014/main" id="{E1F01620-B769-4B5C-37A3-690C52EEE009}"/>
                </a:ext>
              </a:extLst>
            </p:cNvPr>
            <p:cNvGrpSpPr/>
            <p:nvPr/>
          </p:nvGrpSpPr>
          <p:grpSpPr>
            <a:xfrm>
              <a:off x="7817050" y="1026710"/>
              <a:ext cx="1220255" cy="1118189"/>
              <a:chOff x="9022185" y="995487"/>
              <a:chExt cx="1220255" cy="1118189"/>
            </a:xfrm>
          </p:grpSpPr>
          <p:sp>
            <p:nvSpPr>
              <p:cNvPr id="298" name="矩形: 圆角 297">
                <a:extLst>
                  <a:ext uri="{FF2B5EF4-FFF2-40B4-BE49-F238E27FC236}">
                    <a16:creationId xmlns:a16="http://schemas.microsoft.com/office/drawing/2014/main" id="{79985457-BBFD-4E23-F73D-A1E5EF5FBD3B}"/>
                  </a:ext>
                </a:extLst>
              </p:cNvPr>
              <p:cNvSpPr/>
              <p:nvPr/>
            </p:nvSpPr>
            <p:spPr>
              <a:xfrm>
                <a:off x="9022185" y="995487"/>
                <a:ext cx="1220255" cy="1118189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99" name="组合 298">
                <a:extLst>
                  <a:ext uri="{FF2B5EF4-FFF2-40B4-BE49-F238E27FC236}">
                    <a16:creationId xmlns:a16="http://schemas.microsoft.com/office/drawing/2014/main" id="{868C7022-B2AB-99C2-1067-7EAA7313406B}"/>
                  </a:ext>
                </a:extLst>
              </p:cNvPr>
              <p:cNvGrpSpPr/>
              <p:nvPr/>
            </p:nvGrpSpPr>
            <p:grpSpPr>
              <a:xfrm>
                <a:off x="9048779" y="1048452"/>
                <a:ext cx="1170972" cy="929492"/>
                <a:chOff x="6859933" y="2764631"/>
                <a:chExt cx="1229001" cy="1040834"/>
              </a:xfrm>
            </p:grpSpPr>
            <p:sp>
              <p:nvSpPr>
                <p:cNvPr id="300" name="椭圆 299">
                  <a:extLst>
                    <a:ext uri="{FF2B5EF4-FFF2-40B4-BE49-F238E27FC236}">
                      <a16:creationId xmlns:a16="http://schemas.microsoft.com/office/drawing/2014/main" id="{1B142B8E-68E1-8EF2-15FC-7E22CCDE6602}"/>
                    </a:ext>
                  </a:extLst>
                </p:cNvPr>
                <p:cNvSpPr/>
                <p:nvPr/>
              </p:nvSpPr>
              <p:spPr>
                <a:xfrm>
                  <a:off x="7343775" y="2764631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1" name="椭圆 300">
                  <a:extLst>
                    <a:ext uri="{FF2B5EF4-FFF2-40B4-BE49-F238E27FC236}">
                      <a16:creationId xmlns:a16="http://schemas.microsoft.com/office/drawing/2014/main" id="{55AD681C-0CC5-5D72-49C2-BAD526288ADB}"/>
                    </a:ext>
                  </a:extLst>
                </p:cNvPr>
                <p:cNvSpPr/>
                <p:nvPr/>
              </p:nvSpPr>
              <p:spPr>
                <a:xfrm>
                  <a:off x="7343775" y="3228246"/>
                  <a:ext cx="240158" cy="240158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2" name="椭圆 301">
                  <a:extLst>
                    <a:ext uri="{FF2B5EF4-FFF2-40B4-BE49-F238E27FC236}">
                      <a16:creationId xmlns:a16="http://schemas.microsoft.com/office/drawing/2014/main" id="{057E9E42-74BF-227E-84A4-0872ACDCC978}"/>
                    </a:ext>
                  </a:extLst>
                </p:cNvPr>
                <p:cNvSpPr/>
                <p:nvPr/>
              </p:nvSpPr>
              <p:spPr>
                <a:xfrm>
                  <a:off x="6859933" y="3559240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3" name="椭圆 302">
                  <a:extLst>
                    <a:ext uri="{FF2B5EF4-FFF2-40B4-BE49-F238E27FC236}">
                      <a16:creationId xmlns:a16="http://schemas.microsoft.com/office/drawing/2014/main" id="{FFBD1DEC-E779-BE7C-AAB5-1AC0ACD5223D}"/>
                    </a:ext>
                  </a:extLst>
                </p:cNvPr>
                <p:cNvSpPr/>
                <p:nvPr/>
              </p:nvSpPr>
              <p:spPr>
                <a:xfrm>
                  <a:off x="7848776" y="3565307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304" name="直接箭头连接符 303">
                  <a:extLst>
                    <a:ext uri="{FF2B5EF4-FFF2-40B4-BE49-F238E27FC236}">
                      <a16:creationId xmlns:a16="http://schemas.microsoft.com/office/drawing/2014/main" id="{D339BE3D-8CAB-053B-67CE-EE532829E7ED}"/>
                    </a:ext>
                  </a:extLst>
                </p:cNvPr>
                <p:cNvCxnSpPr>
                  <a:cxnSpLocks/>
                  <a:stCxn id="300" idx="4"/>
                  <a:endCxn id="301" idx="0"/>
                </p:cNvCxnSpPr>
                <p:nvPr/>
              </p:nvCxnSpPr>
              <p:spPr>
                <a:xfrm>
                  <a:off x="7463854" y="3004789"/>
                  <a:ext cx="0" cy="223457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直接箭头连接符 304">
                  <a:extLst>
                    <a:ext uri="{FF2B5EF4-FFF2-40B4-BE49-F238E27FC236}">
                      <a16:creationId xmlns:a16="http://schemas.microsoft.com/office/drawing/2014/main" id="{278C3D51-C328-A7E7-1DDD-F12F557A7458}"/>
                    </a:ext>
                  </a:extLst>
                </p:cNvPr>
                <p:cNvCxnSpPr>
                  <a:cxnSpLocks/>
                  <a:stCxn id="300" idx="3"/>
                  <a:endCxn id="302" idx="0"/>
                </p:cNvCxnSpPr>
                <p:nvPr/>
              </p:nvCxnSpPr>
              <p:spPr>
                <a:xfrm flipH="1">
                  <a:off x="6980012" y="2969619"/>
                  <a:ext cx="398933" cy="589621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6" name="直接箭头连接符 305">
                  <a:extLst>
                    <a:ext uri="{FF2B5EF4-FFF2-40B4-BE49-F238E27FC236}">
                      <a16:creationId xmlns:a16="http://schemas.microsoft.com/office/drawing/2014/main" id="{69A258A3-3CBB-FFBB-40C0-66B04DE26EB6}"/>
                    </a:ext>
                  </a:extLst>
                </p:cNvPr>
                <p:cNvCxnSpPr>
                  <a:cxnSpLocks/>
                  <a:stCxn id="300" idx="5"/>
                  <a:endCxn id="303" idx="0"/>
                </p:cNvCxnSpPr>
                <p:nvPr/>
              </p:nvCxnSpPr>
              <p:spPr>
                <a:xfrm>
                  <a:off x="7548763" y="2969619"/>
                  <a:ext cx="420092" cy="59568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直接箭头连接符 306">
                  <a:extLst>
                    <a:ext uri="{FF2B5EF4-FFF2-40B4-BE49-F238E27FC236}">
                      <a16:creationId xmlns:a16="http://schemas.microsoft.com/office/drawing/2014/main" id="{90F4D2A3-E373-01CF-FE80-4580B31753A3}"/>
                    </a:ext>
                  </a:extLst>
                </p:cNvPr>
                <p:cNvCxnSpPr>
                  <a:cxnSpLocks/>
                  <a:stCxn id="302" idx="6"/>
                  <a:endCxn id="303" idx="2"/>
                </p:cNvCxnSpPr>
                <p:nvPr/>
              </p:nvCxnSpPr>
              <p:spPr>
                <a:xfrm>
                  <a:off x="7100091" y="3679319"/>
                  <a:ext cx="748685" cy="6067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8" name="直接箭头连接符 307">
                  <a:extLst>
                    <a:ext uri="{FF2B5EF4-FFF2-40B4-BE49-F238E27FC236}">
                      <a16:creationId xmlns:a16="http://schemas.microsoft.com/office/drawing/2014/main" id="{0C2A1CEE-786F-1D39-6719-19A975AE0EC9}"/>
                    </a:ext>
                  </a:extLst>
                </p:cNvPr>
                <p:cNvCxnSpPr>
                  <a:cxnSpLocks/>
                  <a:stCxn id="301" idx="2"/>
                  <a:endCxn id="302" idx="7"/>
                </p:cNvCxnSpPr>
                <p:nvPr/>
              </p:nvCxnSpPr>
              <p:spPr>
                <a:xfrm flipH="1">
                  <a:off x="7064921" y="3348325"/>
                  <a:ext cx="278854" cy="246085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直接箭头连接符 308">
                  <a:extLst>
                    <a:ext uri="{FF2B5EF4-FFF2-40B4-BE49-F238E27FC236}">
                      <a16:creationId xmlns:a16="http://schemas.microsoft.com/office/drawing/2014/main" id="{813B9602-DC7D-67E8-F126-313A96E1FA63}"/>
                    </a:ext>
                  </a:extLst>
                </p:cNvPr>
                <p:cNvCxnSpPr>
                  <a:cxnSpLocks/>
                  <a:stCxn id="301" idx="6"/>
                  <a:endCxn id="303" idx="1"/>
                </p:cNvCxnSpPr>
                <p:nvPr/>
              </p:nvCxnSpPr>
              <p:spPr>
                <a:xfrm>
                  <a:off x="7583933" y="3348325"/>
                  <a:ext cx="300013" cy="252152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36" name="组合 335">
            <a:extLst>
              <a:ext uri="{FF2B5EF4-FFF2-40B4-BE49-F238E27FC236}">
                <a16:creationId xmlns:a16="http://schemas.microsoft.com/office/drawing/2014/main" id="{D99768CF-E5F0-3B62-CBA0-617E0E336804}"/>
              </a:ext>
            </a:extLst>
          </p:cNvPr>
          <p:cNvGrpSpPr/>
          <p:nvPr/>
        </p:nvGrpSpPr>
        <p:grpSpPr>
          <a:xfrm>
            <a:off x="5834569" y="883007"/>
            <a:ext cx="725611" cy="486897"/>
            <a:chOff x="7119732" y="1135856"/>
            <a:chExt cx="1045574" cy="921544"/>
          </a:xfrm>
        </p:grpSpPr>
        <p:sp>
          <p:nvSpPr>
            <p:cNvPr id="337" name="矩形: 圆角 336">
              <a:extLst>
                <a:ext uri="{FF2B5EF4-FFF2-40B4-BE49-F238E27FC236}">
                  <a16:creationId xmlns:a16="http://schemas.microsoft.com/office/drawing/2014/main" id="{18CA81CF-0A84-92C6-8C6F-E58259681316}"/>
                </a:ext>
              </a:extLst>
            </p:cNvPr>
            <p:cNvSpPr/>
            <p:nvPr/>
          </p:nvSpPr>
          <p:spPr>
            <a:xfrm>
              <a:off x="7119732" y="1135856"/>
              <a:ext cx="1045574" cy="92154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8" name="矩形 337">
              <a:extLst>
                <a:ext uri="{FF2B5EF4-FFF2-40B4-BE49-F238E27FC236}">
                  <a16:creationId xmlns:a16="http://schemas.microsoft.com/office/drawing/2014/main" id="{0C536716-FE2C-D141-099E-E3108630C89B}"/>
                </a:ext>
              </a:extLst>
            </p:cNvPr>
            <p:cNvSpPr/>
            <p:nvPr/>
          </p:nvSpPr>
          <p:spPr>
            <a:xfrm>
              <a:off x="7279227" y="1421857"/>
              <a:ext cx="178593" cy="4616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9" name="矩形 338">
              <a:extLst>
                <a:ext uri="{FF2B5EF4-FFF2-40B4-BE49-F238E27FC236}">
                  <a16:creationId xmlns:a16="http://schemas.microsoft.com/office/drawing/2014/main" id="{67EE7F81-7CC2-C5EA-F924-8F5E8110EEEF}"/>
                </a:ext>
              </a:extLst>
            </p:cNvPr>
            <p:cNvSpPr/>
            <p:nvPr/>
          </p:nvSpPr>
          <p:spPr>
            <a:xfrm>
              <a:off x="7532787" y="1257285"/>
              <a:ext cx="178593" cy="6729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0" name="矩形 339">
              <a:extLst>
                <a:ext uri="{FF2B5EF4-FFF2-40B4-BE49-F238E27FC236}">
                  <a16:creationId xmlns:a16="http://schemas.microsoft.com/office/drawing/2014/main" id="{CF50A244-ED0D-7B03-C052-7DD103344A4A}"/>
                </a:ext>
              </a:extLst>
            </p:cNvPr>
            <p:cNvSpPr/>
            <p:nvPr/>
          </p:nvSpPr>
          <p:spPr>
            <a:xfrm>
              <a:off x="7836779" y="1421858"/>
              <a:ext cx="178593" cy="4616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86" name="连接符: 肘形 385">
            <a:extLst>
              <a:ext uri="{FF2B5EF4-FFF2-40B4-BE49-F238E27FC236}">
                <a16:creationId xmlns:a16="http://schemas.microsoft.com/office/drawing/2014/main" id="{F71A9519-9B6B-E0E4-D658-B0DA8D40D1E9}"/>
              </a:ext>
            </a:extLst>
          </p:cNvPr>
          <p:cNvCxnSpPr>
            <a:cxnSpLocks/>
            <a:stCxn id="17" idx="0"/>
            <a:endCxn id="26" idx="0"/>
          </p:cNvCxnSpPr>
          <p:nvPr/>
        </p:nvCxnSpPr>
        <p:spPr>
          <a:xfrm rot="16200000" flipH="1">
            <a:off x="6363119" y="78471"/>
            <a:ext cx="59030" cy="1744717"/>
          </a:xfrm>
          <a:prstGeom prst="bentConnector3">
            <a:avLst>
              <a:gd name="adj1" fmla="val -38726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4" name="组合 423">
            <a:extLst>
              <a:ext uri="{FF2B5EF4-FFF2-40B4-BE49-F238E27FC236}">
                <a16:creationId xmlns:a16="http://schemas.microsoft.com/office/drawing/2014/main" id="{995D7534-C8A5-B7A4-C21D-C7F969E5D5B5}"/>
              </a:ext>
            </a:extLst>
          </p:cNvPr>
          <p:cNvGrpSpPr/>
          <p:nvPr/>
        </p:nvGrpSpPr>
        <p:grpSpPr>
          <a:xfrm>
            <a:off x="5101990" y="1981857"/>
            <a:ext cx="466218" cy="926123"/>
            <a:chOff x="5593710" y="587748"/>
            <a:chExt cx="999971" cy="1871424"/>
          </a:xfrm>
        </p:grpSpPr>
        <p:sp>
          <p:nvSpPr>
            <p:cNvPr id="425" name="立方体 424">
              <a:extLst>
                <a:ext uri="{FF2B5EF4-FFF2-40B4-BE49-F238E27FC236}">
                  <a16:creationId xmlns:a16="http://schemas.microsoft.com/office/drawing/2014/main" id="{0D86FCEF-B456-DBD0-ED54-12800064231E}"/>
                </a:ext>
              </a:extLst>
            </p:cNvPr>
            <p:cNvSpPr/>
            <p:nvPr/>
          </p:nvSpPr>
          <p:spPr>
            <a:xfrm>
              <a:off x="5593710" y="587748"/>
              <a:ext cx="491040" cy="1871424"/>
            </a:xfrm>
            <a:prstGeom prst="cube">
              <a:avLst>
                <a:gd name="adj" fmla="val 7883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6" name="立方体 425">
              <a:extLst>
                <a:ext uri="{FF2B5EF4-FFF2-40B4-BE49-F238E27FC236}">
                  <a16:creationId xmlns:a16="http://schemas.microsoft.com/office/drawing/2014/main" id="{B9630D4E-79DD-809D-5673-034526F19754}"/>
                </a:ext>
              </a:extLst>
            </p:cNvPr>
            <p:cNvSpPr/>
            <p:nvPr/>
          </p:nvSpPr>
          <p:spPr>
            <a:xfrm>
              <a:off x="5774939" y="819738"/>
              <a:ext cx="389465" cy="1430749"/>
            </a:xfrm>
            <a:prstGeom prst="cube">
              <a:avLst>
                <a:gd name="adj" fmla="val 58462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7" name="立方体 426">
              <a:extLst>
                <a:ext uri="{FF2B5EF4-FFF2-40B4-BE49-F238E27FC236}">
                  <a16:creationId xmlns:a16="http://schemas.microsoft.com/office/drawing/2014/main" id="{9D9A4EC9-7681-4EB5-791D-261810DF434D}"/>
                </a:ext>
              </a:extLst>
            </p:cNvPr>
            <p:cNvSpPr/>
            <p:nvPr/>
          </p:nvSpPr>
          <p:spPr>
            <a:xfrm>
              <a:off x="5977417" y="1071563"/>
              <a:ext cx="451958" cy="985837"/>
            </a:xfrm>
            <a:prstGeom prst="cube">
              <a:avLst>
                <a:gd name="adj" fmla="val 47457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8" name="立方体 427">
              <a:extLst>
                <a:ext uri="{FF2B5EF4-FFF2-40B4-BE49-F238E27FC236}">
                  <a16:creationId xmlns:a16="http://schemas.microsoft.com/office/drawing/2014/main" id="{F7FB9FF7-1640-1DC8-7F71-A759A7C6F21A}"/>
                </a:ext>
              </a:extLst>
            </p:cNvPr>
            <p:cNvSpPr/>
            <p:nvPr/>
          </p:nvSpPr>
          <p:spPr>
            <a:xfrm>
              <a:off x="6265979" y="1316035"/>
              <a:ext cx="327702" cy="555500"/>
            </a:xfrm>
            <a:prstGeom prst="cube">
              <a:avLst>
                <a:gd name="adj" fmla="val 47457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0" name="文本框 439">
                <a:extLst>
                  <a:ext uri="{FF2B5EF4-FFF2-40B4-BE49-F238E27FC236}">
                    <a16:creationId xmlns:a16="http://schemas.microsoft.com/office/drawing/2014/main" id="{A8F61908-1F30-A53C-04E5-459522E9B3EA}"/>
                  </a:ext>
                </a:extLst>
              </p:cNvPr>
              <p:cNvSpPr txBox="1"/>
              <p:nvPr/>
            </p:nvSpPr>
            <p:spPr>
              <a:xfrm>
                <a:off x="7391873" y="848804"/>
                <a:ext cx="492314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40" name="文本框 439">
                <a:extLst>
                  <a:ext uri="{FF2B5EF4-FFF2-40B4-BE49-F238E27FC236}">
                    <a16:creationId xmlns:a16="http://schemas.microsoft.com/office/drawing/2014/main" id="{A8F61908-1F30-A53C-04E5-459522E9B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873" y="848804"/>
                <a:ext cx="492314" cy="246221"/>
              </a:xfrm>
              <a:prstGeom prst="rect">
                <a:avLst/>
              </a:prstGeom>
              <a:blipFill>
                <a:blip r:embed="rId6"/>
                <a:stretch>
                  <a:fillRect l="-3750" r="-3750" b="-317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2" name="文本框 461">
            <a:extLst>
              <a:ext uri="{FF2B5EF4-FFF2-40B4-BE49-F238E27FC236}">
                <a16:creationId xmlns:a16="http://schemas.microsoft.com/office/drawing/2014/main" id="{9BE766BD-DE3B-EA71-C304-2C5712BFC086}"/>
              </a:ext>
            </a:extLst>
          </p:cNvPr>
          <p:cNvSpPr txBox="1"/>
          <p:nvPr/>
        </p:nvSpPr>
        <p:spPr>
          <a:xfrm>
            <a:off x="10853489" y="1898254"/>
            <a:ext cx="1386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 network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97" name="直接箭头连接符 796">
            <a:extLst>
              <a:ext uri="{FF2B5EF4-FFF2-40B4-BE49-F238E27FC236}">
                <a16:creationId xmlns:a16="http://schemas.microsoft.com/office/drawing/2014/main" id="{B539CCFB-C381-71F4-8141-5026FE48C77D}"/>
              </a:ext>
            </a:extLst>
          </p:cNvPr>
          <p:cNvCxnSpPr>
            <a:cxnSpLocks/>
            <a:endCxn id="960" idx="0"/>
          </p:cNvCxnSpPr>
          <p:nvPr/>
        </p:nvCxnSpPr>
        <p:spPr>
          <a:xfrm>
            <a:off x="6192160" y="1880100"/>
            <a:ext cx="7088" cy="42920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1" name="矩形: 圆角 950">
            <a:extLst>
              <a:ext uri="{FF2B5EF4-FFF2-40B4-BE49-F238E27FC236}">
                <a16:creationId xmlns:a16="http://schemas.microsoft.com/office/drawing/2014/main" id="{296B3D20-3DE6-E6F1-A7A3-3D30E6F03E82}"/>
              </a:ext>
            </a:extLst>
          </p:cNvPr>
          <p:cNvSpPr/>
          <p:nvPr/>
        </p:nvSpPr>
        <p:spPr>
          <a:xfrm>
            <a:off x="10634041" y="4277339"/>
            <a:ext cx="1323274" cy="6303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minimize TD-error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55" name="连接符: 曲线 954">
            <a:extLst>
              <a:ext uri="{FF2B5EF4-FFF2-40B4-BE49-F238E27FC236}">
                <a16:creationId xmlns:a16="http://schemas.microsoft.com/office/drawing/2014/main" id="{758932C9-39FE-540D-D5DE-79BD09EA5AD8}"/>
              </a:ext>
            </a:extLst>
          </p:cNvPr>
          <p:cNvCxnSpPr>
            <a:cxnSpLocks/>
            <a:stCxn id="187" idx="3"/>
            <a:endCxn id="951" idx="2"/>
          </p:cNvCxnSpPr>
          <p:nvPr/>
        </p:nvCxnSpPr>
        <p:spPr>
          <a:xfrm flipV="1">
            <a:off x="10118164" y="4907705"/>
            <a:ext cx="1177514" cy="769385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5" name="连接符: 曲线 964">
            <a:extLst>
              <a:ext uri="{FF2B5EF4-FFF2-40B4-BE49-F238E27FC236}">
                <a16:creationId xmlns:a16="http://schemas.microsoft.com/office/drawing/2014/main" id="{730E5628-7DE7-85C4-11ED-AA7B3A2FE000}"/>
              </a:ext>
            </a:extLst>
          </p:cNvPr>
          <p:cNvCxnSpPr>
            <a:cxnSpLocks/>
            <a:stCxn id="178" idx="3"/>
            <a:endCxn id="951" idx="3"/>
          </p:cNvCxnSpPr>
          <p:nvPr/>
        </p:nvCxnSpPr>
        <p:spPr>
          <a:xfrm>
            <a:off x="11756927" y="2518491"/>
            <a:ext cx="200388" cy="2074031"/>
          </a:xfrm>
          <a:prstGeom prst="curvedConnector3">
            <a:avLst>
              <a:gd name="adj1" fmla="val 183247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7" name="连接符: 曲线 966">
            <a:extLst>
              <a:ext uri="{FF2B5EF4-FFF2-40B4-BE49-F238E27FC236}">
                <a16:creationId xmlns:a16="http://schemas.microsoft.com/office/drawing/2014/main" id="{35EE834C-D77D-E292-F6E8-8A8920577B86}"/>
              </a:ext>
            </a:extLst>
          </p:cNvPr>
          <p:cNvCxnSpPr>
            <a:cxnSpLocks/>
            <a:stCxn id="951" idx="0"/>
            <a:endCxn id="280" idx="2"/>
          </p:cNvCxnSpPr>
          <p:nvPr/>
        </p:nvCxnSpPr>
        <p:spPr>
          <a:xfrm rot="16200000" flipV="1">
            <a:off x="8968238" y="1949898"/>
            <a:ext cx="1293559" cy="3361323"/>
          </a:xfrm>
          <a:prstGeom prst="curvedConnector3">
            <a:avLst>
              <a:gd name="adj1" fmla="val 66363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0" name="文本框 969">
            <a:extLst>
              <a:ext uri="{FF2B5EF4-FFF2-40B4-BE49-F238E27FC236}">
                <a16:creationId xmlns:a16="http://schemas.microsoft.com/office/drawing/2014/main" id="{1B803CBB-F5FA-1652-A9EC-31FA8873AC1F}"/>
              </a:ext>
            </a:extLst>
          </p:cNvPr>
          <p:cNvSpPr txBox="1"/>
          <p:nvPr/>
        </p:nvSpPr>
        <p:spPr>
          <a:xfrm>
            <a:off x="7893898" y="773384"/>
            <a:ext cx="5488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9A45116-1738-F2C7-3653-1EA945A7B187}"/>
              </a:ext>
            </a:extLst>
          </p:cNvPr>
          <p:cNvSpPr txBox="1"/>
          <p:nvPr/>
        </p:nvSpPr>
        <p:spPr>
          <a:xfrm>
            <a:off x="10308115" y="3301523"/>
            <a:ext cx="865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57AC9ACC-6C9D-0551-032E-E8A09BBC4505}"/>
              </a:ext>
            </a:extLst>
          </p:cNvPr>
          <p:cNvGrpSpPr/>
          <p:nvPr/>
        </p:nvGrpSpPr>
        <p:grpSpPr>
          <a:xfrm>
            <a:off x="5836442" y="2309303"/>
            <a:ext cx="725611" cy="486897"/>
            <a:chOff x="7119732" y="1135856"/>
            <a:chExt cx="1045574" cy="921544"/>
          </a:xfrm>
        </p:grpSpPr>
        <p:sp>
          <p:nvSpPr>
            <p:cNvPr id="960" name="矩形: 圆角 959">
              <a:extLst>
                <a:ext uri="{FF2B5EF4-FFF2-40B4-BE49-F238E27FC236}">
                  <a16:creationId xmlns:a16="http://schemas.microsoft.com/office/drawing/2014/main" id="{C7B0E482-8112-3550-6CF7-DFC3B3E3B5F4}"/>
                </a:ext>
              </a:extLst>
            </p:cNvPr>
            <p:cNvSpPr/>
            <p:nvPr/>
          </p:nvSpPr>
          <p:spPr>
            <a:xfrm>
              <a:off x="7119732" y="1135856"/>
              <a:ext cx="1045574" cy="92154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1" name="矩形 960">
              <a:extLst>
                <a:ext uri="{FF2B5EF4-FFF2-40B4-BE49-F238E27FC236}">
                  <a16:creationId xmlns:a16="http://schemas.microsoft.com/office/drawing/2014/main" id="{620E83A2-DD49-64BE-D77E-33B08D014DC4}"/>
                </a:ext>
              </a:extLst>
            </p:cNvPr>
            <p:cNvSpPr/>
            <p:nvPr/>
          </p:nvSpPr>
          <p:spPr>
            <a:xfrm>
              <a:off x="7279227" y="1421857"/>
              <a:ext cx="178593" cy="4616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2" name="矩形 961">
              <a:extLst>
                <a:ext uri="{FF2B5EF4-FFF2-40B4-BE49-F238E27FC236}">
                  <a16:creationId xmlns:a16="http://schemas.microsoft.com/office/drawing/2014/main" id="{20B7923A-FEAE-D2D7-88EE-75C99F28EB34}"/>
                </a:ext>
              </a:extLst>
            </p:cNvPr>
            <p:cNvSpPr/>
            <p:nvPr/>
          </p:nvSpPr>
          <p:spPr>
            <a:xfrm>
              <a:off x="7532787" y="1257285"/>
              <a:ext cx="178593" cy="6729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3" name="矩形 962">
              <a:extLst>
                <a:ext uri="{FF2B5EF4-FFF2-40B4-BE49-F238E27FC236}">
                  <a16:creationId xmlns:a16="http://schemas.microsoft.com/office/drawing/2014/main" id="{97BDBDA1-E317-3D40-01AE-45B5398E1959}"/>
                </a:ext>
              </a:extLst>
            </p:cNvPr>
            <p:cNvSpPr/>
            <p:nvPr/>
          </p:nvSpPr>
          <p:spPr>
            <a:xfrm>
              <a:off x="7836779" y="1421858"/>
              <a:ext cx="178593" cy="4616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88" name="文本框 987">
            <a:extLst>
              <a:ext uri="{FF2B5EF4-FFF2-40B4-BE49-F238E27FC236}">
                <a16:creationId xmlns:a16="http://schemas.microsoft.com/office/drawing/2014/main" id="{DF45D86B-855E-1C6F-2335-F1409349EF2C}"/>
              </a:ext>
            </a:extLst>
          </p:cNvPr>
          <p:cNvSpPr txBox="1"/>
          <p:nvPr/>
        </p:nvSpPr>
        <p:spPr>
          <a:xfrm>
            <a:off x="6527767" y="3292560"/>
            <a:ext cx="2480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Actor network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9" name="文本框 988">
            <a:extLst>
              <a:ext uri="{FF2B5EF4-FFF2-40B4-BE49-F238E27FC236}">
                <a16:creationId xmlns:a16="http://schemas.microsoft.com/office/drawing/2014/main" id="{FC3A7CA5-4F2A-6CE1-C378-C966B08BE5ED}"/>
              </a:ext>
            </a:extLst>
          </p:cNvPr>
          <p:cNvSpPr txBox="1"/>
          <p:nvPr/>
        </p:nvSpPr>
        <p:spPr>
          <a:xfrm>
            <a:off x="9155592" y="4877381"/>
            <a:ext cx="1981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 Critic network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6" name="文本框 995">
                <a:extLst>
                  <a:ext uri="{FF2B5EF4-FFF2-40B4-BE49-F238E27FC236}">
                    <a16:creationId xmlns:a16="http://schemas.microsoft.com/office/drawing/2014/main" id="{99024AD0-9995-1045-71D8-A357F4BB45CE}"/>
                  </a:ext>
                </a:extLst>
              </p:cNvPr>
              <p:cNvSpPr txBox="1"/>
              <p:nvPr/>
            </p:nvSpPr>
            <p:spPr>
              <a:xfrm>
                <a:off x="1525057" y="3647895"/>
                <a:ext cx="948155" cy="7825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60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16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60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6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60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6" name="文本框 995">
                <a:extLst>
                  <a:ext uri="{FF2B5EF4-FFF2-40B4-BE49-F238E27FC236}">
                    <a16:creationId xmlns:a16="http://schemas.microsoft.com/office/drawing/2014/main" id="{99024AD0-9995-1045-71D8-A357F4BB4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057" y="3647895"/>
                <a:ext cx="948155" cy="782587"/>
              </a:xfrm>
              <a:prstGeom prst="rect">
                <a:avLst/>
              </a:prstGeom>
              <a:blipFill>
                <a:blip r:embed="rId7"/>
                <a:stretch>
                  <a:fillRect r="-205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7" name="直接箭头连接符 996">
            <a:extLst>
              <a:ext uri="{FF2B5EF4-FFF2-40B4-BE49-F238E27FC236}">
                <a16:creationId xmlns:a16="http://schemas.microsoft.com/office/drawing/2014/main" id="{6BF658EA-BAE7-F018-6D5D-BC37A0A984C0}"/>
              </a:ext>
            </a:extLst>
          </p:cNvPr>
          <p:cNvCxnSpPr>
            <a:cxnSpLocks/>
          </p:cNvCxnSpPr>
          <p:nvPr/>
        </p:nvCxnSpPr>
        <p:spPr>
          <a:xfrm>
            <a:off x="2654004" y="4038069"/>
            <a:ext cx="48233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8" name="组合 997">
            <a:extLst>
              <a:ext uri="{FF2B5EF4-FFF2-40B4-BE49-F238E27FC236}">
                <a16:creationId xmlns:a16="http://schemas.microsoft.com/office/drawing/2014/main" id="{D330E601-7F22-FB99-EE49-220122BBC3CE}"/>
              </a:ext>
            </a:extLst>
          </p:cNvPr>
          <p:cNvGrpSpPr/>
          <p:nvPr/>
        </p:nvGrpSpPr>
        <p:grpSpPr>
          <a:xfrm>
            <a:off x="3124216" y="3601297"/>
            <a:ext cx="538238" cy="936155"/>
            <a:chOff x="5593710" y="587748"/>
            <a:chExt cx="999971" cy="1871424"/>
          </a:xfrm>
        </p:grpSpPr>
        <p:sp>
          <p:nvSpPr>
            <p:cNvPr id="999" name="立方体 998">
              <a:extLst>
                <a:ext uri="{FF2B5EF4-FFF2-40B4-BE49-F238E27FC236}">
                  <a16:creationId xmlns:a16="http://schemas.microsoft.com/office/drawing/2014/main" id="{E0EA139F-6C60-0E8F-2BDB-27CE18EF917D}"/>
                </a:ext>
              </a:extLst>
            </p:cNvPr>
            <p:cNvSpPr/>
            <p:nvPr/>
          </p:nvSpPr>
          <p:spPr>
            <a:xfrm>
              <a:off x="5593710" y="587748"/>
              <a:ext cx="491040" cy="1871424"/>
            </a:xfrm>
            <a:prstGeom prst="cube">
              <a:avLst>
                <a:gd name="adj" fmla="val 7883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00" name="立方体 999">
              <a:extLst>
                <a:ext uri="{FF2B5EF4-FFF2-40B4-BE49-F238E27FC236}">
                  <a16:creationId xmlns:a16="http://schemas.microsoft.com/office/drawing/2014/main" id="{BC7FFF1D-DEA8-8F24-031D-D6AB5765E50F}"/>
                </a:ext>
              </a:extLst>
            </p:cNvPr>
            <p:cNvSpPr/>
            <p:nvPr/>
          </p:nvSpPr>
          <p:spPr>
            <a:xfrm>
              <a:off x="5774939" y="819738"/>
              <a:ext cx="389465" cy="1430749"/>
            </a:xfrm>
            <a:prstGeom prst="cube">
              <a:avLst>
                <a:gd name="adj" fmla="val 58462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01" name="立方体 1000">
              <a:extLst>
                <a:ext uri="{FF2B5EF4-FFF2-40B4-BE49-F238E27FC236}">
                  <a16:creationId xmlns:a16="http://schemas.microsoft.com/office/drawing/2014/main" id="{61E8520C-2E96-15A5-0AF6-FD7A5B0A7CA0}"/>
                </a:ext>
              </a:extLst>
            </p:cNvPr>
            <p:cNvSpPr/>
            <p:nvPr/>
          </p:nvSpPr>
          <p:spPr>
            <a:xfrm>
              <a:off x="5977417" y="1071563"/>
              <a:ext cx="451958" cy="985837"/>
            </a:xfrm>
            <a:prstGeom prst="cube">
              <a:avLst>
                <a:gd name="adj" fmla="val 47457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02" name="立方体 1001">
              <a:extLst>
                <a:ext uri="{FF2B5EF4-FFF2-40B4-BE49-F238E27FC236}">
                  <a16:creationId xmlns:a16="http://schemas.microsoft.com/office/drawing/2014/main" id="{201E956E-9AC1-D322-4C93-F647B57F499F}"/>
                </a:ext>
              </a:extLst>
            </p:cNvPr>
            <p:cNvSpPr/>
            <p:nvPr/>
          </p:nvSpPr>
          <p:spPr>
            <a:xfrm>
              <a:off x="6265979" y="1316035"/>
              <a:ext cx="327702" cy="555500"/>
            </a:xfrm>
            <a:prstGeom prst="cube">
              <a:avLst>
                <a:gd name="adj" fmla="val 47457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cxnSp>
        <p:nvCxnSpPr>
          <p:cNvPr id="1003" name="直接箭头连接符 1002">
            <a:extLst>
              <a:ext uri="{FF2B5EF4-FFF2-40B4-BE49-F238E27FC236}">
                <a16:creationId xmlns:a16="http://schemas.microsoft.com/office/drawing/2014/main" id="{44356E72-710F-F045-E48E-26C02C78B734}"/>
              </a:ext>
            </a:extLst>
          </p:cNvPr>
          <p:cNvCxnSpPr>
            <a:cxnSpLocks/>
          </p:cNvCxnSpPr>
          <p:nvPr/>
        </p:nvCxnSpPr>
        <p:spPr>
          <a:xfrm>
            <a:off x="4670672" y="4192849"/>
            <a:ext cx="526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4" name="组合 1003">
            <a:extLst>
              <a:ext uri="{FF2B5EF4-FFF2-40B4-BE49-F238E27FC236}">
                <a16:creationId xmlns:a16="http://schemas.microsoft.com/office/drawing/2014/main" id="{C514DCA5-F8DC-A270-7FDE-ECD147850B6D}"/>
              </a:ext>
            </a:extLst>
          </p:cNvPr>
          <p:cNvGrpSpPr/>
          <p:nvPr/>
        </p:nvGrpSpPr>
        <p:grpSpPr>
          <a:xfrm>
            <a:off x="5198803" y="4024643"/>
            <a:ext cx="324056" cy="324056"/>
            <a:chOff x="8691357" y="1421858"/>
            <a:chExt cx="324056" cy="324056"/>
          </a:xfrm>
        </p:grpSpPr>
        <p:sp>
          <p:nvSpPr>
            <p:cNvPr id="1005" name="椭圆 1004">
              <a:extLst>
                <a:ext uri="{FF2B5EF4-FFF2-40B4-BE49-F238E27FC236}">
                  <a16:creationId xmlns:a16="http://schemas.microsoft.com/office/drawing/2014/main" id="{9B440778-973F-F5E2-E605-C9E7BF970FFB}"/>
                </a:ext>
              </a:extLst>
            </p:cNvPr>
            <p:cNvSpPr/>
            <p:nvPr/>
          </p:nvSpPr>
          <p:spPr>
            <a:xfrm>
              <a:off x="8691357" y="1421858"/>
              <a:ext cx="324056" cy="32405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06" name="直接连接符 1005">
              <a:extLst>
                <a:ext uri="{FF2B5EF4-FFF2-40B4-BE49-F238E27FC236}">
                  <a16:creationId xmlns:a16="http://schemas.microsoft.com/office/drawing/2014/main" id="{B4D3DE4B-52C1-EBE8-84FC-0F13B2C4A9C5}"/>
                </a:ext>
              </a:extLst>
            </p:cNvPr>
            <p:cNvCxnSpPr>
              <a:cxnSpLocks/>
              <a:stCxn id="1005" idx="2"/>
              <a:endCxn id="1005" idx="6"/>
            </p:cNvCxnSpPr>
            <p:nvPr/>
          </p:nvCxnSpPr>
          <p:spPr>
            <a:xfrm>
              <a:off x="8691357" y="1583886"/>
              <a:ext cx="324056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07" name="直接连接符 1006">
              <a:extLst>
                <a:ext uri="{FF2B5EF4-FFF2-40B4-BE49-F238E27FC236}">
                  <a16:creationId xmlns:a16="http://schemas.microsoft.com/office/drawing/2014/main" id="{6CDA55E9-AB43-C20D-416C-88FA4FAFB640}"/>
                </a:ext>
              </a:extLst>
            </p:cNvPr>
            <p:cNvCxnSpPr>
              <a:cxnSpLocks/>
              <a:stCxn id="1005" idx="0"/>
              <a:endCxn id="1005" idx="4"/>
            </p:cNvCxnSpPr>
            <p:nvPr/>
          </p:nvCxnSpPr>
          <p:spPr>
            <a:xfrm>
              <a:off x="8853385" y="1421858"/>
              <a:ext cx="0" cy="32405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08" name="文本框 1007">
                <a:extLst>
                  <a:ext uri="{FF2B5EF4-FFF2-40B4-BE49-F238E27FC236}">
                    <a16:creationId xmlns:a16="http://schemas.microsoft.com/office/drawing/2014/main" id="{AD52163A-F4E1-4FF9-C1C2-6003A6B33AA9}"/>
                  </a:ext>
                </a:extLst>
              </p:cNvPr>
              <p:cNvSpPr txBox="1"/>
              <p:nvPr/>
            </p:nvSpPr>
            <p:spPr>
              <a:xfrm>
                <a:off x="4960868" y="4263993"/>
                <a:ext cx="46621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008" name="文本框 1007">
                <a:extLst>
                  <a:ext uri="{FF2B5EF4-FFF2-40B4-BE49-F238E27FC236}">
                    <a16:creationId xmlns:a16="http://schemas.microsoft.com/office/drawing/2014/main" id="{AD52163A-F4E1-4FF9-C1C2-6003A6B33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868" y="4263993"/>
                <a:ext cx="466218" cy="246221"/>
              </a:xfrm>
              <a:prstGeom prst="rect">
                <a:avLst/>
              </a:prstGeom>
              <a:blipFill>
                <a:blip r:embed="rId8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9" name="文本框 1008">
            <a:extLst>
              <a:ext uri="{FF2B5EF4-FFF2-40B4-BE49-F238E27FC236}">
                <a16:creationId xmlns:a16="http://schemas.microsoft.com/office/drawing/2014/main" id="{403AE986-48E0-5FB5-6D0D-06332DFD197A}"/>
              </a:ext>
            </a:extLst>
          </p:cNvPr>
          <p:cNvSpPr txBox="1"/>
          <p:nvPr/>
        </p:nvSpPr>
        <p:spPr>
          <a:xfrm>
            <a:off x="5247982" y="3718339"/>
            <a:ext cx="10579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10" name="直接箭头连接符 1009">
            <a:extLst>
              <a:ext uri="{FF2B5EF4-FFF2-40B4-BE49-F238E27FC236}">
                <a16:creationId xmlns:a16="http://schemas.microsoft.com/office/drawing/2014/main" id="{8446C584-C5E5-CF14-D909-6E238378DE78}"/>
              </a:ext>
            </a:extLst>
          </p:cNvPr>
          <p:cNvCxnSpPr>
            <a:cxnSpLocks/>
          </p:cNvCxnSpPr>
          <p:nvPr/>
        </p:nvCxnSpPr>
        <p:spPr>
          <a:xfrm>
            <a:off x="5508910" y="4186221"/>
            <a:ext cx="526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1" name="组合 1010">
            <a:extLst>
              <a:ext uri="{FF2B5EF4-FFF2-40B4-BE49-F238E27FC236}">
                <a16:creationId xmlns:a16="http://schemas.microsoft.com/office/drawing/2014/main" id="{3DA39486-1B97-2EC4-E7BD-710E4CEB7C64}"/>
              </a:ext>
            </a:extLst>
          </p:cNvPr>
          <p:cNvGrpSpPr/>
          <p:nvPr/>
        </p:nvGrpSpPr>
        <p:grpSpPr>
          <a:xfrm>
            <a:off x="6049925" y="3650265"/>
            <a:ext cx="963979" cy="913888"/>
            <a:chOff x="7817050" y="800486"/>
            <a:chExt cx="1379799" cy="1344413"/>
          </a:xfrm>
        </p:grpSpPr>
        <p:grpSp>
          <p:nvGrpSpPr>
            <p:cNvPr id="1012" name="组合 1011">
              <a:extLst>
                <a:ext uri="{FF2B5EF4-FFF2-40B4-BE49-F238E27FC236}">
                  <a16:creationId xmlns:a16="http://schemas.microsoft.com/office/drawing/2014/main" id="{71A745A7-30A8-C085-54D3-0D1AB59E8917}"/>
                </a:ext>
              </a:extLst>
            </p:cNvPr>
            <p:cNvGrpSpPr/>
            <p:nvPr/>
          </p:nvGrpSpPr>
          <p:grpSpPr>
            <a:xfrm>
              <a:off x="7976594" y="800486"/>
              <a:ext cx="1220255" cy="1118189"/>
              <a:chOff x="9022185" y="995487"/>
              <a:chExt cx="1220255" cy="1118189"/>
            </a:xfrm>
          </p:grpSpPr>
          <p:sp>
            <p:nvSpPr>
              <p:cNvPr id="130" name="矩形: 圆角 129">
                <a:extLst>
                  <a:ext uri="{FF2B5EF4-FFF2-40B4-BE49-F238E27FC236}">
                    <a16:creationId xmlns:a16="http://schemas.microsoft.com/office/drawing/2014/main" id="{C257C0E1-C896-DEE9-82BD-5B84A4B8E335}"/>
                  </a:ext>
                </a:extLst>
              </p:cNvPr>
              <p:cNvSpPr/>
              <p:nvPr/>
            </p:nvSpPr>
            <p:spPr>
              <a:xfrm>
                <a:off x="9022185" y="995487"/>
                <a:ext cx="1220255" cy="1118189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31" name="组合 130">
                <a:extLst>
                  <a:ext uri="{FF2B5EF4-FFF2-40B4-BE49-F238E27FC236}">
                    <a16:creationId xmlns:a16="http://schemas.microsoft.com/office/drawing/2014/main" id="{2BC12436-815E-59FE-F0B3-01F74E9D5C01}"/>
                  </a:ext>
                </a:extLst>
              </p:cNvPr>
              <p:cNvGrpSpPr/>
              <p:nvPr/>
            </p:nvGrpSpPr>
            <p:grpSpPr>
              <a:xfrm>
                <a:off x="9048779" y="1048452"/>
                <a:ext cx="1170972" cy="929492"/>
                <a:chOff x="6859933" y="2764631"/>
                <a:chExt cx="1229001" cy="1040834"/>
              </a:xfrm>
            </p:grpSpPr>
            <p:sp>
              <p:nvSpPr>
                <p:cNvPr id="141" name="椭圆 140">
                  <a:extLst>
                    <a:ext uri="{FF2B5EF4-FFF2-40B4-BE49-F238E27FC236}">
                      <a16:creationId xmlns:a16="http://schemas.microsoft.com/office/drawing/2014/main" id="{2F6794DB-7B67-2126-5FC3-A5196A95C759}"/>
                    </a:ext>
                  </a:extLst>
                </p:cNvPr>
                <p:cNvSpPr/>
                <p:nvPr/>
              </p:nvSpPr>
              <p:spPr>
                <a:xfrm>
                  <a:off x="7343775" y="2764631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2" name="椭圆 141">
                  <a:extLst>
                    <a:ext uri="{FF2B5EF4-FFF2-40B4-BE49-F238E27FC236}">
                      <a16:creationId xmlns:a16="http://schemas.microsoft.com/office/drawing/2014/main" id="{507B930E-A39C-E4EE-E31C-B4EDB96F6CA7}"/>
                    </a:ext>
                  </a:extLst>
                </p:cNvPr>
                <p:cNvSpPr/>
                <p:nvPr/>
              </p:nvSpPr>
              <p:spPr>
                <a:xfrm>
                  <a:off x="7343775" y="3228246"/>
                  <a:ext cx="240158" cy="240158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3" name="椭圆 142">
                  <a:extLst>
                    <a:ext uri="{FF2B5EF4-FFF2-40B4-BE49-F238E27FC236}">
                      <a16:creationId xmlns:a16="http://schemas.microsoft.com/office/drawing/2014/main" id="{E9EE2F99-6648-7F26-A065-E9D5423D31FF}"/>
                    </a:ext>
                  </a:extLst>
                </p:cNvPr>
                <p:cNvSpPr/>
                <p:nvPr/>
              </p:nvSpPr>
              <p:spPr>
                <a:xfrm>
                  <a:off x="6859933" y="3559240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4" name="椭圆 143">
                  <a:extLst>
                    <a:ext uri="{FF2B5EF4-FFF2-40B4-BE49-F238E27FC236}">
                      <a16:creationId xmlns:a16="http://schemas.microsoft.com/office/drawing/2014/main" id="{32C0EA75-5B9C-822A-DD39-E3987E52FC7F}"/>
                    </a:ext>
                  </a:extLst>
                </p:cNvPr>
                <p:cNvSpPr/>
                <p:nvPr/>
              </p:nvSpPr>
              <p:spPr>
                <a:xfrm>
                  <a:off x="7848776" y="3565307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45" name="直接箭头连接符 144">
                  <a:extLst>
                    <a:ext uri="{FF2B5EF4-FFF2-40B4-BE49-F238E27FC236}">
                      <a16:creationId xmlns:a16="http://schemas.microsoft.com/office/drawing/2014/main" id="{9F58ECCE-5FC0-E576-C8FE-378EA2D36A34}"/>
                    </a:ext>
                  </a:extLst>
                </p:cNvPr>
                <p:cNvCxnSpPr>
                  <a:cxnSpLocks/>
                  <a:stCxn id="141" idx="4"/>
                  <a:endCxn id="142" idx="0"/>
                </p:cNvCxnSpPr>
                <p:nvPr/>
              </p:nvCxnSpPr>
              <p:spPr>
                <a:xfrm>
                  <a:off x="7463854" y="3004789"/>
                  <a:ext cx="0" cy="223457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直接箭头连接符 145">
                  <a:extLst>
                    <a:ext uri="{FF2B5EF4-FFF2-40B4-BE49-F238E27FC236}">
                      <a16:creationId xmlns:a16="http://schemas.microsoft.com/office/drawing/2014/main" id="{66292DA7-E215-E166-008B-509BF7FF7BF3}"/>
                    </a:ext>
                  </a:extLst>
                </p:cNvPr>
                <p:cNvCxnSpPr>
                  <a:cxnSpLocks/>
                  <a:stCxn id="141" idx="3"/>
                  <a:endCxn id="143" idx="0"/>
                </p:cNvCxnSpPr>
                <p:nvPr/>
              </p:nvCxnSpPr>
              <p:spPr>
                <a:xfrm flipH="1">
                  <a:off x="6980012" y="2969619"/>
                  <a:ext cx="398933" cy="589621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直接箭头连接符 146">
                  <a:extLst>
                    <a:ext uri="{FF2B5EF4-FFF2-40B4-BE49-F238E27FC236}">
                      <a16:creationId xmlns:a16="http://schemas.microsoft.com/office/drawing/2014/main" id="{57D41AD3-51A0-FE42-ABB7-F3CE33098F0E}"/>
                    </a:ext>
                  </a:extLst>
                </p:cNvPr>
                <p:cNvCxnSpPr>
                  <a:cxnSpLocks/>
                  <a:stCxn id="141" idx="5"/>
                  <a:endCxn id="144" idx="0"/>
                </p:cNvCxnSpPr>
                <p:nvPr/>
              </p:nvCxnSpPr>
              <p:spPr>
                <a:xfrm>
                  <a:off x="7548763" y="2969619"/>
                  <a:ext cx="420092" cy="59568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直接箭头连接符 147">
                  <a:extLst>
                    <a:ext uri="{FF2B5EF4-FFF2-40B4-BE49-F238E27FC236}">
                      <a16:creationId xmlns:a16="http://schemas.microsoft.com/office/drawing/2014/main" id="{AC6FC5E5-00FF-1682-FB21-C640AA9A4B73}"/>
                    </a:ext>
                  </a:extLst>
                </p:cNvPr>
                <p:cNvCxnSpPr>
                  <a:cxnSpLocks/>
                  <a:stCxn id="143" idx="6"/>
                  <a:endCxn id="144" idx="2"/>
                </p:cNvCxnSpPr>
                <p:nvPr/>
              </p:nvCxnSpPr>
              <p:spPr>
                <a:xfrm>
                  <a:off x="7100091" y="3679319"/>
                  <a:ext cx="748685" cy="6067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直接箭头连接符 148">
                  <a:extLst>
                    <a:ext uri="{FF2B5EF4-FFF2-40B4-BE49-F238E27FC236}">
                      <a16:creationId xmlns:a16="http://schemas.microsoft.com/office/drawing/2014/main" id="{801D8FEC-1A72-E02F-F5C8-FC1A5D9F0F42}"/>
                    </a:ext>
                  </a:extLst>
                </p:cNvPr>
                <p:cNvCxnSpPr>
                  <a:cxnSpLocks/>
                  <a:stCxn id="142" idx="2"/>
                  <a:endCxn id="143" idx="7"/>
                </p:cNvCxnSpPr>
                <p:nvPr/>
              </p:nvCxnSpPr>
              <p:spPr>
                <a:xfrm flipH="1">
                  <a:off x="7064921" y="3348325"/>
                  <a:ext cx="278854" cy="246085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直接箭头连接符 149">
                  <a:extLst>
                    <a:ext uri="{FF2B5EF4-FFF2-40B4-BE49-F238E27FC236}">
                      <a16:creationId xmlns:a16="http://schemas.microsoft.com/office/drawing/2014/main" id="{CFBF0249-0B37-23B4-C23D-F6A4EDE9F1A9}"/>
                    </a:ext>
                  </a:extLst>
                </p:cNvPr>
                <p:cNvCxnSpPr>
                  <a:cxnSpLocks/>
                  <a:stCxn id="142" idx="6"/>
                  <a:endCxn id="144" idx="1"/>
                </p:cNvCxnSpPr>
                <p:nvPr/>
              </p:nvCxnSpPr>
              <p:spPr>
                <a:xfrm>
                  <a:off x="7583933" y="3348325"/>
                  <a:ext cx="300013" cy="252152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13" name="组合 1012">
              <a:extLst>
                <a:ext uri="{FF2B5EF4-FFF2-40B4-BE49-F238E27FC236}">
                  <a16:creationId xmlns:a16="http://schemas.microsoft.com/office/drawing/2014/main" id="{FD5C3F73-58E6-F124-42E2-C9604C224E76}"/>
                </a:ext>
              </a:extLst>
            </p:cNvPr>
            <p:cNvGrpSpPr/>
            <p:nvPr/>
          </p:nvGrpSpPr>
          <p:grpSpPr>
            <a:xfrm>
              <a:off x="7817050" y="1026710"/>
              <a:ext cx="1220255" cy="1118189"/>
              <a:chOff x="9022185" y="995487"/>
              <a:chExt cx="1220255" cy="1118189"/>
            </a:xfrm>
          </p:grpSpPr>
          <p:sp>
            <p:nvSpPr>
              <p:cNvPr id="1014" name="矩形: 圆角 1013">
                <a:extLst>
                  <a:ext uri="{FF2B5EF4-FFF2-40B4-BE49-F238E27FC236}">
                    <a16:creationId xmlns:a16="http://schemas.microsoft.com/office/drawing/2014/main" id="{B1F9E949-4764-68B5-7897-026185D325DD}"/>
                  </a:ext>
                </a:extLst>
              </p:cNvPr>
              <p:cNvSpPr/>
              <p:nvPr/>
            </p:nvSpPr>
            <p:spPr>
              <a:xfrm>
                <a:off x="9022185" y="995487"/>
                <a:ext cx="1220255" cy="1118189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015" name="组合 1014">
                <a:extLst>
                  <a:ext uri="{FF2B5EF4-FFF2-40B4-BE49-F238E27FC236}">
                    <a16:creationId xmlns:a16="http://schemas.microsoft.com/office/drawing/2014/main" id="{BABEFF78-300E-0BFD-D3C6-980CD1CF0112}"/>
                  </a:ext>
                </a:extLst>
              </p:cNvPr>
              <p:cNvGrpSpPr/>
              <p:nvPr/>
            </p:nvGrpSpPr>
            <p:grpSpPr>
              <a:xfrm>
                <a:off x="9048779" y="1048452"/>
                <a:ext cx="1170972" cy="929492"/>
                <a:chOff x="6859933" y="2764631"/>
                <a:chExt cx="1229001" cy="1040834"/>
              </a:xfrm>
            </p:grpSpPr>
            <p:sp>
              <p:nvSpPr>
                <p:cNvPr id="1016" name="椭圆 1015">
                  <a:extLst>
                    <a:ext uri="{FF2B5EF4-FFF2-40B4-BE49-F238E27FC236}">
                      <a16:creationId xmlns:a16="http://schemas.microsoft.com/office/drawing/2014/main" id="{81AF8BEC-AE2C-1BAC-B42D-0450E2640F15}"/>
                    </a:ext>
                  </a:extLst>
                </p:cNvPr>
                <p:cNvSpPr/>
                <p:nvPr/>
              </p:nvSpPr>
              <p:spPr>
                <a:xfrm>
                  <a:off x="7343775" y="2764631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17" name="椭圆 1016">
                  <a:extLst>
                    <a:ext uri="{FF2B5EF4-FFF2-40B4-BE49-F238E27FC236}">
                      <a16:creationId xmlns:a16="http://schemas.microsoft.com/office/drawing/2014/main" id="{E68F7C93-849D-C65D-B609-674117E939B2}"/>
                    </a:ext>
                  </a:extLst>
                </p:cNvPr>
                <p:cNvSpPr/>
                <p:nvPr/>
              </p:nvSpPr>
              <p:spPr>
                <a:xfrm>
                  <a:off x="7343775" y="3228246"/>
                  <a:ext cx="240158" cy="240158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18" name="椭圆 1017">
                  <a:extLst>
                    <a:ext uri="{FF2B5EF4-FFF2-40B4-BE49-F238E27FC236}">
                      <a16:creationId xmlns:a16="http://schemas.microsoft.com/office/drawing/2014/main" id="{7480B67C-4880-A443-EAED-B3BA0B9EA1FA}"/>
                    </a:ext>
                  </a:extLst>
                </p:cNvPr>
                <p:cNvSpPr/>
                <p:nvPr/>
              </p:nvSpPr>
              <p:spPr>
                <a:xfrm>
                  <a:off x="6859933" y="3559240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19" name="椭圆 1018">
                  <a:extLst>
                    <a:ext uri="{FF2B5EF4-FFF2-40B4-BE49-F238E27FC236}">
                      <a16:creationId xmlns:a16="http://schemas.microsoft.com/office/drawing/2014/main" id="{F940768B-2920-0411-B2D0-4B885608D369}"/>
                    </a:ext>
                  </a:extLst>
                </p:cNvPr>
                <p:cNvSpPr/>
                <p:nvPr/>
              </p:nvSpPr>
              <p:spPr>
                <a:xfrm>
                  <a:off x="7848776" y="3565307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020" name="直接箭头连接符 1019">
                  <a:extLst>
                    <a:ext uri="{FF2B5EF4-FFF2-40B4-BE49-F238E27FC236}">
                      <a16:creationId xmlns:a16="http://schemas.microsoft.com/office/drawing/2014/main" id="{EB6EF6BE-0655-D015-4426-CEE5853690D7}"/>
                    </a:ext>
                  </a:extLst>
                </p:cNvPr>
                <p:cNvCxnSpPr>
                  <a:cxnSpLocks/>
                  <a:stCxn id="1016" idx="4"/>
                  <a:endCxn id="1017" idx="0"/>
                </p:cNvCxnSpPr>
                <p:nvPr/>
              </p:nvCxnSpPr>
              <p:spPr>
                <a:xfrm>
                  <a:off x="7463854" y="3004789"/>
                  <a:ext cx="0" cy="223457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21" name="直接箭头连接符 1020">
                  <a:extLst>
                    <a:ext uri="{FF2B5EF4-FFF2-40B4-BE49-F238E27FC236}">
                      <a16:creationId xmlns:a16="http://schemas.microsoft.com/office/drawing/2014/main" id="{EFC482C1-F268-58EB-6814-DB30A2D461A1}"/>
                    </a:ext>
                  </a:extLst>
                </p:cNvPr>
                <p:cNvCxnSpPr>
                  <a:cxnSpLocks/>
                  <a:stCxn id="1016" idx="3"/>
                  <a:endCxn id="1018" idx="0"/>
                </p:cNvCxnSpPr>
                <p:nvPr/>
              </p:nvCxnSpPr>
              <p:spPr>
                <a:xfrm flipH="1">
                  <a:off x="6980012" y="2969619"/>
                  <a:ext cx="398933" cy="589621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22" name="直接箭头连接符 1021">
                  <a:extLst>
                    <a:ext uri="{FF2B5EF4-FFF2-40B4-BE49-F238E27FC236}">
                      <a16:creationId xmlns:a16="http://schemas.microsoft.com/office/drawing/2014/main" id="{8FDB607C-91EA-CB0E-EC3D-8A916A754629}"/>
                    </a:ext>
                  </a:extLst>
                </p:cNvPr>
                <p:cNvCxnSpPr>
                  <a:cxnSpLocks/>
                  <a:stCxn id="1016" idx="5"/>
                  <a:endCxn id="1019" idx="0"/>
                </p:cNvCxnSpPr>
                <p:nvPr/>
              </p:nvCxnSpPr>
              <p:spPr>
                <a:xfrm>
                  <a:off x="7548763" y="2969619"/>
                  <a:ext cx="420092" cy="59568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23" name="直接箭头连接符 1022">
                  <a:extLst>
                    <a:ext uri="{FF2B5EF4-FFF2-40B4-BE49-F238E27FC236}">
                      <a16:creationId xmlns:a16="http://schemas.microsoft.com/office/drawing/2014/main" id="{B9672F58-2254-115D-C11B-AB749AA3EF42}"/>
                    </a:ext>
                  </a:extLst>
                </p:cNvPr>
                <p:cNvCxnSpPr>
                  <a:cxnSpLocks/>
                  <a:stCxn id="1018" idx="6"/>
                  <a:endCxn id="1019" idx="2"/>
                </p:cNvCxnSpPr>
                <p:nvPr/>
              </p:nvCxnSpPr>
              <p:spPr>
                <a:xfrm>
                  <a:off x="7100091" y="3679319"/>
                  <a:ext cx="748685" cy="6067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直接箭头连接符 127">
                  <a:extLst>
                    <a:ext uri="{FF2B5EF4-FFF2-40B4-BE49-F238E27FC236}">
                      <a16:creationId xmlns:a16="http://schemas.microsoft.com/office/drawing/2014/main" id="{96B5CD5A-4D0C-0CEF-49A5-F46803B01C8E}"/>
                    </a:ext>
                  </a:extLst>
                </p:cNvPr>
                <p:cNvCxnSpPr>
                  <a:cxnSpLocks/>
                  <a:stCxn id="1017" idx="2"/>
                  <a:endCxn id="1018" idx="7"/>
                </p:cNvCxnSpPr>
                <p:nvPr/>
              </p:nvCxnSpPr>
              <p:spPr>
                <a:xfrm flipH="1">
                  <a:off x="7064921" y="3348325"/>
                  <a:ext cx="278854" cy="246085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直接箭头连接符 128">
                  <a:extLst>
                    <a:ext uri="{FF2B5EF4-FFF2-40B4-BE49-F238E27FC236}">
                      <a16:creationId xmlns:a16="http://schemas.microsoft.com/office/drawing/2014/main" id="{9604349A-60DA-64AF-D703-02E82362691B}"/>
                    </a:ext>
                  </a:extLst>
                </p:cNvPr>
                <p:cNvCxnSpPr>
                  <a:cxnSpLocks/>
                  <a:stCxn id="1017" idx="6"/>
                  <a:endCxn id="1019" idx="1"/>
                </p:cNvCxnSpPr>
                <p:nvPr/>
              </p:nvCxnSpPr>
              <p:spPr>
                <a:xfrm>
                  <a:off x="7583933" y="3348325"/>
                  <a:ext cx="300013" cy="252152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5BAC9D27-194E-C0F7-E55E-8598FBDAB353}"/>
              </a:ext>
            </a:extLst>
          </p:cNvPr>
          <p:cNvCxnSpPr>
            <a:cxnSpLocks/>
          </p:cNvCxnSpPr>
          <p:nvPr/>
        </p:nvCxnSpPr>
        <p:spPr>
          <a:xfrm>
            <a:off x="7010609" y="4185229"/>
            <a:ext cx="526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2" name="组合 151">
            <a:extLst>
              <a:ext uri="{FF2B5EF4-FFF2-40B4-BE49-F238E27FC236}">
                <a16:creationId xmlns:a16="http://schemas.microsoft.com/office/drawing/2014/main" id="{883DF552-FC7B-9661-3C79-E0D8EF65DCCF}"/>
              </a:ext>
            </a:extLst>
          </p:cNvPr>
          <p:cNvGrpSpPr/>
          <p:nvPr/>
        </p:nvGrpSpPr>
        <p:grpSpPr>
          <a:xfrm>
            <a:off x="7553566" y="3906621"/>
            <a:ext cx="768356" cy="554518"/>
            <a:chOff x="7119732" y="1135856"/>
            <a:chExt cx="1045574" cy="921544"/>
          </a:xfrm>
        </p:grpSpPr>
        <p:sp>
          <p:nvSpPr>
            <p:cNvPr id="153" name="矩形: 圆角 152">
              <a:extLst>
                <a:ext uri="{FF2B5EF4-FFF2-40B4-BE49-F238E27FC236}">
                  <a16:creationId xmlns:a16="http://schemas.microsoft.com/office/drawing/2014/main" id="{C428B695-3C87-4CA2-D8A1-0AE06B4123DE}"/>
                </a:ext>
              </a:extLst>
            </p:cNvPr>
            <p:cNvSpPr/>
            <p:nvPr/>
          </p:nvSpPr>
          <p:spPr>
            <a:xfrm>
              <a:off x="7119732" y="1135856"/>
              <a:ext cx="1045574" cy="92154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矩形 153">
              <a:extLst>
                <a:ext uri="{FF2B5EF4-FFF2-40B4-BE49-F238E27FC236}">
                  <a16:creationId xmlns:a16="http://schemas.microsoft.com/office/drawing/2014/main" id="{8846E700-A7EF-4679-7DB2-5D6A5CDE49FA}"/>
                </a:ext>
              </a:extLst>
            </p:cNvPr>
            <p:cNvSpPr/>
            <p:nvPr/>
          </p:nvSpPr>
          <p:spPr>
            <a:xfrm>
              <a:off x="7279227" y="1421857"/>
              <a:ext cx="178593" cy="4616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矩形 154">
              <a:extLst>
                <a:ext uri="{FF2B5EF4-FFF2-40B4-BE49-F238E27FC236}">
                  <a16:creationId xmlns:a16="http://schemas.microsoft.com/office/drawing/2014/main" id="{31D4BA74-ADFC-20B6-23CA-6913E2EA2442}"/>
                </a:ext>
              </a:extLst>
            </p:cNvPr>
            <p:cNvSpPr/>
            <p:nvPr/>
          </p:nvSpPr>
          <p:spPr>
            <a:xfrm>
              <a:off x="7532787" y="1257285"/>
              <a:ext cx="178593" cy="6729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矩形 155">
              <a:extLst>
                <a:ext uri="{FF2B5EF4-FFF2-40B4-BE49-F238E27FC236}">
                  <a16:creationId xmlns:a16="http://schemas.microsoft.com/office/drawing/2014/main" id="{49562532-5C88-8CC1-4085-25B74D1A8251}"/>
                </a:ext>
              </a:extLst>
            </p:cNvPr>
            <p:cNvSpPr/>
            <p:nvPr/>
          </p:nvSpPr>
          <p:spPr>
            <a:xfrm>
              <a:off x="7836779" y="1421858"/>
              <a:ext cx="178593" cy="4616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77D01517-81C3-E079-81A5-C01EE7BE7A5B}"/>
              </a:ext>
            </a:extLst>
          </p:cNvPr>
          <p:cNvCxnSpPr>
            <a:cxnSpLocks/>
            <a:stCxn id="153" idx="3"/>
            <a:endCxn id="110" idx="1"/>
          </p:cNvCxnSpPr>
          <p:nvPr/>
        </p:nvCxnSpPr>
        <p:spPr>
          <a:xfrm flipV="1">
            <a:off x="8321922" y="4180285"/>
            <a:ext cx="346568" cy="359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矩形 160">
            <a:extLst>
              <a:ext uri="{FF2B5EF4-FFF2-40B4-BE49-F238E27FC236}">
                <a16:creationId xmlns:a16="http://schemas.microsoft.com/office/drawing/2014/main" id="{AE1643B4-583C-EA68-CABF-E3613886090A}"/>
              </a:ext>
            </a:extLst>
          </p:cNvPr>
          <p:cNvSpPr/>
          <p:nvPr/>
        </p:nvSpPr>
        <p:spPr>
          <a:xfrm>
            <a:off x="9885690" y="3886664"/>
            <a:ext cx="414338" cy="53676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656016D2-6FBF-00D7-AFEF-56F1D7A1F86E}"/>
              </a:ext>
            </a:extLst>
          </p:cNvPr>
          <p:cNvCxnSpPr>
            <a:cxnSpLocks/>
          </p:cNvCxnSpPr>
          <p:nvPr/>
        </p:nvCxnSpPr>
        <p:spPr>
          <a:xfrm>
            <a:off x="4671634" y="5713865"/>
            <a:ext cx="526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3" name="组合 162">
            <a:extLst>
              <a:ext uri="{FF2B5EF4-FFF2-40B4-BE49-F238E27FC236}">
                <a16:creationId xmlns:a16="http://schemas.microsoft.com/office/drawing/2014/main" id="{1DB7510A-B1ED-485D-0E70-8069204CB1B8}"/>
              </a:ext>
            </a:extLst>
          </p:cNvPr>
          <p:cNvGrpSpPr/>
          <p:nvPr/>
        </p:nvGrpSpPr>
        <p:grpSpPr>
          <a:xfrm>
            <a:off x="5205386" y="5520300"/>
            <a:ext cx="324056" cy="324056"/>
            <a:chOff x="8691357" y="1421858"/>
            <a:chExt cx="324056" cy="324056"/>
          </a:xfrm>
        </p:grpSpPr>
        <p:sp>
          <p:nvSpPr>
            <p:cNvPr id="164" name="椭圆 163">
              <a:extLst>
                <a:ext uri="{FF2B5EF4-FFF2-40B4-BE49-F238E27FC236}">
                  <a16:creationId xmlns:a16="http://schemas.microsoft.com/office/drawing/2014/main" id="{E5186E11-E6A7-1F11-F940-C8473E823639}"/>
                </a:ext>
              </a:extLst>
            </p:cNvPr>
            <p:cNvSpPr/>
            <p:nvPr/>
          </p:nvSpPr>
          <p:spPr>
            <a:xfrm>
              <a:off x="8691357" y="1421858"/>
              <a:ext cx="324056" cy="32405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5" name="直接连接符 164">
              <a:extLst>
                <a:ext uri="{FF2B5EF4-FFF2-40B4-BE49-F238E27FC236}">
                  <a16:creationId xmlns:a16="http://schemas.microsoft.com/office/drawing/2014/main" id="{EA4F08EC-A336-5063-EB1E-3B69C6C8E2A9}"/>
                </a:ext>
              </a:extLst>
            </p:cNvPr>
            <p:cNvCxnSpPr>
              <a:cxnSpLocks/>
              <a:stCxn id="164" idx="2"/>
              <a:endCxn id="164" idx="6"/>
            </p:cNvCxnSpPr>
            <p:nvPr/>
          </p:nvCxnSpPr>
          <p:spPr>
            <a:xfrm>
              <a:off x="8691357" y="1583886"/>
              <a:ext cx="324056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6" name="直接连接符 165">
              <a:extLst>
                <a:ext uri="{FF2B5EF4-FFF2-40B4-BE49-F238E27FC236}">
                  <a16:creationId xmlns:a16="http://schemas.microsoft.com/office/drawing/2014/main" id="{2AABB055-7E6B-5D0B-2EF4-22B41BC60E5C}"/>
                </a:ext>
              </a:extLst>
            </p:cNvPr>
            <p:cNvCxnSpPr>
              <a:cxnSpLocks/>
              <a:stCxn id="164" idx="0"/>
              <a:endCxn id="164" idx="4"/>
            </p:cNvCxnSpPr>
            <p:nvPr/>
          </p:nvCxnSpPr>
          <p:spPr>
            <a:xfrm>
              <a:off x="8853385" y="1421858"/>
              <a:ext cx="0" cy="32405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050C7DC5-A01D-1B8B-7BAA-FE3FC724B574}"/>
                  </a:ext>
                </a:extLst>
              </p:cNvPr>
              <p:cNvSpPr txBox="1"/>
              <p:nvPr/>
            </p:nvSpPr>
            <p:spPr>
              <a:xfrm>
                <a:off x="4952301" y="5726682"/>
                <a:ext cx="46621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050C7DC5-A01D-1B8B-7BAA-FE3FC724B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2301" y="5726682"/>
                <a:ext cx="466218" cy="246221"/>
              </a:xfrm>
              <a:prstGeom prst="rect">
                <a:avLst/>
              </a:prstGeom>
              <a:blipFill>
                <a:blip r:embed="rId9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" name="文本框 173">
            <a:extLst>
              <a:ext uri="{FF2B5EF4-FFF2-40B4-BE49-F238E27FC236}">
                <a16:creationId xmlns:a16="http://schemas.microsoft.com/office/drawing/2014/main" id="{124B493C-24C2-0ECD-E090-3762DC1A06BC}"/>
              </a:ext>
            </a:extLst>
          </p:cNvPr>
          <p:cNvSpPr txBox="1"/>
          <p:nvPr/>
        </p:nvSpPr>
        <p:spPr>
          <a:xfrm>
            <a:off x="5217116" y="5235231"/>
            <a:ext cx="10579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5" name="直接箭头连接符 174">
            <a:extLst>
              <a:ext uri="{FF2B5EF4-FFF2-40B4-BE49-F238E27FC236}">
                <a16:creationId xmlns:a16="http://schemas.microsoft.com/office/drawing/2014/main" id="{E96C3BC2-566A-AF5A-1B01-2668C9951ADD}"/>
              </a:ext>
            </a:extLst>
          </p:cNvPr>
          <p:cNvCxnSpPr>
            <a:cxnSpLocks/>
          </p:cNvCxnSpPr>
          <p:nvPr/>
        </p:nvCxnSpPr>
        <p:spPr>
          <a:xfrm>
            <a:off x="5521184" y="5726682"/>
            <a:ext cx="526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A91E52B3-3524-16EE-D294-AFBF52CFE757}"/>
                  </a:ext>
                </a:extLst>
              </p:cNvPr>
              <p:cNvSpPr txBox="1"/>
              <p:nvPr/>
            </p:nvSpPr>
            <p:spPr>
              <a:xfrm>
                <a:off x="5521184" y="5433478"/>
                <a:ext cx="492314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A91E52B3-3524-16EE-D294-AFBF52CFE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1184" y="5433478"/>
                <a:ext cx="492314" cy="246221"/>
              </a:xfrm>
              <a:prstGeom prst="rect">
                <a:avLst/>
              </a:prstGeom>
              <a:blipFill>
                <a:blip r:embed="rId10"/>
                <a:stretch>
                  <a:fillRect l="-3750" r="-3750" b="-317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0" name="直接箭头连接符 179">
            <a:extLst>
              <a:ext uri="{FF2B5EF4-FFF2-40B4-BE49-F238E27FC236}">
                <a16:creationId xmlns:a16="http://schemas.microsoft.com/office/drawing/2014/main" id="{B4FAB590-8613-1EFC-3D11-A06FB7047C8F}"/>
              </a:ext>
            </a:extLst>
          </p:cNvPr>
          <p:cNvCxnSpPr>
            <a:cxnSpLocks/>
          </p:cNvCxnSpPr>
          <p:nvPr/>
        </p:nvCxnSpPr>
        <p:spPr>
          <a:xfrm>
            <a:off x="7055380" y="5700235"/>
            <a:ext cx="526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1" name="组合 180">
            <a:extLst>
              <a:ext uri="{FF2B5EF4-FFF2-40B4-BE49-F238E27FC236}">
                <a16:creationId xmlns:a16="http://schemas.microsoft.com/office/drawing/2014/main" id="{7B79683D-C114-B567-B208-2CBFF04EED0B}"/>
              </a:ext>
            </a:extLst>
          </p:cNvPr>
          <p:cNvGrpSpPr/>
          <p:nvPr/>
        </p:nvGrpSpPr>
        <p:grpSpPr>
          <a:xfrm>
            <a:off x="8447531" y="5420084"/>
            <a:ext cx="743750" cy="536760"/>
            <a:chOff x="7119732" y="1135856"/>
            <a:chExt cx="1045574" cy="921544"/>
          </a:xfrm>
        </p:grpSpPr>
        <p:sp>
          <p:nvSpPr>
            <p:cNvPr id="182" name="矩形: 圆角 181">
              <a:extLst>
                <a:ext uri="{FF2B5EF4-FFF2-40B4-BE49-F238E27FC236}">
                  <a16:creationId xmlns:a16="http://schemas.microsoft.com/office/drawing/2014/main" id="{31D11AF7-E7F3-B13C-663E-E29A8892D05E}"/>
                </a:ext>
              </a:extLst>
            </p:cNvPr>
            <p:cNvSpPr/>
            <p:nvPr/>
          </p:nvSpPr>
          <p:spPr>
            <a:xfrm>
              <a:off x="7119732" y="1135856"/>
              <a:ext cx="1045574" cy="92154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矩形 182">
              <a:extLst>
                <a:ext uri="{FF2B5EF4-FFF2-40B4-BE49-F238E27FC236}">
                  <a16:creationId xmlns:a16="http://schemas.microsoft.com/office/drawing/2014/main" id="{56E2FBD2-F713-DE1F-B044-0B90B8F6298D}"/>
                </a:ext>
              </a:extLst>
            </p:cNvPr>
            <p:cNvSpPr/>
            <p:nvPr/>
          </p:nvSpPr>
          <p:spPr>
            <a:xfrm>
              <a:off x="7279227" y="1421857"/>
              <a:ext cx="178593" cy="4616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9785F5B6-4004-6CB0-3A3F-E1BF7B445647}"/>
                </a:ext>
              </a:extLst>
            </p:cNvPr>
            <p:cNvSpPr/>
            <p:nvPr/>
          </p:nvSpPr>
          <p:spPr>
            <a:xfrm>
              <a:off x="7532787" y="1257285"/>
              <a:ext cx="178593" cy="6729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矩形 184">
              <a:extLst>
                <a:ext uri="{FF2B5EF4-FFF2-40B4-BE49-F238E27FC236}">
                  <a16:creationId xmlns:a16="http://schemas.microsoft.com/office/drawing/2014/main" id="{A6A20EE1-2BE7-4069-494A-C8935E79BD09}"/>
                </a:ext>
              </a:extLst>
            </p:cNvPr>
            <p:cNvSpPr/>
            <p:nvPr/>
          </p:nvSpPr>
          <p:spPr>
            <a:xfrm>
              <a:off x="7836779" y="1421858"/>
              <a:ext cx="178593" cy="4616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86" name="直接箭头连接符 185">
            <a:extLst>
              <a:ext uri="{FF2B5EF4-FFF2-40B4-BE49-F238E27FC236}">
                <a16:creationId xmlns:a16="http://schemas.microsoft.com/office/drawing/2014/main" id="{0FF2C9B9-CD6B-AA01-C42C-FE01D7102672}"/>
              </a:ext>
            </a:extLst>
          </p:cNvPr>
          <p:cNvCxnSpPr>
            <a:cxnSpLocks/>
          </p:cNvCxnSpPr>
          <p:nvPr/>
        </p:nvCxnSpPr>
        <p:spPr>
          <a:xfrm>
            <a:off x="9185133" y="5694098"/>
            <a:ext cx="526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矩形 186">
            <a:extLst>
              <a:ext uri="{FF2B5EF4-FFF2-40B4-BE49-F238E27FC236}">
                <a16:creationId xmlns:a16="http://schemas.microsoft.com/office/drawing/2014/main" id="{9DA5823E-44B8-3AC1-E19B-573A307A52EA}"/>
              </a:ext>
            </a:extLst>
          </p:cNvPr>
          <p:cNvSpPr/>
          <p:nvPr/>
        </p:nvSpPr>
        <p:spPr>
          <a:xfrm>
            <a:off x="9703826" y="5408709"/>
            <a:ext cx="414338" cy="5367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8" name="连接符: 肘形 187">
            <a:extLst>
              <a:ext uri="{FF2B5EF4-FFF2-40B4-BE49-F238E27FC236}">
                <a16:creationId xmlns:a16="http://schemas.microsoft.com/office/drawing/2014/main" id="{757345B3-0F0A-3C11-F8CF-91313718C5EC}"/>
              </a:ext>
            </a:extLst>
          </p:cNvPr>
          <p:cNvCxnSpPr>
            <a:cxnSpLocks/>
            <a:stCxn id="236" idx="0"/>
            <a:endCxn id="164" idx="0"/>
          </p:cNvCxnSpPr>
          <p:nvPr/>
        </p:nvCxnSpPr>
        <p:spPr>
          <a:xfrm rot="16200000" flipH="1">
            <a:off x="4485944" y="4638831"/>
            <a:ext cx="19432" cy="1743507"/>
          </a:xfrm>
          <a:prstGeom prst="bentConnector3">
            <a:avLst>
              <a:gd name="adj1" fmla="val -117641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连接符: 肘形 193">
            <a:extLst>
              <a:ext uri="{FF2B5EF4-FFF2-40B4-BE49-F238E27FC236}">
                <a16:creationId xmlns:a16="http://schemas.microsoft.com/office/drawing/2014/main" id="{35627DF6-C16C-317A-8555-B306D92C68AF}"/>
              </a:ext>
            </a:extLst>
          </p:cNvPr>
          <p:cNvCxnSpPr>
            <a:cxnSpLocks/>
            <a:endCxn id="233" idx="2"/>
          </p:cNvCxnSpPr>
          <p:nvPr/>
        </p:nvCxnSpPr>
        <p:spPr>
          <a:xfrm rot="16200000" flipH="1">
            <a:off x="2168409" y="4664334"/>
            <a:ext cx="1655684" cy="40315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矩形: 圆角 194">
            <a:extLst>
              <a:ext uri="{FF2B5EF4-FFF2-40B4-BE49-F238E27FC236}">
                <a16:creationId xmlns:a16="http://schemas.microsoft.com/office/drawing/2014/main" id="{959470E2-6792-78E1-CE9E-1AD4580756DE}"/>
              </a:ext>
            </a:extLst>
          </p:cNvPr>
          <p:cNvSpPr/>
          <p:nvPr/>
        </p:nvSpPr>
        <p:spPr>
          <a:xfrm>
            <a:off x="3027665" y="3608940"/>
            <a:ext cx="6518835" cy="1023658"/>
          </a:xfrm>
          <a:prstGeom prst="round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6" name="矩形: 圆角 195">
            <a:extLst>
              <a:ext uri="{FF2B5EF4-FFF2-40B4-BE49-F238E27FC236}">
                <a16:creationId xmlns:a16="http://schemas.microsoft.com/office/drawing/2014/main" id="{030A0A8C-7786-7626-EB33-1B6A2365B088}"/>
              </a:ext>
            </a:extLst>
          </p:cNvPr>
          <p:cNvSpPr/>
          <p:nvPr/>
        </p:nvSpPr>
        <p:spPr>
          <a:xfrm>
            <a:off x="3027666" y="5114138"/>
            <a:ext cx="6269180" cy="994065"/>
          </a:xfrm>
          <a:prstGeom prst="round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8" name="组合 197">
            <a:extLst>
              <a:ext uri="{FF2B5EF4-FFF2-40B4-BE49-F238E27FC236}">
                <a16:creationId xmlns:a16="http://schemas.microsoft.com/office/drawing/2014/main" id="{B8469228-073F-6C6B-2861-4EC26D2F8941}"/>
              </a:ext>
            </a:extLst>
          </p:cNvPr>
          <p:cNvGrpSpPr/>
          <p:nvPr/>
        </p:nvGrpSpPr>
        <p:grpSpPr>
          <a:xfrm>
            <a:off x="6081687" y="5173665"/>
            <a:ext cx="952351" cy="902999"/>
            <a:chOff x="7817050" y="800486"/>
            <a:chExt cx="1379799" cy="1344413"/>
          </a:xfrm>
        </p:grpSpPr>
        <p:grpSp>
          <p:nvGrpSpPr>
            <p:cNvPr id="199" name="组合 198">
              <a:extLst>
                <a:ext uri="{FF2B5EF4-FFF2-40B4-BE49-F238E27FC236}">
                  <a16:creationId xmlns:a16="http://schemas.microsoft.com/office/drawing/2014/main" id="{A9BD6C70-B53B-1A3B-7FD0-4035C099611E}"/>
                </a:ext>
              </a:extLst>
            </p:cNvPr>
            <p:cNvGrpSpPr/>
            <p:nvPr/>
          </p:nvGrpSpPr>
          <p:grpSpPr>
            <a:xfrm>
              <a:off x="7976594" y="800486"/>
              <a:ext cx="1220255" cy="1118189"/>
              <a:chOff x="9022185" y="995487"/>
              <a:chExt cx="1220255" cy="1118189"/>
            </a:xfrm>
          </p:grpSpPr>
          <p:sp>
            <p:nvSpPr>
              <p:cNvPr id="213" name="矩形: 圆角 212">
                <a:extLst>
                  <a:ext uri="{FF2B5EF4-FFF2-40B4-BE49-F238E27FC236}">
                    <a16:creationId xmlns:a16="http://schemas.microsoft.com/office/drawing/2014/main" id="{739558B3-DEEA-038C-2289-EBB67C135820}"/>
                  </a:ext>
                </a:extLst>
              </p:cNvPr>
              <p:cNvSpPr/>
              <p:nvPr/>
            </p:nvSpPr>
            <p:spPr>
              <a:xfrm>
                <a:off x="9022185" y="995487"/>
                <a:ext cx="1220255" cy="1118189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14" name="组合 213">
                <a:extLst>
                  <a:ext uri="{FF2B5EF4-FFF2-40B4-BE49-F238E27FC236}">
                    <a16:creationId xmlns:a16="http://schemas.microsoft.com/office/drawing/2014/main" id="{BB667505-6617-8930-F30B-E69C9AF0721E}"/>
                  </a:ext>
                </a:extLst>
              </p:cNvPr>
              <p:cNvGrpSpPr/>
              <p:nvPr/>
            </p:nvGrpSpPr>
            <p:grpSpPr>
              <a:xfrm>
                <a:off x="9048779" y="1048452"/>
                <a:ext cx="1170972" cy="929492"/>
                <a:chOff x="6859933" y="2764631"/>
                <a:chExt cx="1229001" cy="1040834"/>
              </a:xfrm>
            </p:grpSpPr>
            <p:sp>
              <p:nvSpPr>
                <p:cNvPr id="215" name="椭圆 214">
                  <a:extLst>
                    <a:ext uri="{FF2B5EF4-FFF2-40B4-BE49-F238E27FC236}">
                      <a16:creationId xmlns:a16="http://schemas.microsoft.com/office/drawing/2014/main" id="{0055C833-49D0-2724-0187-4A97499053A4}"/>
                    </a:ext>
                  </a:extLst>
                </p:cNvPr>
                <p:cNvSpPr/>
                <p:nvPr/>
              </p:nvSpPr>
              <p:spPr>
                <a:xfrm>
                  <a:off x="7343775" y="2764631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6" name="椭圆 215">
                  <a:extLst>
                    <a:ext uri="{FF2B5EF4-FFF2-40B4-BE49-F238E27FC236}">
                      <a16:creationId xmlns:a16="http://schemas.microsoft.com/office/drawing/2014/main" id="{B0C60D95-816B-13A2-B15E-5C64F6972441}"/>
                    </a:ext>
                  </a:extLst>
                </p:cNvPr>
                <p:cNvSpPr/>
                <p:nvPr/>
              </p:nvSpPr>
              <p:spPr>
                <a:xfrm>
                  <a:off x="7343775" y="3228246"/>
                  <a:ext cx="240158" cy="240158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7" name="椭圆 216">
                  <a:extLst>
                    <a:ext uri="{FF2B5EF4-FFF2-40B4-BE49-F238E27FC236}">
                      <a16:creationId xmlns:a16="http://schemas.microsoft.com/office/drawing/2014/main" id="{A3AD5DB9-3278-5FFB-8B89-3608BAB4D396}"/>
                    </a:ext>
                  </a:extLst>
                </p:cNvPr>
                <p:cNvSpPr/>
                <p:nvPr/>
              </p:nvSpPr>
              <p:spPr>
                <a:xfrm>
                  <a:off x="6859933" y="3559240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8" name="椭圆 217">
                  <a:extLst>
                    <a:ext uri="{FF2B5EF4-FFF2-40B4-BE49-F238E27FC236}">
                      <a16:creationId xmlns:a16="http://schemas.microsoft.com/office/drawing/2014/main" id="{0CE7938D-764F-13AE-98F9-66BCDEE6B946}"/>
                    </a:ext>
                  </a:extLst>
                </p:cNvPr>
                <p:cNvSpPr/>
                <p:nvPr/>
              </p:nvSpPr>
              <p:spPr>
                <a:xfrm>
                  <a:off x="7848776" y="3565307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19" name="直接箭头连接符 218">
                  <a:extLst>
                    <a:ext uri="{FF2B5EF4-FFF2-40B4-BE49-F238E27FC236}">
                      <a16:creationId xmlns:a16="http://schemas.microsoft.com/office/drawing/2014/main" id="{F616ECCD-CBED-9FEB-3B3E-97B96EFE61B9}"/>
                    </a:ext>
                  </a:extLst>
                </p:cNvPr>
                <p:cNvCxnSpPr>
                  <a:cxnSpLocks/>
                  <a:stCxn id="215" idx="4"/>
                  <a:endCxn id="216" idx="0"/>
                </p:cNvCxnSpPr>
                <p:nvPr/>
              </p:nvCxnSpPr>
              <p:spPr>
                <a:xfrm>
                  <a:off x="7463854" y="3004789"/>
                  <a:ext cx="0" cy="223457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直接箭头连接符 220">
                  <a:extLst>
                    <a:ext uri="{FF2B5EF4-FFF2-40B4-BE49-F238E27FC236}">
                      <a16:creationId xmlns:a16="http://schemas.microsoft.com/office/drawing/2014/main" id="{716500E0-EA7A-DE3E-80A7-575E64EE17A7}"/>
                    </a:ext>
                  </a:extLst>
                </p:cNvPr>
                <p:cNvCxnSpPr>
                  <a:cxnSpLocks/>
                  <a:stCxn id="215" idx="3"/>
                  <a:endCxn id="217" idx="0"/>
                </p:cNvCxnSpPr>
                <p:nvPr/>
              </p:nvCxnSpPr>
              <p:spPr>
                <a:xfrm flipH="1">
                  <a:off x="6980012" y="2969619"/>
                  <a:ext cx="398933" cy="589621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直接箭头连接符 221">
                  <a:extLst>
                    <a:ext uri="{FF2B5EF4-FFF2-40B4-BE49-F238E27FC236}">
                      <a16:creationId xmlns:a16="http://schemas.microsoft.com/office/drawing/2014/main" id="{7C0F0C56-FADD-51A7-3F8A-C6C25FE48286}"/>
                    </a:ext>
                  </a:extLst>
                </p:cNvPr>
                <p:cNvCxnSpPr>
                  <a:cxnSpLocks/>
                  <a:stCxn id="215" idx="5"/>
                  <a:endCxn id="218" idx="0"/>
                </p:cNvCxnSpPr>
                <p:nvPr/>
              </p:nvCxnSpPr>
              <p:spPr>
                <a:xfrm>
                  <a:off x="7548763" y="2969619"/>
                  <a:ext cx="420092" cy="59568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直接箭头连接符 222">
                  <a:extLst>
                    <a:ext uri="{FF2B5EF4-FFF2-40B4-BE49-F238E27FC236}">
                      <a16:creationId xmlns:a16="http://schemas.microsoft.com/office/drawing/2014/main" id="{3CD1FA2A-5ED4-5398-3D95-B5753AE36960}"/>
                    </a:ext>
                  </a:extLst>
                </p:cNvPr>
                <p:cNvCxnSpPr>
                  <a:cxnSpLocks/>
                  <a:stCxn id="217" idx="6"/>
                  <a:endCxn id="218" idx="2"/>
                </p:cNvCxnSpPr>
                <p:nvPr/>
              </p:nvCxnSpPr>
              <p:spPr>
                <a:xfrm>
                  <a:off x="7100091" y="3679319"/>
                  <a:ext cx="748685" cy="6067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直接箭头连接符 223">
                  <a:extLst>
                    <a:ext uri="{FF2B5EF4-FFF2-40B4-BE49-F238E27FC236}">
                      <a16:creationId xmlns:a16="http://schemas.microsoft.com/office/drawing/2014/main" id="{4DDD8E30-A056-A98A-0852-1EC6588876CF}"/>
                    </a:ext>
                  </a:extLst>
                </p:cNvPr>
                <p:cNvCxnSpPr>
                  <a:cxnSpLocks/>
                  <a:stCxn id="216" idx="2"/>
                  <a:endCxn id="217" idx="7"/>
                </p:cNvCxnSpPr>
                <p:nvPr/>
              </p:nvCxnSpPr>
              <p:spPr>
                <a:xfrm flipH="1">
                  <a:off x="7064921" y="3348325"/>
                  <a:ext cx="278854" cy="246085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直接箭头连接符 224">
                  <a:extLst>
                    <a:ext uri="{FF2B5EF4-FFF2-40B4-BE49-F238E27FC236}">
                      <a16:creationId xmlns:a16="http://schemas.microsoft.com/office/drawing/2014/main" id="{A55BEAA8-C383-0CB1-1D4D-C326C3FCFC15}"/>
                    </a:ext>
                  </a:extLst>
                </p:cNvPr>
                <p:cNvCxnSpPr>
                  <a:cxnSpLocks/>
                  <a:stCxn id="216" idx="6"/>
                  <a:endCxn id="218" idx="1"/>
                </p:cNvCxnSpPr>
                <p:nvPr/>
              </p:nvCxnSpPr>
              <p:spPr>
                <a:xfrm>
                  <a:off x="7583933" y="3348325"/>
                  <a:ext cx="300013" cy="252152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0" name="组合 199">
              <a:extLst>
                <a:ext uri="{FF2B5EF4-FFF2-40B4-BE49-F238E27FC236}">
                  <a16:creationId xmlns:a16="http://schemas.microsoft.com/office/drawing/2014/main" id="{E5AADCC6-3783-5482-8EDB-A21423557839}"/>
                </a:ext>
              </a:extLst>
            </p:cNvPr>
            <p:cNvGrpSpPr/>
            <p:nvPr/>
          </p:nvGrpSpPr>
          <p:grpSpPr>
            <a:xfrm>
              <a:off x="7817050" y="1026710"/>
              <a:ext cx="1220255" cy="1118189"/>
              <a:chOff x="9022185" y="995487"/>
              <a:chExt cx="1220255" cy="1118189"/>
            </a:xfrm>
          </p:grpSpPr>
          <p:sp>
            <p:nvSpPr>
              <p:cNvPr id="201" name="矩形: 圆角 200">
                <a:extLst>
                  <a:ext uri="{FF2B5EF4-FFF2-40B4-BE49-F238E27FC236}">
                    <a16:creationId xmlns:a16="http://schemas.microsoft.com/office/drawing/2014/main" id="{6D22FF6A-872D-C077-65B7-F0F559FF47CB}"/>
                  </a:ext>
                </a:extLst>
              </p:cNvPr>
              <p:cNvSpPr/>
              <p:nvPr/>
            </p:nvSpPr>
            <p:spPr>
              <a:xfrm>
                <a:off x="9022185" y="995487"/>
                <a:ext cx="1220255" cy="1118189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02" name="组合 201">
                <a:extLst>
                  <a:ext uri="{FF2B5EF4-FFF2-40B4-BE49-F238E27FC236}">
                    <a16:creationId xmlns:a16="http://schemas.microsoft.com/office/drawing/2014/main" id="{BADFA129-F9F6-BA42-865E-90D4D475BEDD}"/>
                  </a:ext>
                </a:extLst>
              </p:cNvPr>
              <p:cNvGrpSpPr/>
              <p:nvPr/>
            </p:nvGrpSpPr>
            <p:grpSpPr>
              <a:xfrm>
                <a:off x="9048779" y="1048452"/>
                <a:ext cx="1170972" cy="929492"/>
                <a:chOff x="6859933" y="2764631"/>
                <a:chExt cx="1229001" cy="1040834"/>
              </a:xfrm>
            </p:grpSpPr>
            <p:sp>
              <p:nvSpPr>
                <p:cNvPr id="203" name="椭圆 202">
                  <a:extLst>
                    <a:ext uri="{FF2B5EF4-FFF2-40B4-BE49-F238E27FC236}">
                      <a16:creationId xmlns:a16="http://schemas.microsoft.com/office/drawing/2014/main" id="{C3055A35-58C8-1935-F2FD-54E95C82D891}"/>
                    </a:ext>
                  </a:extLst>
                </p:cNvPr>
                <p:cNvSpPr/>
                <p:nvPr/>
              </p:nvSpPr>
              <p:spPr>
                <a:xfrm>
                  <a:off x="7343775" y="2764631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4" name="椭圆 203">
                  <a:extLst>
                    <a:ext uri="{FF2B5EF4-FFF2-40B4-BE49-F238E27FC236}">
                      <a16:creationId xmlns:a16="http://schemas.microsoft.com/office/drawing/2014/main" id="{A1BF6B1F-80F4-2CB8-A321-AE5F663E506C}"/>
                    </a:ext>
                  </a:extLst>
                </p:cNvPr>
                <p:cNvSpPr/>
                <p:nvPr/>
              </p:nvSpPr>
              <p:spPr>
                <a:xfrm>
                  <a:off x="7343775" y="3228246"/>
                  <a:ext cx="240158" cy="240158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5" name="椭圆 204">
                  <a:extLst>
                    <a:ext uri="{FF2B5EF4-FFF2-40B4-BE49-F238E27FC236}">
                      <a16:creationId xmlns:a16="http://schemas.microsoft.com/office/drawing/2014/main" id="{A786625C-3FC7-C015-0277-A0C065EB4616}"/>
                    </a:ext>
                  </a:extLst>
                </p:cNvPr>
                <p:cNvSpPr/>
                <p:nvPr/>
              </p:nvSpPr>
              <p:spPr>
                <a:xfrm>
                  <a:off x="6859933" y="3559240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6" name="椭圆 205">
                  <a:extLst>
                    <a:ext uri="{FF2B5EF4-FFF2-40B4-BE49-F238E27FC236}">
                      <a16:creationId xmlns:a16="http://schemas.microsoft.com/office/drawing/2014/main" id="{B3AFA65B-67F5-4EED-09DE-F6ABAAE584DC}"/>
                    </a:ext>
                  </a:extLst>
                </p:cNvPr>
                <p:cNvSpPr/>
                <p:nvPr/>
              </p:nvSpPr>
              <p:spPr>
                <a:xfrm>
                  <a:off x="7848776" y="3565307"/>
                  <a:ext cx="240158" cy="240158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07" name="直接箭头连接符 206">
                  <a:extLst>
                    <a:ext uri="{FF2B5EF4-FFF2-40B4-BE49-F238E27FC236}">
                      <a16:creationId xmlns:a16="http://schemas.microsoft.com/office/drawing/2014/main" id="{34EE321B-2FC6-1978-D846-D934F23D9D79}"/>
                    </a:ext>
                  </a:extLst>
                </p:cNvPr>
                <p:cNvCxnSpPr>
                  <a:cxnSpLocks/>
                  <a:stCxn id="203" idx="4"/>
                  <a:endCxn id="204" idx="0"/>
                </p:cNvCxnSpPr>
                <p:nvPr/>
              </p:nvCxnSpPr>
              <p:spPr>
                <a:xfrm>
                  <a:off x="7463854" y="3004789"/>
                  <a:ext cx="0" cy="223457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直接箭头连接符 207">
                  <a:extLst>
                    <a:ext uri="{FF2B5EF4-FFF2-40B4-BE49-F238E27FC236}">
                      <a16:creationId xmlns:a16="http://schemas.microsoft.com/office/drawing/2014/main" id="{CA4C8487-0DCD-62BA-CFB1-C1A50EF558DE}"/>
                    </a:ext>
                  </a:extLst>
                </p:cNvPr>
                <p:cNvCxnSpPr>
                  <a:cxnSpLocks/>
                  <a:stCxn id="203" idx="3"/>
                  <a:endCxn id="205" idx="0"/>
                </p:cNvCxnSpPr>
                <p:nvPr/>
              </p:nvCxnSpPr>
              <p:spPr>
                <a:xfrm flipH="1">
                  <a:off x="6980012" y="2969619"/>
                  <a:ext cx="398933" cy="589621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直接箭头连接符 208">
                  <a:extLst>
                    <a:ext uri="{FF2B5EF4-FFF2-40B4-BE49-F238E27FC236}">
                      <a16:creationId xmlns:a16="http://schemas.microsoft.com/office/drawing/2014/main" id="{D208E32F-BA8B-ABF7-1D5D-CCA41E7C0FD3}"/>
                    </a:ext>
                  </a:extLst>
                </p:cNvPr>
                <p:cNvCxnSpPr>
                  <a:cxnSpLocks/>
                  <a:stCxn id="203" idx="5"/>
                  <a:endCxn id="206" idx="0"/>
                </p:cNvCxnSpPr>
                <p:nvPr/>
              </p:nvCxnSpPr>
              <p:spPr>
                <a:xfrm>
                  <a:off x="7548763" y="2969619"/>
                  <a:ext cx="420092" cy="59568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直接箭头连接符 209">
                  <a:extLst>
                    <a:ext uri="{FF2B5EF4-FFF2-40B4-BE49-F238E27FC236}">
                      <a16:creationId xmlns:a16="http://schemas.microsoft.com/office/drawing/2014/main" id="{C0C54C56-350A-5630-33A7-3923D91EDDDA}"/>
                    </a:ext>
                  </a:extLst>
                </p:cNvPr>
                <p:cNvCxnSpPr>
                  <a:cxnSpLocks/>
                  <a:stCxn id="205" idx="6"/>
                  <a:endCxn id="206" idx="2"/>
                </p:cNvCxnSpPr>
                <p:nvPr/>
              </p:nvCxnSpPr>
              <p:spPr>
                <a:xfrm>
                  <a:off x="7100091" y="3679319"/>
                  <a:ext cx="748685" cy="6067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直接箭头连接符 210">
                  <a:extLst>
                    <a:ext uri="{FF2B5EF4-FFF2-40B4-BE49-F238E27FC236}">
                      <a16:creationId xmlns:a16="http://schemas.microsoft.com/office/drawing/2014/main" id="{62539396-89B0-7576-455F-40E3F6A5484D}"/>
                    </a:ext>
                  </a:extLst>
                </p:cNvPr>
                <p:cNvCxnSpPr>
                  <a:cxnSpLocks/>
                  <a:stCxn id="204" idx="2"/>
                  <a:endCxn id="205" idx="7"/>
                </p:cNvCxnSpPr>
                <p:nvPr/>
              </p:nvCxnSpPr>
              <p:spPr>
                <a:xfrm flipH="1">
                  <a:off x="7064921" y="3348325"/>
                  <a:ext cx="278854" cy="246085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直接箭头连接符 211">
                  <a:extLst>
                    <a:ext uri="{FF2B5EF4-FFF2-40B4-BE49-F238E27FC236}">
                      <a16:creationId xmlns:a16="http://schemas.microsoft.com/office/drawing/2014/main" id="{A71066F0-AE4B-7E3E-6BA0-0E1F1ED0F8F1}"/>
                    </a:ext>
                  </a:extLst>
                </p:cNvPr>
                <p:cNvCxnSpPr>
                  <a:cxnSpLocks/>
                  <a:stCxn id="204" idx="6"/>
                  <a:endCxn id="206" idx="1"/>
                </p:cNvCxnSpPr>
                <p:nvPr/>
              </p:nvCxnSpPr>
              <p:spPr>
                <a:xfrm>
                  <a:off x="7583933" y="3348325"/>
                  <a:ext cx="300013" cy="252152"/>
                </a:xfrm>
                <a:prstGeom prst="straightConnector1">
                  <a:avLst/>
                </a:prstGeom>
                <a:ln w="19050"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26" name="组合 225">
            <a:extLst>
              <a:ext uri="{FF2B5EF4-FFF2-40B4-BE49-F238E27FC236}">
                <a16:creationId xmlns:a16="http://schemas.microsoft.com/office/drawing/2014/main" id="{DF353EDE-69ED-2535-4734-A2034B9E31E4}"/>
              </a:ext>
            </a:extLst>
          </p:cNvPr>
          <p:cNvGrpSpPr/>
          <p:nvPr/>
        </p:nvGrpSpPr>
        <p:grpSpPr>
          <a:xfrm>
            <a:off x="3930407" y="3927306"/>
            <a:ext cx="725611" cy="486897"/>
            <a:chOff x="7119732" y="1135856"/>
            <a:chExt cx="1045574" cy="921544"/>
          </a:xfrm>
        </p:grpSpPr>
        <p:sp>
          <p:nvSpPr>
            <p:cNvPr id="227" name="矩形: 圆角 226">
              <a:extLst>
                <a:ext uri="{FF2B5EF4-FFF2-40B4-BE49-F238E27FC236}">
                  <a16:creationId xmlns:a16="http://schemas.microsoft.com/office/drawing/2014/main" id="{B292A275-120E-FEF8-FB2A-700A98A1E88E}"/>
                </a:ext>
              </a:extLst>
            </p:cNvPr>
            <p:cNvSpPr/>
            <p:nvPr/>
          </p:nvSpPr>
          <p:spPr>
            <a:xfrm>
              <a:off x="7119732" y="1135856"/>
              <a:ext cx="1045574" cy="92154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8" name="矩形 227">
              <a:extLst>
                <a:ext uri="{FF2B5EF4-FFF2-40B4-BE49-F238E27FC236}">
                  <a16:creationId xmlns:a16="http://schemas.microsoft.com/office/drawing/2014/main" id="{83F52C55-3200-E4D8-6CA5-B9EB5043E3C1}"/>
                </a:ext>
              </a:extLst>
            </p:cNvPr>
            <p:cNvSpPr/>
            <p:nvPr/>
          </p:nvSpPr>
          <p:spPr>
            <a:xfrm>
              <a:off x="7279227" y="1421857"/>
              <a:ext cx="178593" cy="4616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9" name="矩形 228">
              <a:extLst>
                <a:ext uri="{FF2B5EF4-FFF2-40B4-BE49-F238E27FC236}">
                  <a16:creationId xmlns:a16="http://schemas.microsoft.com/office/drawing/2014/main" id="{6FB3DA07-C838-16A6-305E-E65E960B7058}"/>
                </a:ext>
              </a:extLst>
            </p:cNvPr>
            <p:cNvSpPr/>
            <p:nvPr/>
          </p:nvSpPr>
          <p:spPr>
            <a:xfrm>
              <a:off x="7532787" y="1257285"/>
              <a:ext cx="178593" cy="6729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0" name="矩形 229">
              <a:extLst>
                <a:ext uri="{FF2B5EF4-FFF2-40B4-BE49-F238E27FC236}">
                  <a16:creationId xmlns:a16="http://schemas.microsoft.com/office/drawing/2014/main" id="{0DD8A653-50B4-C175-E6E6-3783031117C7}"/>
                </a:ext>
              </a:extLst>
            </p:cNvPr>
            <p:cNvSpPr/>
            <p:nvPr/>
          </p:nvSpPr>
          <p:spPr>
            <a:xfrm>
              <a:off x="7836779" y="1421858"/>
              <a:ext cx="178593" cy="4616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31" name="连接符: 肘形 230">
            <a:extLst>
              <a:ext uri="{FF2B5EF4-FFF2-40B4-BE49-F238E27FC236}">
                <a16:creationId xmlns:a16="http://schemas.microsoft.com/office/drawing/2014/main" id="{1042B450-D72A-C08B-54D2-AFFEBE980BC4}"/>
              </a:ext>
            </a:extLst>
          </p:cNvPr>
          <p:cNvCxnSpPr>
            <a:cxnSpLocks/>
            <a:stCxn id="1002" idx="0"/>
            <a:endCxn id="1005" idx="0"/>
          </p:cNvCxnSpPr>
          <p:nvPr/>
        </p:nvCxnSpPr>
        <p:spPr>
          <a:xfrm rot="16200000" flipH="1">
            <a:off x="4458957" y="3122770"/>
            <a:ext cx="59030" cy="1744717"/>
          </a:xfrm>
          <a:prstGeom prst="bentConnector3">
            <a:avLst>
              <a:gd name="adj1" fmla="val -38726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2" name="组合 231">
            <a:extLst>
              <a:ext uri="{FF2B5EF4-FFF2-40B4-BE49-F238E27FC236}">
                <a16:creationId xmlns:a16="http://schemas.microsoft.com/office/drawing/2014/main" id="{39E79FB0-B80B-3BB1-A64B-A336D51245C9}"/>
              </a:ext>
            </a:extLst>
          </p:cNvPr>
          <p:cNvGrpSpPr/>
          <p:nvPr/>
        </p:nvGrpSpPr>
        <p:grpSpPr>
          <a:xfrm>
            <a:off x="3197828" y="5140456"/>
            <a:ext cx="466218" cy="926123"/>
            <a:chOff x="5593710" y="587748"/>
            <a:chExt cx="999971" cy="1871424"/>
          </a:xfrm>
        </p:grpSpPr>
        <p:sp>
          <p:nvSpPr>
            <p:cNvPr id="233" name="立方体 232">
              <a:extLst>
                <a:ext uri="{FF2B5EF4-FFF2-40B4-BE49-F238E27FC236}">
                  <a16:creationId xmlns:a16="http://schemas.microsoft.com/office/drawing/2014/main" id="{557BA69E-FFF1-9452-8845-3378DC1937D3}"/>
                </a:ext>
              </a:extLst>
            </p:cNvPr>
            <p:cNvSpPr/>
            <p:nvPr/>
          </p:nvSpPr>
          <p:spPr>
            <a:xfrm>
              <a:off x="5593710" y="587748"/>
              <a:ext cx="491040" cy="1871424"/>
            </a:xfrm>
            <a:prstGeom prst="cube">
              <a:avLst>
                <a:gd name="adj" fmla="val 7883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4" name="立方体 233">
              <a:extLst>
                <a:ext uri="{FF2B5EF4-FFF2-40B4-BE49-F238E27FC236}">
                  <a16:creationId xmlns:a16="http://schemas.microsoft.com/office/drawing/2014/main" id="{FF19738F-CB3F-77F1-F314-9E7D3FE6416F}"/>
                </a:ext>
              </a:extLst>
            </p:cNvPr>
            <p:cNvSpPr/>
            <p:nvPr/>
          </p:nvSpPr>
          <p:spPr>
            <a:xfrm>
              <a:off x="5774939" y="819738"/>
              <a:ext cx="389465" cy="1430749"/>
            </a:xfrm>
            <a:prstGeom prst="cube">
              <a:avLst>
                <a:gd name="adj" fmla="val 58462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5" name="立方体 234">
              <a:extLst>
                <a:ext uri="{FF2B5EF4-FFF2-40B4-BE49-F238E27FC236}">
                  <a16:creationId xmlns:a16="http://schemas.microsoft.com/office/drawing/2014/main" id="{1607D386-BCCE-CD5A-2D94-6A06F36FA861}"/>
                </a:ext>
              </a:extLst>
            </p:cNvPr>
            <p:cNvSpPr/>
            <p:nvPr/>
          </p:nvSpPr>
          <p:spPr>
            <a:xfrm>
              <a:off x="5977417" y="1071563"/>
              <a:ext cx="451958" cy="985837"/>
            </a:xfrm>
            <a:prstGeom prst="cube">
              <a:avLst>
                <a:gd name="adj" fmla="val 47457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6" name="立方体 235">
              <a:extLst>
                <a:ext uri="{FF2B5EF4-FFF2-40B4-BE49-F238E27FC236}">
                  <a16:creationId xmlns:a16="http://schemas.microsoft.com/office/drawing/2014/main" id="{A86803BA-84D0-5A30-0C5F-13E3CB3D3B49}"/>
                </a:ext>
              </a:extLst>
            </p:cNvPr>
            <p:cNvSpPr/>
            <p:nvPr/>
          </p:nvSpPr>
          <p:spPr>
            <a:xfrm>
              <a:off x="6265979" y="1316035"/>
              <a:ext cx="327702" cy="555500"/>
            </a:xfrm>
            <a:prstGeom prst="cube">
              <a:avLst>
                <a:gd name="adj" fmla="val 47457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BDECF21C-C063-4336-76B7-379F4737329D}"/>
                  </a:ext>
                </a:extLst>
              </p:cNvPr>
              <p:cNvSpPr txBox="1"/>
              <p:nvPr/>
            </p:nvSpPr>
            <p:spPr>
              <a:xfrm>
                <a:off x="5487711" y="3893103"/>
                <a:ext cx="492314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BDECF21C-C063-4336-76B7-379F47373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7711" y="3893103"/>
                <a:ext cx="492314" cy="246221"/>
              </a:xfrm>
              <a:prstGeom prst="rect">
                <a:avLst/>
              </a:prstGeom>
              <a:blipFill>
                <a:blip r:embed="rId11"/>
                <a:stretch>
                  <a:fillRect l="-2469" r="-3704" b="-3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9" name="直接箭头连接符 238">
            <a:extLst>
              <a:ext uri="{FF2B5EF4-FFF2-40B4-BE49-F238E27FC236}">
                <a16:creationId xmlns:a16="http://schemas.microsoft.com/office/drawing/2014/main" id="{7EA947C8-B80D-87DF-F240-2461BB2F2915}"/>
              </a:ext>
            </a:extLst>
          </p:cNvPr>
          <p:cNvCxnSpPr>
            <a:cxnSpLocks/>
          </p:cNvCxnSpPr>
          <p:nvPr/>
        </p:nvCxnSpPr>
        <p:spPr>
          <a:xfrm>
            <a:off x="4300904" y="4926051"/>
            <a:ext cx="143" cy="5418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文本框 240">
            <a:extLst>
              <a:ext uri="{FF2B5EF4-FFF2-40B4-BE49-F238E27FC236}">
                <a16:creationId xmlns:a16="http://schemas.microsoft.com/office/drawing/2014/main" id="{E8B4BD91-2D82-3CB0-E269-4C68D711565D}"/>
              </a:ext>
            </a:extLst>
          </p:cNvPr>
          <p:cNvSpPr txBox="1"/>
          <p:nvPr/>
        </p:nvSpPr>
        <p:spPr>
          <a:xfrm>
            <a:off x="5989736" y="3817683"/>
            <a:ext cx="5488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2" name="组合 241">
            <a:extLst>
              <a:ext uri="{FF2B5EF4-FFF2-40B4-BE49-F238E27FC236}">
                <a16:creationId xmlns:a16="http://schemas.microsoft.com/office/drawing/2014/main" id="{F5F882EC-B105-EB0F-D07A-4078B265A510}"/>
              </a:ext>
            </a:extLst>
          </p:cNvPr>
          <p:cNvGrpSpPr/>
          <p:nvPr/>
        </p:nvGrpSpPr>
        <p:grpSpPr>
          <a:xfrm>
            <a:off x="3944848" y="5467902"/>
            <a:ext cx="725611" cy="486897"/>
            <a:chOff x="7119732" y="1135856"/>
            <a:chExt cx="1045574" cy="921544"/>
          </a:xfrm>
        </p:grpSpPr>
        <p:sp>
          <p:nvSpPr>
            <p:cNvPr id="243" name="矩形: 圆角 242">
              <a:extLst>
                <a:ext uri="{FF2B5EF4-FFF2-40B4-BE49-F238E27FC236}">
                  <a16:creationId xmlns:a16="http://schemas.microsoft.com/office/drawing/2014/main" id="{813F5D85-BCD9-0BB8-84B6-BE61294B46C2}"/>
                </a:ext>
              </a:extLst>
            </p:cNvPr>
            <p:cNvSpPr/>
            <p:nvPr/>
          </p:nvSpPr>
          <p:spPr>
            <a:xfrm>
              <a:off x="7119732" y="1135856"/>
              <a:ext cx="1045574" cy="92154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4" name="矩形 243">
              <a:extLst>
                <a:ext uri="{FF2B5EF4-FFF2-40B4-BE49-F238E27FC236}">
                  <a16:creationId xmlns:a16="http://schemas.microsoft.com/office/drawing/2014/main" id="{E0D5D9AE-9A0C-1042-B14B-85C92E3624CE}"/>
                </a:ext>
              </a:extLst>
            </p:cNvPr>
            <p:cNvSpPr/>
            <p:nvPr/>
          </p:nvSpPr>
          <p:spPr>
            <a:xfrm>
              <a:off x="7279227" y="1421857"/>
              <a:ext cx="178593" cy="4616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5" name="矩形 244">
              <a:extLst>
                <a:ext uri="{FF2B5EF4-FFF2-40B4-BE49-F238E27FC236}">
                  <a16:creationId xmlns:a16="http://schemas.microsoft.com/office/drawing/2014/main" id="{B93E29C6-587D-AFF7-64F7-3600408402CF}"/>
                </a:ext>
              </a:extLst>
            </p:cNvPr>
            <p:cNvSpPr/>
            <p:nvPr/>
          </p:nvSpPr>
          <p:spPr>
            <a:xfrm>
              <a:off x="7532787" y="1257285"/>
              <a:ext cx="178593" cy="6729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6" name="矩形 245">
              <a:extLst>
                <a:ext uri="{FF2B5EF4-FFF2-40B4-BE49-F238E27FC236}">
                  <a16:creationId xmlns:a16="http://schemas.microsoft.com/office/drawing/2014/main" id="{4C358A65-F134-C76F-E06F-EC291F82DC0F}"/>
                </a:ext>
              </a:extLst>
            </p:cNvPr>
            <p:cNvSpPr/>
            <p:nvPr/>
          </p:nvSpPr>
          <p:spPr>
            <a:xfrm>
              <a:off x="7836779" y="1421858"/>
              <a:ext cx="178593" cy="4616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55" name="直接连接符 254">
            <a:extLst>
              <a:ext uri="{FF2B5EF4-FFF2-40B4-BE49-F238E27FC236}">
                <a16:creationId xmlns:a16="http://schemas.microsoft.com/office/drawing/2014/main" id="{987F3443-AB7C-D24C-DB41-816F80BDCB86}"/>
              </a:ext>
            </a:extLst>
          </p:cNvPr>
          <p:cNvCxnSpPr>
            <a:cxnSpLocks/>
          </p:cNvCxnSpPr>
          <p:nvPr/>
        </p:nvCxnSpPr>
        <p:spPr>
          <a:xfrm>
            <a:off x="4729433" y="1880100"/>
            <a:ext cx="1462727" cy="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接箭头连接符 256">
            <a:extLst>
              <a:ext uri="{FF2B5EF4-FFF2-40B4-BE49-F238E27FC236}">
                <a16:creationId xmlns:a16="http://schemas.microsoft.com/office/drawing/2014/main" id="{7C127B66-69C1-989E-DEA2-391E5260E433}"/>
              </a:ext>
            </a:extLst>
          </p:cNvPr>
          <p:cNvCxnSpPr>
            <a:cxnSpLocks/>
          </p:cNvCxnSpPr>
          <p:nvPr/>
        </p:nvCxnSpPr>
        <p:spPr>
          <a:xfrm flipV="1">
            <a:off x="6192160" y="1366742"/>
            <a:ext cx="0" cy="5417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直接连接符 260">
            <a:extLst>
              <a:ext uri="{FF2B5EF4-FFF2-40B4-BE49-F238E27FC236}">
                <a16:creationId xmlns:a16="http://schemas.microsoft.com/office/drawing/2014/main" id="{C1938B71-4449-4334-1EDB-241C13B2728F}"/>
              </a:ext>
            </a:extLst>
          </p:cNvPr>
          <p:cNvCxnSpPr>
            <a:cxnSpLocks/>
          </p:cNvCxnSpPr>
          <p:nvPr/>
        </p:nvCxnSpPr>
        <p:spPr>
          <a:xfrm>
            <a:off x="2794674" y="4924399"/>
            <a:ext cx="1508239" cy="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接箭头连接符 272">
            <a:extLst>
              <a:ext uri="{FF2B5EF4-FFF2-40B4-BE49-F238E27FC236}">
                <a16:creationId xmlns:a16="http://schemas.microsoft.com/office/drawing/2014/main" id="{5D081D3E-4C9D-4735-51A4-A19627480E07}"/>
              </a:ext>
            </a:extLst>
          </p:cNvPr>
          <p:cNvCxnSpPr>
            <a:cxnSpLocks/>
          </p:cNvCxnSpPr>
          <p:nvPr/>
        </p:nvCxnSpPr>
        <p:spPr>
          <a:xfrm flipV="1">
            <a:off x="4304057" y="4422340"/>
            <a:ext cx="143" cy="5418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62" name="组合 1261">
            <a:extLst>
              <a:ext uri="{FF2B5EF4-FFF2-40B4-BE49-F238E27FC236}">
                <a16:creationId xmlns:a16="http://schemas.microsoft.com/office/drawing/2014/main" id="{DC561014-E4DB-3905-D9A8-EBF8DED0828E}"/>
              </a:ext>
            </a:extLst>
          </p:cNvPr>
          <p:cNvGrpSpPr/>
          <p:nvPr/>
        </p:nvGrpSpPr>
        <p:grpSpPr>
          <a:xfrm>
            <a:off x="479509" y="0"/>
            <a:ext cx="2209712" cy="2189469"/>
            <a:chOff x="650101" y="84458"/>
            <a:chExt cx="2971941" cy="2766347"/>
          </a:xfrm>
        </p:grpSpPr>
        <p:cxnSp>
          <p:nvCxnSpPr>
            <p:cNvPr id="1264" name="直接连接符 1263">
              <a:extLst>
                <a:ext uri="{FF2B5EF4-FFF2-40B4-BE49-F238E27FC236}">
                  <a16:creationId xmlns:a16="http://schemas.microsoft.com/office/drawing/2014/main" id="{17A83D05-B61A-2758-6694-D437F8F2F1F4}"/>
                </a:ext>
              </a:extLst>
            </p:cNvPr>
            <p:cNvCxnSpPr>
              <a:cxnSpLocks/>
            </p:cNvCxnSpPr>
            <p:nvPr/>
          </p:nvCxnSpPr>
          <p:spPr>
            <a:xfrm>
              <a:off x="1916310" y="1709801"/>
              <a:ext cx="0" cy="113833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5" name="直接连接符 1264">
              <a:extLst>
                <a:ext uri="{FF2B5EF4-FFF2-40B4-BE49-F238E27FC236}">
                  <a16:creationId xmlns:a16="http://schemas.microsoft.com/office/drawing/2014/main" id="{73622180-4380-93F5-C89E-C51EFFA2A55B}"/>
                </a:ext>
              </a:extLst>
            </p:cNvPr>
            <p:cNvCxnSpPr>
              <a:cxnSpLocks/>
            </p:cNvCxnSpPr>
            <p:nvPr/>
          </p:nvCxnSpPr>
          <p:spPr>
            <a:xfrm>
              <a:off x="2129465" y="1712475"/>
              <a:ext cx="0" cy="113833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9" name="直接连接符 1268">
              <a:extLst>
                <a:ext uri="{FF2B5EF4-FFF2-40B4-BE49-F238E27FC236}">
                  <a16:creationId xmlns:a16="http://schemas.microsoft.com/office/drawing/2014/main" id="{344562F8-3B51-B1C2-F56C-8ACFA5632553}"/>
                </a:ext>
              </a:extLst>
            </p:cNvPr>
            <p:cNvCxnSpPr>
              <a:cxnSpLocks/>
            </p:cNvCxnSpPr>
            <p:nvPr/>
          </p:nvCxnSpPr>
          <p:spPr>
            <a:xfrm>
              <a:off x="2027832" y="154232"/>
              <a:ext cx="0" cy="82470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0" name="直接连接符 1269">
              <a:extLst>
                <a:ext uri="{FF2B5EF4-FFF2-40B4-BE49-F238E27FC236}">
                  <a16:creationId xmlns:a16="http://schemas.microsoft.com/office/drawing/2014/main" id="{E0C764CB-BEB4-B643-A05C-5E1825ED6965}"/>
                </a:ext>
              </a:extLst>
            </p:cNvPr>
            <p:cNvCxnSpPr>
              <a:cxnSpLocks/>
            </p:cNvCxnSpPr>
            <p:nvPr/>
          </p:nvCxnSpPr>
          <p:spPr>
            <a:xfrm>
              <a:off x="1923233" y="84458"/>
              <a:ext cx="0" cy="894478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6" name="直接连接符 1275">
              <a:extLst>
                <a:ext uri="{FF2B5EF4-FFF2-40B4-BE49-F238E27FC236}">
                  <a16:creationId xmlns:a16="http://schemas.microsoft.com/office/drawing/2014/main" id="{AB74CB4F-4700-FEF6-9C97-432801E8BDF4}"/>
                </a:ext>
              </a:extLst>
            </p:cNvPr>
            <p:cNvCxnSpPr>
              <a:cxnSpLocks/>
            </p:cNvCxnSpPr>
            <p:nvPr/>
          </p:nvCxnSpPr>
          <p:spPr>
            <a:xfrm>
              <a:off x="2332229" y="1219116"/>
              <a:ext cx="1111771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7" name="直接连接符 1276">
              <a:extLst>
                <a:ext uri="{FF2B5EF4-FFF2-40B4-BE49-F238E27FC236}">
                  <a16:creationId xmlns:a16="http://schemas.microsoft.com/office/drawing/2014/main" id="{774BF727-8ED3-4655-4C30-2BCE762A901A}"/>
                </a:ext>
              </a:extLst>
            </p:cNvPr>
            <p:cNvCxnSpPr/>
            <p:nvPr/>
          </p:nvCxnSpPr>
          <p:spPr>
            <a:xfrm>
              <a:off x="2332228" y="1455400"/>
              <a:ext cx="1289814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8" name="弧形 1277">
              <a:extLst>
                <a:ext uri="{FF2B5EF4-FFF2-40B4-BE49-F238E27FC236}">
                  <a16:creationId xmlns:a16="http://schemas.microsoft.com/office/drawing/2014/main" id="{0CAA2DFE-0744-2737-2D26-35A938F03A7A}"/>
                </a:ext>
              </a:extLst>
            </p:cNvPr>
            <p:cNvSpPr/>
            <p:nvPr/>
          </p:nvSpPr>
          <p:spPr>
            <a:xfrm rot="10800000">
              <a:off x="2126632" y="782004"/>
              <a:ext cx="404211" cy="438103"/>
            </a:xfrm>
            <a:prstGeom prst="arc">
              <a:avLst>
                <a:gd name="adj1" fmla="val 16111941"/>
                <a:gd name="adj2" fmla="val 356658"/>
              </a:avLst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9" name="弧形 1278">
              <a:extLst>
                <a:ext uri="{FF2B5EF4-FFF2-40B4-BE49-F238E27FC236}">
                  <a16:creationId xmlns:a16="http://schemas.microsoft.com/office/drawing/2014/main" id="{E09C8AD2-CB0F-4576-19CB-960793169960}"/>
                </a:ext>
              </a:extLst>
            </p:cNvPr>
            <p:cNvSpPr/>
            <p:nvPr/>
          </p:nvSpPr>
          <p:spPr>
            <a:xfrm rot="5400000">
              <a:off x="1496869" y="795262"/>
              <a:ext cx="493531" cy="358815"/>
            </a:xfrm>
            <a:prstGeom prst="arc">
              <a:avLst>
                <a:gd name="adj1" fmla="val 16200000"/>
                <a:gd name="adj2" fmla="val 356658"/>
              </a:avLst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0" name="弧形 1279">
              <a:extLst>
                <a:ext uri="{FF2B5EF4-FFF2-40B4-BE49-F238E27FC236}">
                  <a16:creationId xmlns:a16="http://schemas.microsoft.com/office/drawing/2014/main" id="{8EDBFDB2-B206-AC92-6874-8676D896A18B}"/>
                </a:ext>
              </a:extLst>
            </p:cNvPr>
            <p:cNvSpPr/>
            <p:nvPr/>
          </p:nvSpPr>
          <p:spPr>
            <a:xfrm>
              <a:off x="1523330" y="1452774"/>
              <a:ext cx="391265" cy="438103"/>
            </a:xfrm>
            <a:prstGeom prst="arc">
              <a:avLst>
                <a:gd name="adj1" fmla="val 16200000"/>
                <a:gd name="adj2" fmla="val 528039"/>
              </a:avLst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1" name="弧形 1280">
              <a:extLst>
                <a:ext uri="{FF2B5EF4-FFF2-40B4-BE49-F238E27FC236}">
                  <a16:creationId xmlns:a16="http://schemas.microsoft.com/office/drawing/2014/main" id="{27F349E5-2DC2-39DB-140B-1B563A1D3556}"/>
                </a:ext>
              </a:extLst>
            </p:cNvPr>
            <p:cNvSpPr/>
            <p:nvPr/>
          </p:nvSpPr>
          <p:spPr>
            <a:xfrm rot="16200000">
              <a:off x="2059182" y="1519522"/>
              <a:ext cx="493713" cy="358815"/>
            </a:xfrm>
            <a:prstGeom prst="arc">
              <a:avLst>
                <a:gd name="adj1" fmla="val 16200000"/>
                <a:gd name="adj2" fmla="val 528039"/>
              </a:avLst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83" name="直接箭头连接符 1282">
              <a:extLst>
                <a:ext uri="{FF2B5EF4-FFF2-40B4-BE49-F238E27FC236}">
                  <a16:creationId xmlns:a16="http://schemas.microsoft.com/office/drawing/2014/main" id="{770EFF10-E5D3-EDDF-5506-19555FD1714D}"/>
                </a:ext>
              </a:extLst>
            </p:cNvPr>
            <p:cNvCxnSpPr/>
            <p:nvPr/>
          </p:nvCxnSpPr>
          <p:spPr>
            <a:xfrm>
              <a:off x="866697" y="1407588"/>
              <a:ext cx="303374" cy="0"/>
            </a:xfrm>
            <a:prstGeom prst="straightConnector1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4" name="直接箭头连接符 1283">
              <a:extLst>
                <a:ext uri="{FF2B5EF4-FFF2-40B4-BE49-F238E27FC236}">
                  <a16:creationId xmlns:a16="http://schemas.microsoft.com/office/drawing/2014/main" id="{1C42DE18-6374-51E2-B9DD-8FA0A85B54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0101" y="1279628"/>
              <a:ext cx="217745" cy="0"/>
            </a:xfrm>
            <a:prstGeom prst="straightConnector1">
              <a:avLst/>
            </a:prstGeom>
            <a:ln w="952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5" name="直接箭头连接符 1284">
              <a:extLst>
                <a:ext uri="{FF2B5EF4-FFF2-40B4-BE49-F238E27FC236}">
                  <a16:creationId xmlns:a16="http://schemas.microsoft.com/office/drawing/2014/main" id="{496CBDF3-2762-0F7A-A0EA-94E10EB613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80403" y="1279628"/>
              <a:ext cx="264652" cy="0"/>
            </a:xfrm>
            <a:prstGeom prst="straightConnector1">
              <a:avLst/>
            </a:prstGeom>
            <a:ln w="952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7" name="直接箭头连接符 1286">
              <a:extLst>
                <a:ext uri="{FF2B5EF4-FFF2-40B4-BE49-F238E27FC236}">
                  <a16:creationId xmlns:a16="http://schemas.microsoft.com/office/drawing/2014/main" id="{88A8F487-B5B7-D8C8-3033-3D7A37CB3A44}"/>
                </a:ext>
              </a:extLst>
            </p:cNvPr>
            <p:cNvCxnSpPr/>
            <p:nvPr/>
          </p:nvCxnSpPr>
          <p:spPr>
            <a:xfrm flipV="1">
              <a:off x="1969773" y="2092288"/>
              <a:ext cx="0" cy="305871"/>
            </a:xfrm>
            <a:prstGeom prst="straightConnector1">
              <a:avLst/>
            </a:prstGeom>
            <a:ln w="9525">
              <a:solidFill>
                <a:schemeClr val="bg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8" name="直接箭头连接符 1287">
              <a:extLst>
                <a:ext uri="{FF2B5EF4-FFF2-40B4-BE49-F238E27FC236}">
                  <a16:creationId xmlns:a16="http://schemas.microsoft.com/office/drawing/2014/main" id="{A42067F3-15DC-E665-BBBA-90B343E68292}"/>
                </a:ext>
              </a:extLst>
            </p:cNvPr>
            <p:cNvCxnSpPr>
              <a:cxnSpLocks/>
            </p:cNvCxnSpPr>
            <p:nvPr/>
          </p:nvCxnSpPr>
          <p:spPr>
            <a:xfrm>
              <a:off x="2083257" y="2096358"/>
              <a:ext cx="0" cy="330190"/>
            </a:xfrm>
            <a:prstGeom prst="straightConnector1">
              <a:avLst/>
            </a:prstGeom>
            <a:ln w="9525">
              <a:solidFill>
                <a:schemeClr val="bg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9" name="直接箭头连接符 1288">
              <a:extLst>
                <a:ext uri="{FF2B5EF4-FFF2-40B4-BE49-F238E27FC236}">
                  <a16:creationId xmlns:a16="http://schemas.microsoft.com/office/drawing/2014/main" id="{F22A191D-6D08-1F39-3FD1-BC97391678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70641" y="279378"/>
              <a:ext cx="0" cy="333420"/>
            </a:xfrm>
            <a:prstGeom prst="straightConnector1">
              <a:avLst/>
            </a:prstGeom>
            <a:ln w="9525">
              <a:solidFill>
                <a:schemeClr val="bg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0" name="直接箭头连接符 1289">
              <a:extLst>
                <a:ext uri="{FF2B5EF4-FFF2-40B4-BE49-F238E27FC236}">
                  <a16:creationId xmlns:a16="http://schemas.microsoft.com/office/drawing/2014/main" id="{A826EE03-ABD0-0AF0-9FEE-F451AB8A01C3}"/>
                </a:ext>
              </a:extLst>
            </p:cNvPr>
            <p:cNvCxnSpPr>
              <a:cxnSpLocks/>
            </p:cNvCxnSpPr>
            <p:nvPr/>
          </p:nvCxnSpPr>
          <p:spPr>
            <a:xfrm>
              <a:off x="2087088" y="289294"/>
              <a:ext cx="0" cy="323505"/>
            </a:xfrm>
            <a:prstGeom prst="straightConnector1">
              <a:avLst/>
            </a:prstGeom>
            <a:ln w="19050">
              <a:solidFill>
                <a:schemeClr val="bg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1" name="弧形 1290">
              <a:extLst>
                <a:ext uri="{FF2B5EF4-FFF2-40B4-BE49-F238E27FC236}">
                  <a16:creationId xmlns:a16="http://schemas.microsoft.com/office/drawing/2014/main" id="{A9EBFF52-7A54-75A8-AF98-B74E80CCC5BE}"/>
                </a:ext>
              </a:extLst>
            </p:cNvPr>
            <p:cNvSpPr/>
            <p:nvPr/>
          </p:nvSpPr>
          <p:spPr>
            <a:xfrm rot="5400000">
              <a:off x="1446307" y="741945"/>
              <a:ext cx="493531" cy="358815"/>
            </a:xfrm>
            <a:prstGeom prst="arc">
              <a:avLst>
                <a:gd name="adj1" fmla="val 15809528"/>
                <a:gd name="adj2" fmla="val 720446"/>
              </a:avLst>
            </a:prstGeom>
            <a:ln w="9525"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2" name="弧形 1291">
              <a:extLst>
                <a:ext uri="{FF2B5EF4-FFF2-40B4-BE49-F238E27FC236}">
                  <a16:creationId xmlns:a16="http://schemas.microsoft.com/office/drawing/2014/main" id="{3BA94BAB-4595-DC28-44DD-48A88C596AD2}"/>
                </a:ext>
              </a:extLst>
            </p:cNvPr>
            <p:cNvSpPr/>
            <p:nvPr/>
          </p:nvSpPr>
          <p:spPr>
            <a:xfrm rot="10800000">
              <a:off x="2179554" y="732353"/>
              <a:ext cx="404211" cy="438103"/>
            </a:xfrm>
            <a:prstGeom prst="arc">
              <a:avLst>
                <a:gd name="adj1" fmla="val 15809528"/>
                <a:gd name="adj2" fmla="val 720446"/>
              </a:avLst>
            </a:prstGeom>
            <a:ln w="9525"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3" name="弧形 1292">
              <a:extLst>
                <a:ext uri="{FF2B5EF4-FFF2-40B4-BE49-F238E27FC236}">
                  <a16:creationId xmlns:a16="http://schemas.microsoft.com/office/drawing/2014/main" id="{14D9FE4D-B22A-7ECA-02EF-4ECDF25E4455}"/>
                </a:ext>
              </a:extLst>
            </p:cNvPr>
            <p:cNvSpPr/>
            <p:nvPr/>
          </p:nvSpPr>
          <p:spPr>
            <a:xfrm>
              <a:off x="1477358" y="1508806"/>
              <a:ext cx="391265" cy="438103"/>
            </a:xfrm>
            <a:prstGeom prst="arc">
              <a:avLst>
                <a:gd name="adj1" fmla="val 16200000"/>
                <a:gd name="adj2" fmla="val 528039"/>
              </a:avLst>
            </a:prstGeom>
            <a:ln w="952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4" name="弧形 1293">
              <a:extLst>
                <a:ext uri="{FF2B5EF4-FFF2-40B4-BE49-F238E27FC236}">
                  <a16:creationId xmlns:a16="http://schemas.microsoft.com/office/drawing/2014/main" id="{986D34DF-945B-A19F-3AA2-092789324460}"/>
                </a:ext>
              </a:extLst>
            </p:cNvPr>
            <p:cNvSpPr/>
            <p:nvPr/>
          </p:nvSpPr>
          <p:spPr>
            <a:xfrm rot="16200000">
              <a:off x="2114341" y="1586869"/>
              <a:ext cx="493713" cy="358815"/>
            </a:xfrm>
            <a:prstGeom prst="arc">
              <a:avLst>
                <a:gd name="adj1" fmla="val 16200000"/>
                <a:gd name="adj2" fmla="val 528039"/>
              </a:avLst>
            </a:prstGeom>
            <a:ln w="9525"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9165B867-C507-2C22-1053-E6F423D7F885}"/>
              </a:ext>
            </a:extLst>
          </p:cNvPr>
          <p:cNvGrpSpPr/>
          <p:nvPr/>
        </p:nvGrpSpPr>
        <p:grpSpPr>
          <a:xfrm>
            <a:off x="9435031" y="2381164"/>
            <a:ext cx="324056" cy="324056"/>
            <a:chOff x="8691357" y="1421858"/>
            <a:chExt cx="324056" cy="324056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815B9BEE-FD91-A039-F84C-E5E64B5F2238}"/>
                </a:ext>
              </a:extLst>
            </p:cNvPr>
            <p:cNvSpPr/>
            <p:nvPr/>
          </p:nvSpPr>
          <p:spPr>
            <a:xfrm>
              <a:off x="8691357" y="1421858"/>
              <a:ext cx="324056" cy="32405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02B746E8-B3E7-5636-90D2-5BB920ADCC5D}"/>
                </a:ext>
              </a:extLst>
            </p:cNvPr>
            <p:cNvCxnSpPr>
              <a:cxnSpLocks/>
              <a:stCxn id="6" idx="2"/>
              <a:endCxn id="6" idx="6"/>
            </p:cNvCxnSpPr>
            <p:nvPr/>
          </p:nvCxnSpPr>
          <p:spPr>
            <a:xfrm>
              <a:off x="8691357" y="1583886"/>
              <a:ext cx="324056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9BA4936-1071-53DE-B54D-DDF4438C65F9}"/>
                </a:ext>
              </a:extLst>
            </p:cNvPr>
            <p:cNvCxnSpPr>
              <a:cxnSpLocks/>
              <a:stCxn id="6" idx="0"/>
              <a:endCxn id="6" idx="4"/>
            </p:cNvCxnSpPr>
            <p:nvPr/>
          </p:nvCxnSpPr>
          <p:spPr>
            <a:xfrm>
              <a:off x="8853385" y="1421858"/>
              <a:ext cx="0" cy="32405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E090756A-CE68-F19F-1E35-D9556A25D5B8}"/>
              </a:ext>
            </a:extLst>
          </p:cNvPr>
          <p:cNvCxnSpPr>
            <a:cxnSpLocks/>
            <a:stCxn id="116" idx="3"/>
            <a:endCxn id="6" idx="0"/>
          </p:cNvCxnSpPr>
          <p:nvPr/>
        </p:nvCxnSpPr>
        <p:spPr>
          <a:xfrm flipH="1">
            <a:off x="9597059" y="1102416"/>
            <a:ext cx="2287774" cy="1278748"/>
          </a:xfrm>
          <a:prstGeom prst="bentConnector4">
            <a:avLst>
              <a:gd name="adj1" fmla="val -9992"/>
              <a:gd name="adj2" fmla="val 53873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21FB1E23-96A8-CB8D-98CC-968EDB2CF1B9}"/>
              </a:ext>
            </a:extLst>
          </p:cNvPr>
          <p:cNvCxnSpPr>
            <a:cxnSpLocks/>
            <a:stCxn id="6" idx="6"/>
          </p:cNvCxnSpPr>
          <p:nvPr/>
        </p:nvCxnSpPr>
        <p:spPr>
          <a:xfrm flipV="1">
            <a:off x="9759087" y="2539998"/>
            <a:ext cx="328967" cy="31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C4425324-DDCA-AF47-7987-12D1EB656467}"/>
              </a:ext>
            </a:extLst>
          </p:cNvPr>
          <p:cNvGrpSpPr/>
          <p:nvPr/>
        </p:nvGrpSpPr>
        <p:grpSpPr>
          <a:xfrm>
            <a:off x="7574462" y="5531725"/>
            <a:ext cx="324056" cy="324056"/>
            <a:chOff x="8691357" y="1421858"/>
            <a:chExt cx="324056" cy="324056"/>
          </a:xfrm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26320584-D894-0704-CCB6-B55ECB8AF10A}"/>
                </a:ext>
              </a:extLst>
            </p:cNvPr>
            <p:cNvSpPr/>
            <p:nvPr/>
          </p:nvSpPr>
          <p:spPr>
            <a:xfrm>
              <a:off x="8691357" y="1421858"/>
              <a:ext cx="324056" cy="32405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00BFC65B-6DCD-EF8C-5C86-AF3B2478A897}"/>
                </a:ext>
              </a:extLst>
            </p:cNvPr>
            <p:cNvCxnSpPr>
              <a:cxnSpLocks/>
              <a:stCxn id="41" idx="2"/>
              <a:endCxn id="41" idx="6"/>
            </p:cNvCxnSpPr>
            <p:nvPr/>
          </p:nvCxnSpPr>
          <p:spPr>
            <a:xfrm>
              <a:off x="8691357" y="1583886"/>
              <a:ext cx="324056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FE0BA398-C99D-C5F8-7D56-CD5B57067364}"/>
                </a:ext>
              </a:extLst>
            </p:cNvPr>
            <p:cNvCxnSpPr>
              <a:cxnSpLocks/>
              <a:stCxn id="41" idx="0"/>
              <a:endCxn id="41" idx="4"/>
            </p:cNvCxnSpPr>
            <p:nvPr/>
          </p:nvCxnSpPr>
          <p:spPr>
            <a:xfrm>
              <a:off x="8853385" y="1421858"/>
              <a:ext cx="0" cy="32405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93B6CB3D-F280-8DD1-1D6D-2E6566A03108}"/>
              </a:ext>
            </a:extLst>
          </p:cNvPr>
          <p:cNvCxnSpPr>
            <a:cxnSpLocks/>
            <a:stCxn id="161" idx="3"/>
            <a:endCxn id="41" idx="0"/>
          </p:cNvCxnSpPr>
          <p:nvPr/>
        </p:nvCxnSpPr>
        <p:spPr>
          <a:xfrm flipH="1">
            <a:off x="7736490" y="4155045"/>
            <a:ext cx="2563538" cy="1376680"/>
          </a:xfrm>
          <a:prstGeom prst="bentConnector4">
            <a:avLst>
              <a:gd name="adj1" fmla="val -8917"/>
              <a:gd name="adj2" fmla="val 47447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7F4198B1-9D43-BC3B-11E7-9E9AD8E17E85}"/>
              </a:ext>
            </a:extLst>
          </p:cNvPr>
          <p:cNvCxnSpPr>
            <a:cxnSpLocks/>
          </p:cNvCxnSpPr>
          <p:nvPr/>
        </p:nvCxnSpPr>
        <p:spPr>
          <a:xfrm>
            <a:off x="7910913" y="5700235"/>
            <a:ext cx="526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A07541E1-3249-1FA0-70F5-B8CA5F3AC76B}"/>
              </a:ext>
            </a:extLst>
          </p:cNvPr>
          <p:cNvSpPr txBox="1"/>
          <p:nvPr/>
        </p:nvSpPr>
        <p:spPr>
          <a:xfrm>
            <a:off x="9635783" y="1541552"/>
            <a:ext cx="1519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Deadlock Detection and Repair Strategy</a:t>
            </a:r>
            <a:endParaRPr lang="zh-CN" altLang="en-US" sz="12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5BA31D5-8FC4-5ED2-28E2-E225BF6B98D9}"/>
              </a:ext>
            </a:extLst>
          </p:cNvPr>
          <p:cNvSpPr txBox="1"/>
          <p:nvPr/>
        </p:nvSpPr>
        <p:spPr>
          <a:xfrm>
            <a:off x="7812795" y="4578189"/>
            <a:ext cx="1519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Deadlock Detection and Repair Strategy</a:t>
            </a:r>
            <a:endParaRPr lang="zh-CN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400FFC69-5208-5F25-FA30-C692A9F4042D}"/>
                  </a:ext>
                </a:extLst>
              </p:cNvPr>
              <p:cNvSpPr txBox="1"/>
              <p:nvPr/>
            </p:nvSpPr>
            <p:spPr>
              <a:xfrm>
                <a:off x="8901731" y="799147"/>
                <a:ext cx="492314" cy="331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CN" sz="16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16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CN" sz="16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CN" alt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400FFC69-5208-5F25-FA30-C692A9F40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1731" y="799147"/>
                <a:ext cx="492314" cy="331950"/>
              </a:xfrm>
              <a:prstGeom prst="rect">
                <a:avLst/>
              </a:prstGeom>
              <a:blipFill>
                <a:blip r:embed="rId13"/>
                <a:stretch>
                  <a:fillRect t="-1818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6A6E92BE-9216-17E3-B9CD-FB8CC2260884}"/>
                  </a:ext>
                </a:extLst>
              </p:cNvPr>
              <p:cNvSpPr txBox="1"/>
              <p:nvPr/>
            </p:nvSpPr>
            <p:spPr>
              <a:xfrm>
                <a:off x="8943604" y="2201303"/>
                <a:ext cx="492314" cy="331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CN" sz="16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16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CN" sz="16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CN" alt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6A6E92BE-9216-17E3-B9CD-FB8CC22608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3604" y="2201303"/>
                <a:ext cx="492314" cy="331950"/>
              </a:xfrm>
              <a:prstGeom prst="rect">
                <a:avLst/>
              </a:prstGeom>
              <a:blipFill>
                <a:blip r:embed="rId14"/>
                <a:stretch>
                  <a:fillRect t="-1818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D5C0619-37CA-5F74-46AB-0655263934D2}"/>
                  </a:ext>
                </a:extLst>
              </p:cNvPr>
              <p:cNvSpPr txBox="1"/>
              <p:nvPr/>
            </p:nvSpPr>
            <p:spPr>
              <a:xfrm>
                <a:off x="7027477" y="3833206"/>
                <a:ext cx="492314" cy="331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CN" sz="16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16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CN" sz="16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next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CN" sz="16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CN" alt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D5C0619-37CA-5F74-46AB-065526393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7477" y="3833206"/>
                <a:ext cx="492314" cy="331950"/>
              </a:xfrm>
              <a:prstGeom prst="rect">
                <a:avLst/>
              </a:prstGeom>
              <a:blipFill>
                <a:blip r:embed="rId15"/>
                <a:stretch>
                  <a:fillRect l="-14815" t="-1852" r="-13580" b="-185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CB5756AB-8AEA-40A0-9122-D8F2C9EC2849}"/>
                  </a:ext>
                </a:extLst>
              </p:cNvPr>
              <p:cNvSpPr txBox="1"/>
              <p:nvPr/>
            </p:nvSpPr>
            <p:spPr>
              <a:xfrm>
                <a:off x="7056702" y="5315477"/>
                <a:ext cx="492314" cy="331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CN" sz="16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16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CN" sz="16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next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CN" sz="16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CN" alt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CB5756AB-8AEA-40A0-9122-D8F2C9EC2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702" y="5315477"/>
                <a:ext cx="492314" cy="331950"/>
              </a:xfrm>
              <a:prstGeom prst="rect">
                <a:avLst/>
              </a:prstGeom>
              <a:blipFill>
                <a:blip r:embed="rId16"/>
                <a:stretch>
                  <a:fillRect l="-15000" t="-1852" r="-15000" b="-185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5" name="组合 74">
            <a:extLst>
              <a:ext uri="{FF2B5EF4-FFF2-40B4-BE49-F238E27FC236}">
                <a16:creationId xmlns:a16="http://schemas.microsoft.com/office/drawing/2014/main" id="{43687A3A-CE24-9905-979B-FDB7E937DCA1}"/>
              </a:ext>
            </a:extLst>
          </p:cNvPr>
          <p:cNvGrpSpPr/>
          <p:nvPr/>
        </p:nvGrpSpPr>
        <p:grpSpPr>
          <a:xfrm>
            <a:off x="10458319" y="866587"/>
            <a:ext cx="788749" cy="561580"/>
            <a:chOff x="6332528" y="285839"/>
            <a:chExt cx="788749" cy="561580"/>
          </a:xfrm>
        </p:grpSpPr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3EDE34D0-7C10-A5DF-FAF5-1E8D7CC662AC}"/>
                </a:ext>
              </a:extLst>
            </p:cNvPr>
            <p:cNvSpPr/>
            <p:nvPr/>
          </p:nvSpPr>
          <p:spPr>
            <a:xfrm>
              <a:off x="6332528" y="285839"/>
              <a:ext cx="788749" cy="56158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73645429-3C13-5C83-4110-AB37D9A17939}"/>
                </a:ext>
              </a:extLst>
            </p:cNvPr>
            <p:cNvCxnSpPr>
              <a:stCxn id="31" idx="1"/>
              <a:endCxn id="31" idx="3"/>
            </p:cNvCxnSpPr>
            <p:nvPr/>
          </p:nvCxnSpPr>
          <p:spPr>
            <a:xfrm>
              <a:off x="6332528" y="566629"/>
              <a:ext cx="78874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689DE813-D453-B74C-9F9C-8EC3872A6704}"/>
                </a:ext>
              </a:extLst>
            </p:cNvPr>
            <p:cNvCxnSpPr>
              <a:stCxn id="31" idx="2"/>
              <a:endCxn id="31" idx="0"/>
            </p:cNvCxnSpPr>
            <p:nvPr/>
          </p:nvCxnSpPr>
          <p:spPr>
            <a:xfrm flipV="1">
              <a:off x="6726903" y="285839"/>
              <a:ext cx="0" cy="56158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连接符: 曲线 45">
              <a:extLst>
                <a:ext uri="{FF2B5EF4-FFF2-40B4-BE49-F238E27FC236}">
                  <a16:creationId xmlns:a16="http://schemas.microsoft.com/office/drawing/2014/main" id="{A6606052-DFF2-94F3-4126-FC6F56966A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54769" y="382421"/>
              <a:ext cx="739775" cy="377988"/>
            </a:xfrm>
            <a:prstGeom prst="curvedConnector3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B68F2C74-AACA-1F9D-AB99-A7E36E80D928}"/>
              </a:ext>
            </a:extLst>
          </p:cNvPr>
          <p:cNvCxnSpPr>
            <a:cxnSpLocks/>
            <a:stCxn id="94" idx="3"/>
            <a:endCxn id="31" idx="1"/>
          </p:cNvCxnSpPr>
          <p:nvPr/>
        </p:nvCxnSpPr>
        <p:spPr>
          <a:xfrm>
            <a:off x="10111784" y="1139581"/>
            <a:ext cx="346535" cy="77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7A703889-0887-4BC7-C999-67D68B4F307E}"/>
              </a:ext>
            </a:extLst>
          </p:cNvPr>
          <p:cNvCxnSpPr>
            <a:cxnSpLocks/>
          </p:cNvCxnSpPr>
          <p:nvPr/>
        </p:nvCxnSpPr>
        <p:spPr>
          <a:xfrm>
            <a:off x="11250665" y="1140508"/>
            <a:ext cx="23252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DED38C99-0DBA-E63C-5CA5-862C128DA34F}"/>
              </a:ext>
            </a:extLst>
          </p:cNvPr>
          <p:cNvGrpSpPr/>
          <p:nvPr/>
        </p:nvGrpSpPr>
        <p:grpSpPr>
          <a:xfrm>
            <a:off x="8668490" y="3899495"/>
            <a:ext cx="788749" cy="561580"/>
            <a:chOff x="6332528" y="285839"/>
            <a:chExt cx="788749" cy="561580"/>
          </a:xfrm>
        </p:grpSpPr>
        <p:sp>
          <p:nvSpPr>
            <p:cNvPr id="110" name="矩形: 圆角 109">
              <a:extLst>
                <a:ext uri="{FF2B5EF4-FFF2-40B4-BE49-F238E27FC236}">
                  <a16:creationId xmlns:a16="http://schemas.microsoft.com/office/drawing/2014/main" id="{12372032-5C5D-1A9A-A9CF-46AFB08824B5}"/>
                </a:ext>
              </a:extLst>
            </p:cNvPr>
            <p:cNvSpPr/>
            <p:nvPr/>
          </p:nvSpPr>
          <p:spPr>
            <a:xfrm>
              <a:off x="6332528" y="285839"/>
              <a:ext cx="788749" cy="56158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1" name="直接箭头连接符 110">
              <a:extLst>
                <a:ext uri="{FF2B5EF4-FFF2-40B4-BE49-F238E27FC236}">
                  <a16:creationId xmlns:a16="http://schemas.microsoft.com/office/drawing/2014/main" id="{DEF74E3A-ACF0-6C35-BA31-2DBECE68D300}"/>
                </a:ext>
              </a:extLst>
            </p:cNvPr>
            <p:cNvCxnSpPr>
              <a:stCxn id="110" idx="1"/>
              <a:endCxn id="110" idx="3"/>
            </p:cNvCxnSpPr>
            <p:nvPr/>
          </p:nvCxnSpPr>
          <p:spPr>
            <a:xfrm>
              <a:off x="6332528" y="566629"/>
              <a:ext cx="78874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EB69EC68-DAA4-CDCC-E42B-6267B075BA70}"/>
                </a:ext>
              </a:extLst>
            </p:cNvPr>
            <p:cNvCxnSpPr>
              <a:stCxn id="110" idx="2"/>
              <a:endCxn id="110" idx="0"/>
            </p:cNvCxnSpPr>
            <p:nvPr/>
          </p:nvCxnSpPr>
          <p:spPr>
            <a:xfrm flipV="1">
              <a:off x="6726903" y="285839"/>
              <a:ext cx="0" cy="56158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连接符: 曲线 112">
              <a:extLst>
                <a:ext uri="{FF2B5EF4-FFF2-40B4-BE49-F238E27FC236}">
                  <a16:creationId xmlns:a16="http://schemas.microsoft.com/office/drawing/2014/main" id="{FE5975EA-FB59-CEFE-C665-B07EF1866D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54769" y="382421"/>
              <a:ext cx="739775" cy="377988"/>
            </a:xfrm>
            <a:prstGeom prst="curvedConnector3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93B0C8EF-D789-DEE2-3240-EDE0186C46D6}"/>
              </a:ext>
            </a:extLst>
          </p:cNvPr>
          <p:cNvCxnSpPr>
            <a:cxnSpLocks/>
          </p:cNvCxnSpPr>
          <p:nvPr/>
        </p:nvCxnSpPr>
        <p:spPr>
          <a:xfrm>
            <a:off x="9433147" y="4188138"/>
            <a:ext cx="47784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>
            <a:extLst>
              <a:ext uri="{FF2B5EF4-FFF2-40B4-BE49-F238E27FC236}">
                <a16:creationId xmlns:a16="http://schemas.microsoft.com/office/drawing/2014/main" id="{A25DDDEA-E266-6121-6B37-94222DCD85D2}"/>
              </a:ext>
            </a:extLst>
          </p:cNvPr>
          <p:cNvGrpSpPr/>
          <p:nvPr/>
        </p:nvGrpSpPr>
        <p:grpSpPr>
          <a:xfrm>
            <a:off x="247391" y="2266724"/>
            <a:ext cx="360599" cy="782588"/>
            <a:chOff x="5593710" y="587748"/>
            <a:chExt cx="999971" cy="1871424"/>
          </a:xfrm>
        </p:grpSpPr>
        <p:sp>
          <p:nvSpPr>
            <p:cNvPr id="4" name="立方体 3">
              <a:extLst>
                <a:ext uri="{FF2B5EF4-FFF2-40B4-BE49-F238E27FC236}">
                  <a16:creationId xmlns:a16="http://schemas.microsoft.com/office/drawing/2014/main" id="{D8B21418-A4B2-143E-E4A1-6D908115A72E}"/>
                </a:ext>
              </a:extLst>
            </p:cNvPr>
            <p:cNvSpPr/>
            <p:nvPr/>
          </p:nvSpPr>
          <p:spPr>
            <a:xfrm>
              <a:off x="5593710" y="587748"/>
              <a:ext cx="491040" cy="1871424"/>
            </a:xfrm>
            <a:prstGeom prst="cube">
              <a:avLst>
                <a:gd name="adj" fmla="val 7883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立方体 28">
              <a:extLst>
                <a:ext uri="{FF2B5EF4-FFF2-40B4-BE49-F238E27FC236}">
                  <a16:creationId xmlns:a16="http://schemas.microsoft.com/office/drawing/2014/main" id="{461C5A3A-8573-9426-F989-4BFD0F6412BA}"/>
                </a:ext>
              </a:extLst>
            </p:cNvPr>
            <p:cNvSpPr/>
            <p:nvPr/>
          </p:nvSpPr>
          <p:spPr>
            <a:xfrm>
              <a:off x="5774939" y="819738"/>
              <a:ext cx="389465" cy="1430749"/>
            </a:xfrm>
            <a:prstGeom prst="cube">
              <a:avLst>
                <a:gd name="adj" fmla="val 58462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立方体 31">
              <a:extLst>
                <a:ext uri="{FF2B5EF4-FFF2-40B4-BE49-F238E27FC236}">
                  <a16:creationId xmlns:a16="http://schemas.microsoft.com/office/drawing/2014/main" id="{7660BA56-F1EB-2165-5A4E-717C83B510AD}"/>
                </a:ext>
              </a:extLst>
            </p:cNvPr>
            <p:cNvSpPr/>
            <p:nvPr/>
          </p:nvSpPr>
          <p:spPr>
            <a:xfrm>
              <a:off x="5977417" y="1071563"/>
              <a:ext cx="451958" cy="985837"/>
            </a:xfrm>
            <a:prstGeom prst="cube">
              <a:avLst>
                <a:gd name="adj" fmla="val 47457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立方体 33">
              <a:extLst>
                <a:ext uri="{FF2B5EF4-FFF2-40B4-BE49-F238E27FC236}">
                  <a16:creationId xmlns:a16="http://schemas.microsoft.com/office/drawing/2014/main" id="{5D393DC4-D5FD-28E6-4774-104F1B3BAA55}"/>
                </a:ext>
              </a:extLst>
            </p:cNvPr>
            <p:cNvSpPr/>
            <p:nvPr/>
          </p:nvSpPr>
          <p:spPr>
            <a:xfrm>
              <a:off x="6265979" y="1316035"/>
              <a:ext cx="327702" cy="555500"/>
            </a:xfrm>
            <a:prstGeom prst="cube">
              <a:avLst>
                <a:gd name="adj" fmla="val 47457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975BCBAD-2559-2D45-F1F2-C668CD558EBF}"/>
              </a:ext>
            </a:extLst>
          </p:cNvPr>
          <p:cNvSpPr txBox="1"/>
          <p:nvPr/>
        </p:nvSpPr>
        <p:spPr>
          <a:xfrm>
            <a:off x="772959" y="2586106"/>
            <a:ext cx="566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ED4B3783-6F90-975E-71F4-43A2BF0E6474}"/>
              </a:ext>
            </a:extLst>
          </p:cNvPr>
          <p:cNvGrpSpPr/>
          <p:nvPr/>
        </p:nvGrpSpPr>
        <p:grpSpPr>
          <a:xfrm>
            <a:off x="135841" y="3189138"/>
            <a:ext cx="717818" cy="545524"/>
            <a:chOff x="7119732" y="1135856"/>
            <a:chExt cx="1045574" cy="921544"/>
          </a:xfrm>
        </p:grpSpPr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2DE1EFAA-EB62-497E-17D2-12424C5C41C0}"/>
                </a:ext>
              </a:extLst>
            </p:cNvPr>
            <p:cNvSpPr/>
            <p:nvPr/>
          </p:nvSpPr>
          <p:spPr>
            <a:xfrm>
              <a:off x="7119732" y="1135856"/>
              <a:ext cx="1045574" cy="92154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3398E9A1-8A6D-A236-A3E6-B43539028AE1}"/>
                </a:ext>
              </a:extLst>
            </p:cNvPr>
            <p:cNvSpPr/>
            <p:nvPr/>
          </p:nvSpPr>
          <p:spPr>
            <a:xfrm>
              <a:off x="7279227" y="1421857"/>
              <a:ext cx="178593" cy="4616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DC639D09-E17F-28EC-A957-27B58072C5D3}"/>
                </a:ext>
              </a:extLst>
            </p:cNvPr>
            <p:cNvSpPr/>
            <p:nvPr/>
          </p:nvSpPr>
          <p:spPr>
            <a:xfrm>
              <a:off x="7532787" y="1257285"/>
              <a:ext cx="178593" cy="6729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66A24312-5628-AC74-0F64-62E95E784F33}"/>
                </a:ext>
              </a:extLst>
            </p:cNvPr>
            <p:cNvSpPr/>
            <p:nvPr/>
          </p:nvSpPr>
          <p:spPr>
            <a:xfrm>
              <a:off x="7836779" y="1421858"/>
              <a:ext cx="178593" cy="4616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BDC8BF8F-00E1-92FD-ECC7-0ECEF2CB51A4}"/>
              </a:ext>
            </a:extLst>
          </p:cNvPr>
          <p:cNvSpPr txBox="1"/>
          <p:nvPr/>
        </p:nvSpPr>
        <p:spPr>
          <a:xfrm>
            <a:off x="752674" y="3279568"/>
            <a:ext cx="601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97046E69-665F-4185-2F74-A83F28DD87E1}"/>
              </a:ext>
            </a:extLst>
          </p:cNvPr>
          <p:cNvGrpSpPr/>
          <p:nvPr/>
        </p:nvGrpSpPr>
        <p:grpSpPr>
          <a:xfrm>
            <a:off x="125792" y="3947641"/>
            <a:ext cx="734265" cy="519535"/>
            <a:chOff x="6332528" y="285839"/>
            <a:chExt cx="788749" cy="561580"/>
          </a:xfrm>
        </p:grpSpPr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05B2B43F-DAD3-FA71-A6DF-2E6995A17368}"/>
                </a:ext>
              </a:extLst>
            </p:cNvPr>
            <p:cNvSpPr/>
            <p:nvPr/>
          </p:nvSpPr>
          <p:spPr>
            <a:xfrm>
              <a:off x="6332528" y="285839"/>
              <a:ext cx="788749" cy="56158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9782DB19-EB90-F125-A2E7-B25D015D2214}"/>
                </a:ext>
              </a:extLst>
            </p:cNvPr>
            <p:cNvCxnSpPr>
              <a:stCxn id="61" idx="1"/>
              <a:endCxn id="61" idx="3"/>
            </p:cNvCxnSpPr>
            <p:nvPr/>
          </p:nvCxnSpPr>
          <p:spPr>
            <a:xfrm>
              <a:off x="6332528" y="566629"/>
              <a:ext cx="78874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0D08C6D8-661D-648F-9CE7-08426F926CC7}"/>
                </a:ext>
              </a:extLst>
            </p:cNvPr>
            <p:cNvCxnSpPr>
              <a:stCxn id="61" idx="2"/>
              <a:endCxn id="61" idx="0"/>
            </p:cNvCxnSpPr>
            <p:nvPr/>
          </p:nvCxnSpPr>
          <p:spPr>
            <a:xfrm flipV="1">
              <a:off x="6726903" y="285839"/>
              <a:ext cx="0" cy="56158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连接符: 曲线 66">
              <a:extLst>
                <a:ext uri="{FF2B5EF4-FFF2-40B4-BE49-F238E27FC236}">
                  <a16:creationId xmlns:a16="http://schemas.microsoft.com/office/drawing/2014/main" id="{32361E39-0BAA-025C-715A-A4C36EF4DE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54769" y="382421"/>
              <a:ext cx="739775" cy="377988"/>
            </a:xfrm>
            <a:prstGeom prst="curvedConnector3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文本框 68">
            <a:extLst>
              <a:ext uri="{FF2B5EF4-FFF2-40B4-BE49-F238E27FC236}">
                <a16:creationId xmlns:a16="http://schemas.microsoft.com/office/drawing/2014/main" id="{70C55EC7-19BC-8323-FAB5-C83BC77D4513}"/>
              </a:ext>
            </a:extLst>
          </p:cNvPr>
          <p:cNvSpPr txBox="1"/>
          <p:nvPr/>
        </p:nvSpPr>
        <p:spPr>
          <a:xfrm>
            <a:off x="800761" y="4044877"/>
            <a:ext cx="601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Tanh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2B86B192-F7FE-76B4-8968-E6D1A835DD66}"/>
              </a:ext>
            </a:extLst>
          </p:cNvPr>
          <p:cNvGrpSpPr/>
          <p:nvPr/>
        </p:nvGrpSpPr>
        <p:grpSpPr>
          <a:xfrm>
            <a:off x="309291" y="4703883"/>
            <a:ext cx="324056" cy="324056"/>
            <a:chOff x="8691357" y="1421858"/>
            <a:chExt cx="324056" cy="324056"/>
          </a:xfrm>
        </p:grpSpPr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642E6C89-A4F4-99DD-A77E-74BB6A9B32F4}"/>
                </a:ext>
              </a:extLst>
            </p:cNvPr>
            <p:cNvSpPr/>
            <p:nvPr/>
          </p:nvSpPr>
          <p:spPr>
            <a:xfrm>
              <a:off x="8691357" y="1421858"/>
              <a:ext cx="324056" cy="32405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29D91617-C8FB-3150-8FF5-79C3F5935196}"/>
                </a:ext>
              </a:extLst>
            </p:cNvPr>
            <p:cNvCxnSpPr>
              <a:cxnSpLocks/>
              <a:stCxn id="73" idx="2"/>
              <a:endCxn id="73" idx="6"/>
            </p:cNvCxnSpPr>
            <p:nvPr/>
          </p:nvCxnSpPr>
          <p:spPr>
            <a:xfrm>
              <a:off x="8691357" y="1583886"/>
              <a:ext cx="324056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B135D82C-EA01-3E04-A53A-8994D3947694}"/>
                </a:ext>
              </a:extLst>
            </p:cNvPr>
            <p:cNvCxnSpPr>
              <a:cxnSpLocks/>
              <a:stCxn id="73" idx="0"/>
              <a:endCxn id="73" idx="4"/>
            </p:cNvCxnSpPr>
            <p:nvPr/>
          </p:nvCxnSpPr>
          <p:spPr>
            <a:xfrm>
              <a:off x="8853385" y="1421858"/>
              <a:ext cx="0" cy="32405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5" name="文本框 104">
            <a:extLst>
              <a:ext uri="{FF2B5EF4-FFF2-40B4-BE49-F238E27FC236}">
                <a16:creationId xmlns:a16="http://schemas.microsoft.com/office/drawing/2014/main" id="{35E6A503-47B5-3646-189F-12D5DEAB6724}"/>
              </a:ext>
            </a:extLst>
          </p:cNvPr>
          <p:cNvSpPr txBox="1"/>
          <p:nvPr/>
        </p:nvSpPr>
        <p:spPr>
          <a:xfrm>
            <a:off x="610084" y="4735293"/>
            <a:ext cx="9572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Concatenate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79EA099A-91E9-7F50-819F-72E7494A935C}"/>
              </a:ext>
            </a:extLst>
          </p:cNvPr>
          <p:cNvSpPr/>
          <p:nvPr/>
        </p:nvSpPr>
        <p:spPr>
          <a:xfrm>
            <a:off x="270726" y="5259300"/>
            <a:ext cx="414338" cy="53676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EDD16945-7F3E-07A8-44B8-BE2E6B87DE30}"/>
              </a:ext>
            </a:extLst>
          </p:cNvPr>
          <p:cNvSpPr/>
          <p:nvPr/>
        </p:nvSpPr>
        <p:spPr>
          <a:xfrm>
            <a:off x="261419" y="6015346"/>
            <a:ext cx="414338" cy="5367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6AF178FD-148F-FA89-6596-9A870475F490}"/>
              </a:ext>
            </a:extLst>
          </p:cNvPr>
          <p:cNvSpPr txBox="1"/>
          <p:nvPr/>
        </p:nvSpPr>
        <p:spPr>
          <a:xfrm>
            <a:off x="741179" y="5387134"/>
            <a:ext cx="586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2F72329A-7798-F539-BCE4-DCA3393D934C}"/>
              </a:ext>
            </a:extLst>
          </p:cNvPr>
          <p:cNvSpPr txBox="1"/>
          <p:nvPr/>
        </p:nvSpPr>
        <p:spPr>
          <a:xfrm>
            <a:off x="690334" y="6139043"/>
            <a:ext cx="8200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Q-value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2A8F4CAD-C18B-95E3-C524-8F869EA96D88}"/>
              </a:ext>
            </a:extLst>
          </p:cNvPr>
          <p:cNvSpPr/>
          <p:nvPr/>
        </p:nvSpPr>
        <p:spPr>
          <a:xfrm>
            <a:off x="50803" y="2236871"/>
            <a:ext cx="1446084" cy="439252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E756479F-B1B2-08A4-B6AC-DBE89E31A64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321" y="113853"/>
            <a:ext cx="2543417" cy="187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930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</TotalTime>
  <Words>255</Words>
  <Application>Microsoft Office PowerPoint</Application>
  <PresentationFormat>宽屏</PresentationFormat>
  <Paragraphs>146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 turtle</dc:creator>
  <cp:lastModifiedBy>1 turtle</cp:lastModifiedBy>
  <cp:revision>25</cp:revision>
  <dcterms:created xsi:type="dcterms:W3CDTF">2025-03-09T04:10:51Z</dcterms:created>
  <dcterms:modified xsi:type="dcterms:W3CDTF">2025-12-30T07:45:54Z</dcterms:modified>
</cp:coreProperties>
</file>