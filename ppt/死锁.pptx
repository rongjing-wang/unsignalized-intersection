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D7D28"/>
    <a:srgbClr val="2E75B6"/>
    <a:srgbClr val="339933"/>
    <a:srgbClr val="548235"/>
    <a:srgbClr val="7C7C7C"/>
    <a:srgbClr val="C55A11"/>
    <a:srgbClr val="172C5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79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108" y="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6BF4CB3-3273-38C6-4D6C-E43E4B982FD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25BABB2A-F3A3-601A-966F-8296B2A6123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460C645-FA82-AB21-4FA7-7451B77129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7AA7E6-57EC-4832-A9A1-FD2953121495}" type="datetimeFigureOut">
              <a:rPr lang="zh-CN" altLang="en-US" smtClean="0"/>
              <a:t>2025/12/23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9299E40-CF82-6B77-8BA3-A1B6043120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A3D7E36-8B93-2567-650C-178C05E74A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C58D32-ADB0-497D-985E-225BA7DCCC2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369334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4DA1206-21CD-52E2-2FFC-BBF71C7E71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A94AE68-0362-71D3-1A8D-F6E9DCCA6B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76C33D0-B29A-D98E-800F-F0C5DFC12E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7AA7E6-57EC-4832-A9A1-FD2953121495}" type="datetimeFigureOut">
              <a:rPr lang="zh-CN" altLang="en-US" smtClean="0"/>
              <a:t>2025/12/23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7409029-8DA4-B257-5A65-91F93B222C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60AF473-854F-53BA-6065-DFEB2E72ED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C58D32-ADB0-497D-985E-225BA7DCCC2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060841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6A12431-24F5-FB42-672D-25A49F67B8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77FD238-A02A-1884-73A4-80B6E9DBDE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026707F-B3C4-2D34-C0BA-B0908D9424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7AA7E6-57EC-4832-A9A1-FD2953121495}" type="datetimeFigureOut">
              <a:rPr lang="zh-CN" altLang="en-US" smtClean="0"/>
              <a:t>2025/12/23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783C078-1E26-595F-0F55-31D9EA9FF5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B7F7E35-54C8-1D35-63DC-C9C85B59A3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C58D32-ADB0-497D-985E-225BA7DCCC2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02942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978D4E3-6FC6-7497-62D7-B0AE85BFC9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B257AC9-E039-A3CF-AEDB-15FB7460F70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3E6A234F-FAA3-1FE1-350B-CF9D4A40200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0CAF1C7-5303-7CC6-ED88-A2989A3F1E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7AA7E6-57EC-4832-A9A1-FD2953121495}" type="datetimeFigureOut">
              <a:rPr lang="zh-CN" altLang="en-US" smtClean="0"/>
              <a:t>2025/12/23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4A5E2FC5-5960-328E-63B0-D83EDB2D9F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A61A81AA-A541-B484-687A-D2ACBCB809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C58D32-ADB0-497D-985E-225BA7DCCC2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173666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076389C-6AC5-0DAA-8CAE-E6E9E1A84D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D6072A0-4DB2-A897-D801-F40D43A205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C124FA70-1A25-6D71-568B-4BA29A4F36A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2D679A12-ACC0-3671-9C31-74A1771A06B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E7590F04-1A7D-F278-132E-9C1E1413A57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E6FC9CF3-30D8-83DC-8A96-359948AA58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7AA7E6-57EC-4832-A9A1-FD2953121495}" type="datetimeFigureOut">
              <a:rPr lang="zh-CN" altLang="en-US" smtClean="0"/>
              <a:t>2025/12/23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59EA92E4-BD70-F8F7-5D1F-BCF42749E5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10014A16-D032-E6B7-7033-739784D507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C58D32-ADB0-497D-985E-225BA7DCCC2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093389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FC018AC-9806-E0A8-FE24-175715C767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5CB31801-2137-EEBA-B82A-EA98487689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7AA7E6-57EC-4832-A9A1-FD2953121495}" type="datetimeFigureOut">
              <a:rPr lang="zh-CN" altLang="en-US" smtClean="0"/>
              <a:t>2025/12/23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5280A8A9-0516-FCFA-AE57-5F07FF5C85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6973E99C-E09C-D054-E6A5-97945AB0FB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C58D32-ADB0-497D-985E-225BA7DCCC2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485370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F9404D9D-7AF7-3449-42C1-6BDFA75493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7AA7E6-57EC-4832-A9A1-FD2953121495}" type="datetimeFigureOut">
              <a:rPr lang="zh-CN" altLang="en-US" smtClean="0"/>
              <a:t>2025/12/23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4A5AF377-72B6-B089-CCE3-16E9741893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71E949A-9F75-ED66-E86D-2223E9E14D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C58D32-ADB0-497D-985E-225BA7DCCC2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406568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F161FCE-ADFB-4B96-CE94-D7311A4298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C73BDF9-A4CE-84C7-630B-E389EDF333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61593DDE-8347-6761-3ADE-EB6E40B11F4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28080DF-A963-1EF7-7D22-229E85F2A8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7AA7E6-57EC-4832-A9A1-FD2953121495}" type="datetimeFigureOut">
              <a:rPr lang="zh-CN" altLang="en-US" smtClean="0"/>
              <a:t>2025/12/23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E99622A7-59D1-E8C1-90D7-79EE163C6A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276B230-1BB2-4EF3-C558-7564266180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C58D32-ADB0-497D-985E-225BA7DCCC2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962763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BF5BA59-E5C2-F0E1-7157-4C58EBBD9D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DA1C10E-293F-582A-F9E5-6460E020EC2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E8AD6C65-4B35-8487-2412-198663CF371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3880745-A1A1-EF74-3064-0830D10FE3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7AA7E6-57EC-4832-A9A1-FD2953121495}" type="datetimeFigureOut">
              <a:rPr lang="zh-CN" altLang="en-US" smtClean="0"/>
              <a:t>2025/12/23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44F5CD3A-B5D0-B800-847E-841B01E250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F7CD265A-9A12-88A2-D063-62D18F2593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C58D32-ADB0-497D-985E-225BA7DCCC2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802673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C692603-F6DC-E4D9-2EAF-2AA1B047D6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9AC5950F-7FFC-C3A5-BD52-FA3AAF3AB38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CC8197C-C95D-FC15-FE6B-833163D9A8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7AA7E6-57EC-4832-A9A1-FD2953121495}" type="datetimeFigureOut">
              <a:rPr lang="zh-CN" altLang="en-US" smtClean="0"/>
              <a:t>2025/12/23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7570051-9D82-CB72-AFED-AB9B0F59B9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5F536F1-CBFE-6D89-C44A-159CC5A9BA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C58D32-ADB0-497D-985E-225BA7DCCC2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44006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6A39A333-B906-EE2A-FB18-D00191318DB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2BFF483-9B8F-5CDA-6191-2A7B0FA667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D77AAB9-225C-3418-3D6E-AD58ACC129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7AA7E6-57EC-4832-A9A1-FD2953121495}" type="datetimeFigureOut">
              <a:rPr lang="zh-CN" altLang="en-US" smtClean="0"/>
              <a:t>2025/12/23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10F71FA-5DFC-67E6-028D-2E22B62004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F47B3E5-EA17-CF66-A82E-94BDF55231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C58D32-ADB0-497D-985E-225BA7DCCC2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773761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C7BA67A7-960A-261A-F683-F7DF406EF6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7D0D948-33D5-8D8C-DFBB-920D41A077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63F5904-E829-B4FF-D535-D13D40F073E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87AA7E6-57EC-4832-A9A1-FD2953121495}" type="datetimeFigureOut">
              <a:rPr lang="zh-CN" altLang="en-US" smtClean="0"/>
              <a:t>2025/12/23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266C5E4-9997-80F0-CDFC-A9D5A381838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D1748F6-47BE-FB64-CA63-92FD1DD7E4A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8C58D32-ADB0-497D-985E-225BA7DCCC2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611151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7" name="组合 96">
            <a:extLst>
              <a:ext uri="{FF2B5EF4-FFF2-40B4-BE49-F238E27FC236}">
                <a16:creationId xmlns:a16="http://schemas.microsoft.com/office/drawing/2014/main" id="{D9F7F65C-A560-2CA4-7B53-9ECFCE7029F4}"/>
              </a:ext>
            </a:extLst>
          </p:cNvPr>
          <p:cNvGrpSpPr/>
          <p:nvPr/>
        </p:nvGrpSpPr>
        <p:grpSpPr>
          <a:xfrm>
            <a:off x="1281141" y="436675"/>
            <a:ext cx="10680400" cy="5726230"/>
            <a:chOff x="1281141" y="436675"/>
            <a:chExt cx="10680400" cy="5726230"/>
          </a:xfrm>
        </p:grpSpPr>
        <p:cxnSp>
          <p:nvCxnSpPr>
            <p:cNvPr id="5" name="直接箭头连接符 4">
              <a:extLst>
                <a:ext uri="{FF2B5EF4-FFF2-40B4-BE49-F238E27FC236}">
                  <a16:creationId xmlns:a16="http://schemas.microsoft.com/office/drawing/2014/main" id="{55C68DDF-1689-6459-4DBF-7A66CEC978CA}"/>
                </a:ext>
              </a:extLst>
            </p:cNvPr>
            <p:cNvCxnSpPr>
              <a:cxnSpLocks/>
            </p:cNvCxnSpPr>
            <p:nvPr/>
          </p:nvCxnSpPr>
          <p:spPr>
            <a:xfrm>
              <a:off x="1735338" y="3532993"/>
              <a:ext cx="4250266" cy="0"/>
            </a:xfrm>
            <a:prstGeom prst="straightConnector1">
              <a:avLst/>
            </a:prstGeom>
            <a:ln w="28575">
              <a:solidFill>
                <a:schemeClr val="accent5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直接箭头连接符 6">
              <a:extLst>
                <a:ext uri="{FF2B5EF4-FFF2-40B4-BE49-F238E27FC236}">
                  <a16:creationId xmlns:a16="http://schemas.microsoft.com/office/drawing/2014/main" id="{A3830CE3-2352-C17A-31B7-8720C365DFEE}"/>
                </a:ext>
              </a:extLst>
            </p:cNvPr>
            <p:cNvCxnSpPr>
              <a:cxnSpLocks/>
            </p:cNvCxnSpPr>
            <p:nvPr/>
          </p:nvCxnSpPr>
          <p:spPr>
            <a:xfrm>
              <a:off x="3557787" y="1170793"/>
              <a:ext cx="0" cy="4006850"/>
            </a:xfrm>
            <a:prstGeom prst="straightConnector1">
              <a:avLst/>
            </a:prstGeom>
            <a:ln w="28575">
              <a:solidFill>
                <a:schemeClr val="accent6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直接箭头连接符 7">
              <a:extLst>
                <a:ext uri="{FF2B5EF4-FFF2-40B4-BE49-F238E27FC236}">
                  <a16:creationId xmlns:a16="http://schemas.microsoft.com/office/drawing/2014/main" id="{8FF2F561-EA83-9D52-E2AB-B2896AC20D08}"/>
                </a:ext>
              </a:extLst>
            </p:cNvPr>
            <p:cNvCxnSpPr>
              <a:cxnSpLocks/>
              <a:endCxn id="118" idx="3"/>
            </p:cNvCxnSpPr>
            <p:nvPr/>
          </p:nvCxnSpPr>
          <p:spPr>
            <a:xfrm flipV="1">
              <a:off x="1735338" y="2828422"/>
              <a:ext cx="4481795" cy="18771"/>
            </a:xfrm>
            <a:prstGeom prst="straightConnector1">
              <a:avLst/>
            </a:prstGeom>
            <a:ln w="28575">
              <a:solidFill>
                <a:schemeClr val="accent3">
                  <a:lumMod val="75000"/>
                </a:schemeClr>
              </a:solidFill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直接箭头连接符 8">
              <a:extLst>
                <a:ext uri="{FF2B5EF4-FFF2-40B4-BE49-F238E27FC236}">
                  <a16:creationId xmlns:a16="http://schemas.microsoft.com/office/drawing/2014/main" id="{52BFCA50-6976-1D86-8E01-2E5E13B04B28}"/>
                </a:ext>
              </a:extLst>
            </p:cNvPr>
            <p:cNvCxnSpPr>
              <a:cxnSpLocks/>
            </p:cNvCxnSpPr>
            <p:nvPr/>
          </p:nvCxnSpPr>
          <p:spPr>
            <a:xfrm>
              <a:off x="4300737" y="1170793"/>
              <a:ext cx="0" cy="4006850"/>
            </a:xfrm>
            <a:prstGeom prst="straightConnector1">
              <a:avLst/>
            </a:prstGeom>
            <a:ln w="28575">
              <a:solidFill>
                <a:schemeClr val="accent2">
                  <a:lumMod val="75000"/>
                </a:schemeClr>
              </a:solidFill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矩形 10">
              <a:extLst>
                <a:ext uri="{FF2B5EF4-FFF2-40B4-BE49-F238E27FC236}">
                  <a16:creationId xmlns:a16="http://schemas.microsoft.com/office/drawing/2014/main" id="{82CA306B-17D9-BB11-8F3E-86E6714CE589}"/>
                </a:ext>
              </a:extLst>
            </p:cNvPr>
            <p:cNvSpPr/>
            <p:nvPr/>
          </p:nvSpPr>
          <p:spPr>
            <a:xfrm>
              <a:off x="2630688" y="3421868"/>
              <a:ext cx="317500" cy="196850"/>
            </a:xfrm>
            <a:prstGeom prst="rect">
              <a:avLst/>
            </a:prstGeom>
            <a:solidFill>
              <a:srgbClr val="2E75B6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8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CN" sz="800" baseline="-250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zh-CN" altLang="en-US" sz="800" baseline="-25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2" name="矩形 11">
              <a:extLst>
                <a:ext uri="{FF2B5EF4-FFF2-40B4-BE49-F238E27FC236}">
                  <a16:creationId xmlns:a16="http://schemas.microsoft.com/office/drawing/2014/main" id="{9655529F-40E9-FF7A-1ABD-5D82BF4653F8}"/>
                </a:ext>
              </a:extLst>
            </p:cNvPr>
            <p:cNvSpPr/>
            <p:nvPr/>
          </p:nvSpPr>
          <p:spPr>
            <a:xfrm>
              <a:off x="1438498" y="3922178"/>
              <a:ext cx="317500" cy="196850"/>
            </a:xfrm>
            <a:prstGeom prst="rect">
              <a:avLst/>
            </a:prstGeom>
            <a:solidFill>
              <a:srgbClr val="2E75B6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8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CN" sz="800" baseline="-250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zh-CN" altLang="en-US" sz="800" baseline="-25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3" name="矩形 12">
              <a:extLst>
                <a:ext uri="{FF2B5EF4-FFF2-40B4-BE49-F238E27FC236}">
                  <a16:creationId xmlns:a16="http://schemas.microsoft.com/office/drawing/2014/main" id="{00CC3722-344C-A3F2-0F83-52DE5C8E5667}"/>
                </a:ext>
              </a:extLst>
            </p:cNvPr>
            <p:cNvSpPr/>
            <p:nvPr/>
          </p:nvSpPr>
          <p:spPr>
            <a:xfrm>
              <a:off x="1968722" y="3922178"/>
              <a:ext cx="317500" cy="196850"/>
            </a:xfrm>
            <a:prstGeom prst="rect">
              <a:avLst/>
            </a:prstGeom>
            <a:solidFill>
              <a:srgbClr val="7C7C7C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8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CN" sz="800" baseline="-250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lang="zh-CN" altLang="en-US" sz="800" baseline="-25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4" name="矩形 13">
              <a:extLst>
                <a:ext uri="{FF2B5EF4-FFF2-40B4-BE49-F238E27FC236}">
                  <a16:creationId xmlns:a16="http://schemas.microsoft.com/office/drawing/2014/main" id="{BE47794F-64AA-220A-70A8-BA3F3EC03451}"/>
                </a:ext>
              </a:extLst>
            </p:cNvPr>
            <p:cNvSpPr/>
            <p:nvPr/>
          </p:nvSpPr>
          <p:spPr>
            <a:xfrm>
              <a:off x="1438498" y="4284128"/>
              <a:ext cx="317500" cy="196850"/>
            </a:xfrm>
            <a:prstGeom prst="rect">
              <a:avLst/>
            </a:prstGeom>
            <a:solidFill>
              <a:srgbClr val="C55A1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8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CN" sz="800" baseline="-250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endParaRPr lang="zh-CN" altLang="en-US" sz="800" baseline="-25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5" name="矩形 14">
              <a:extLst>
                <a:ext uri="{FF2B5EF4-FFF2-40B4-BE49-F238E27FC236}">
                  <a16:creationId xmlns:a16="http://schemas.microsoft.com/office/drawing/2014/main" id="{FBBED7FD-F202-C88F-E723-F7825FD13235}"/>
                </a:ext>
              </a:extLst>
            </p:cNvPr>
            <p:cNvSpPr/>
            <p:nvPr/>
          </p:nvSpPr>
          <p:spPr>
            <a:xfrm>
              <a:off x="1968722" y="4309527"/>
              <a:ext cx="317500" cy="196850"/>
            </a:xfrm>
            <a:prstGeom prst="rect">
              <a:avLst/>
            </a:prstGeom>
            <a:solidFill>
              <a:srgbClr val="548235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8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CN" sz="800" baseline="-250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endParaRPr lang="zh-CN" altLang="en-US" sz="800" baseline="-25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3840C15C-CFBD-50A3-C941-78991F073FB3}"/>
                </a:ext>
              </a:extLst>
            </p:cNvPr>
            <p:cNvSpPr txBox="1"/>
            <p:nvPr/>
          </p:nvSpPr>
          <p:spPr>
            <a:xfrm>
              <a:off x="5696825" y="3253402"/>
              <a:ext cx="368300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L</a:t>
              </a:r>
              <a:r>
                <a:rPr lang="en-US" altLang="zh-CN" sz="10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zh-CN" altLang="en-US" sz="1000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7" name="文本框 16">
              <a:extLst>
                <a:ext uri="{FF2B5EF4-FFF2-40B4-BE49-F238E27FC236}">
                  <a16:creationId xmlns:a16="http://schemas.microsoft.com/office/drawing/2014/main" id="{A0F1CD9B-F225-9D84-EE27-30F552BBAB1C}"/>
                </a:ext>
              </a:extLst>
            </p:cNvPr>
            <p:cNvSpPr txBox="1"/>
            <p:nvPr/>
          </p:nvSpPr>
          <p:spPr>
            <a:xfrm>
              <a:off x="1805311" y="2552137"/>
              <a:ext cx="368300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L</a:t>
              </a:r>
              <a:r>
                <a:rPr lang="en-US" altLang="zh-CN" sz="10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lang="zh-CN" altLang="en-US" sz="1000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5FCC2ACE-B893-BA0E-15F6-B329D8F1537D}"/>
                </a:ext>
              </a:extLst>
            </p:cNvPr>
            <p:cNvSpPr txBox="1"/>
            <p:nvPr/>
          </p:nvSpPr>
          <p:spPr>
            <a:xfrm>
              <a:off x="4322963" y="1279300"/>
              <a:ext cx="368300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L</a:t>
              </a:r>
              <a:r>
                <a:rPr lang="en-US" altLang="zh-CN" sz="10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endParaRPr lang="zh-CN" altLang="en-US" sz="1000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A3E48784-C8B3-87B2-6417-9FFF58CE22E4}"/>
                </a:ext>
              </a:extLst>
            </p:cNvPr>
            <p:cNvSpPr txBox="1"/>
            <p:nvPr/>
          </p:nvSpPr>
          <p:spPr>
            <a:xfrm>
              <a:off x="3237113" y="4740050"/>
              <a:ext cx="368300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L</a:t>
              </a:r>
              <a:r>
                <a:rPr lang="en-US" altLang="zh-CN" sz="10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endParaRPr lang="zh-CN" altLang="en-US" sz="1000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1" name="矩形 20">
              <a:extLst>
                <a:ext uri="{FF2B5EF4-FFF2-40B4-BE49-F238E27FC236}">
                  <a16:creationId xmlns:a16="http://schemas.microsoft.com/office/drawing/2014/main" id="{849A1FA0-798B-0760-DA04-91075D3D810A}"/>
                </a:ext>
              </a:extLst>
            </p:cNvPr>
            <p:cNvSpPr/>
            <p:nvPr/>
          </p:nvSpPr>
          <p:spPr>
            <a:xfrm>
              <a:off x="4642842" y="2753779"/>
              <a:ext cx="338386" cy="196850"/>
            </a:xfrm>
            <a:prstGeom prst="rect">
              <a:avLst/>
            </a:prstGeom>
            <a:solidFill>
              <a:srgbClr val="7C7C7C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8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CN" sz="800" baseline="-250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21</a:t>
              </a:r>
              <a:endParaRPr lang="zh-CN" altLang="en-US" sz="800" baseline="-25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2" name="矩形 21">
              <a:extLst>
                <a:ext uri="{FF2B5EF4-FFF2-40B4-BE49-F238E27FC236}">
                  <a16:creationId xmlns:a16="http://schemas.microsoft.com/office/drawing/2014/main" id="{60419599-DF05-59CC-4806-7A197E096484}"/>
                </a:ext>
              </a:extLst>
            </p:cNvPr>
            <p:cNvSpPr/>
            <p:nvPr/>
          </p:nvSpPr>
          <p:spPr>
            <a:xfrm rot="5400000">
              <a:off x="4096622" y="4006985"/>
              <a:ext cx="408234" cy="196850"/>
            </a:xfrm>
            <a:prstGeom prst="rect">
              <a:avLst/>
            </a:prstGeom>
            <a:solidFill>
              <a:srgbClr val="C55A1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8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CN" sz="800" baseline="-250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32</a:t>
              </a:r>
              <a:endParaRPr lang="zh-CN" altLang="en-US" sz="800" baseline="-25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3" name="矩形 22">
              <a:extLst>
                <a:ext uri="{FF2B5EF4-FFF2-40B4-BE49-F238E27FC236}">
                  <a16:creationId xmlns:a16="http://schemas.microsoft.com/office/drawing/2014/main" id="{976CC4DD-34E7-9980-432D-26EEBCAE32B2}"/>
                </a:ext>
              </a:extLst>
            </p:cNvPr>
            <p:cNvSpPr/>
            <p:nvPr/>
          </p:nvSpPr>
          <p:spPr>
            <a:xfrm rot="5400000">
              <a:off x="3399037" y="2142790"/>
              <a:ext cx="317500" cy="196850"/>
            </a:xfrm>
            <a:prstGeom prst="rect">
              <a:avLst/>
            </a:prstGeom>
            <a:solidFill>
              <a:srgbClr val="548235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8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CN" sz="800" baseline="-250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endParaRPr lang="zh-CN" altLang="en-US" sz="800" baseline="-25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7" name="弧形 26">
              <a:extLst>
                <a:ext uri="{FF2B5EF4-FFF2-40B4-BE49-F238E27FC236}">
                  <a16:creationId xmlns:a16="http://schemas.microsoft.com/office/drawing/2014/main" id="{B5F3C9F8-746C-3D69-FEFF-9B6B74441B79}"/>
                </a:ext>
              </a:extLst>
            </p:cNvPr>
            <p:cNvSpPr/>
            <p:nvPr/>
          </p:nvSpPr>
          <p:spPr>
            <a:xfrm rot="16200000">
              <a:off x="2245437" y="2301894"/>
              <a:ext cx="2278021" cy="2215545"/>
            </a:xfrm>
            <a:prstGeom prst="arc">
              <a:avLst>
                <a:gd name="adj1" fmla="val 16281290"/>
                <a:gd name="adj2" fmla="val 271927"/>
              </a:avLst>
            </a:prstGeom>
            <a:ln w="19050">
              <a:solidFill>
                <a:schemeClr val="accent6"/>
              </a:solidFill>
              <a:prstDash val="sysDash"/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8" name="矩形 27">
              <a:extLst>
                <a:ext uri="{FF2B5EF4-FFF2-40B4-BE49-F238E27FC236}">
                  <a16:creationId xmlns:a16="http://schemas.microsoft.com/office/drawing/2014/main" id="{CF2E07AD-A801-6C2D-6F4B-E6BA46FBA702}"/>
                </a:ext>
              </a:extLst>
            </p:cNvPr>
            <p:cNvSpPr/>
            <p:nvPr/>
          </p:nvSpPr>
          <p:spPr>
            <a:xfrm>
              <a:off x="2090147" y="3416015"/>
              <a:ext cx="317500" cy="196850"/>
            </a:xfrm>
            <a:prstGeom prst="rect">
              <a:avLst/>
            </a:prstGeom>
            <a:solidFill>
              <a:srgbClr val="548235"/>
            </a:solidFill>
            <a:ln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8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CN" sz="800" baseline="-250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endParaRPr lang="zh-CN" altLang="en-US" sz="800" baseline="-25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9" name="弧形 28">
              <a:extLst>
                <a:ext uri="{FF2B5EF4-FFF2-40B4-BE49-F238E27FC236}">
                  <a16:creationId xmlns:a16="http://schemas.microsoft.com/office/drawing/2014/main" id="{9BC8930C-D7AB-3470-ED57-6585C39941EC}"/>
                </a:ext>
              </a:extLst>
            </p:cNvPr>
            <p:cNvSpPr/>
            <p:nvPr/>
          </p:nvSpPr>
          <p:spPr>
            <a:xfrm rot="10800000">
              <a:off x="3847844" y="3221878"/>
              <a:ext cx="803936" cy="822727"/>
            </a:xfrm>
            <a:prstGeom prst="arc">
              <a:avLst>
                <a:gd name="adj1" fmla="val 16200000"/>
                <a:gd name="adj2" fmla="val 21497705"/>
              </a:avLst>
            </a:prstGeom>
            <a:ln w="19050">
              <a:solidFill>
                <a:srgbClr val="C55A11"/>
              </a:solidFill>
              <a:prstDash val="sysDash"/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0" name="矩形 29">
              <a:extLst>
                <a:ext uri="{FF2B5EF4-FFF2-40B4-BE49-F238E27FC236}">
                  <a16:creationId xmlns:a16="http://schemas.microsoft.com/office/drawing/2014/main" id="{374B4A54-B361-6092-9EF4-513CE61FBED8}"/>
                </a:ext>
              </a:extLst>
            </p:cNvPr>
            <p:cNvSpPr/>
            <p:nvPr/>
          </p:nvSpPr>
          <p:spPr>
            <a:xfrm>
              <a:off x="3624441" y="3434568"/>
              <a:ext cx="367625" cy="196850"/>
            </a:xfrm>
            <a:prstGeom prst="rect">
              <a:avLst/>
            </a:prstGeom>
            <a:solidFill>
              <a:srgbClr val="C55A11"/>
            </a:solidFill>
            <a:ln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8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CN" sz="800" baseline="-250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32</a:t>
              </a:r>
              <a:endParaRPr lang="zh-CN" altLang="en-US" sz="800" baseline="-25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1" name="弧形 30">
              <a:extLst>
                <a:ext uri="{FF2B5EF4-FFF2-40B4-BE49-F238E27FC236}">
                  <a16:creationId xmlns:a16="http://schemas.microsoft.com/office/drawing/2014/main" id="{2BE382D5-6BB3-98EC-2669-FED6F599AA68}"/>
                </a:ext>
              </a:extLst>
            </p:cNvPr>
            <p:cNvSpPr/>
            <p:nvPr/>
          </p:nvSpPr>
          <p:spPr>
            <a:xfrm>
              <a:off x="3367286" y="2390159"/>
              <a:ext cx="676275" cy="767870"/>
            </a:xfrm>
            <a:prstGeom prst="arc">
              <a:avLst>
                <a:gd name="adj1" fmla="val 15803755"/>
                <a:gd name="adj2" fmla="val 21278151"/>
              </a:avLst>
            </a:prstGeom>
            <a:ln w="19050">
              <a:solidFill>
                <a:srgbClr val="548235"/>
              </a:solidFill>
              <a:prstDash val="sysDash"/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2" name="矩形 31">
              <a:extLst>
                <a:ext uri="{FF2B5EF4-FFF2-40B4-BE49-F238E27FC236}">
                  <a16:creationId xmlns:a16="http://schemas.microsoft.com/office/drawing/2014/main" id="{22BD41FB-2BDB-A6AB-C59F-5E385A61223F}"/>
                </a:ext>
              </a:extLst>
            </p:cNvPr>
            <p:cNvSpPr/>
            <p:nvPr/>
          </p:nvSpPr>
          <p:spPr>
            <a:xfrm>
              <a:off x="3854650" y="2736068"/>
              <a:ext cx="317500" cy="196850"/>
            </a:xfrm>
            <a:prstGeom prst="rect">
              <a:avLst/>
            </a:prstGeom>
            <a:solidFill>
              <a:srgbClr val="548235"/>
            </a:solidFill>
            <a:ln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8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CN" sz="800" baseline="-250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endParaRPr lang="zh-CN" altLang="en-US" sz="800" baseline="-25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3" name="弧形 32">
              <a:extLst>
                <a:ext uri="{FF2B5EF4-FFF2-40B4-BE49-F238E27FC236}">
                  <a16:creationId xmlns:a16="http://schemas.microsoft.com/office/drawing/2014/main" id="{54911862-AD7D-AC03-23ED-0D3335CE661F}"/>
                </a:ext>
              </a:extLst>
            </p:cNvPr>
            <p:cNvSpPr/>
            <p:nvPr/>
          </p:nvSpPr>
          <p:spPr>
            <a:xfrm rot="5400000">
              <a:off x="3344268" y="2032217"/>
              <a:ext cx="2038348" cy="2038348"/>
            </a:xfrm>
            <a:prstGeom prst="arc">
              <a:avLst>
                <a:gd name="adj1" fmla="val 15858424"/>
                <a:gd name="adj2" fmla="val 0"/>
              </a:avLst>
            </a:prstGeom>
            <a:ln w="19050">
              <a:solidFill>
                <a:srgbClr val="C55A11"/>
              </a:solidFill>
              <a:prstDash val="sysDash"/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4" name="矩形 33">
              <a:extLst>
                <a:ext uri="{FF2B5EF4-FFF2-40B4-BE49-F238E27FC236}">
                  <a16:creationId xmlns:a16="http://schemas.microsoft.com/office/drawing/2014/main" id="{85BE6629-9F15-3DC7-7672-2B5FEE2332EC}"/>
                </a:ext>
              </a:extLst>
            </p:cNvPr>
            <p:cNvSpPr/>
            <p:nvPr/>
          </p:nvSpPr>
          <p:spPr>
            <a:xfrm>
              <a:off x="5246883" y="2748768"/>
              <a:ext cx="349251" cy="196850"/>
            </a:xfrm>
            <a:prstGeom prst="rect">
              <a:avLst/>
            </a:prstGeom>
            <a:solidFill>
              <a:srgbClr val="C55A11"/>
            </a:solidFill>
            <a:ln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8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CN" sz="800" baseline="-250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32</a:t>
              </a:r>
              <a:endParaRPr lang="zh-CN" altLang="en-US" sz="800" baseline="-25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5" name="弧形 34">
              <a:extLst>
                <a:ext uri="{FF2B5EF4-FFF2-40B4-BE49-F238E27FC236}">
                  <a16:creationId xmlns:a16="http://schemas.microsoft.com/office/drawing/2014/main" id="{655A3E7E-A61A-EC2C-E7A2-FA0832D11679}"/>
                </a:ext>
              </a:extLst>
            </p:cNvPr>
            <p:cNvSpPr/>
            <p:nvPr/>
          </p:nvSpPr>
          <p:spPr>
            <a:xfrm>
              <a:off x="2600717" y="1663103"/>
              <a:ext cx="2185954" cy="2136096"/>
            </a:xfrm>
            <a:prstGeom prst="arc">
              <a:avLst>
                <a:gd name="adj1" fmla="val 16008542"/>
                <a:gd name="adj2" fmla="val 0"/>
              </a:avLst>
            </a:prstGeom>
            <a:ln w="19050">
              <a:solidFill>
                <a:srgbClr val="7C7C7C"/>
              </a:solidFill>
              <a:prstDash val="sysDash"/>
              <a:headEnd type="arrow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6" name="矩形 35">
              <a:extLst>
                <a:ext uri="{FF2B5EF4-FFF2-40B4-BE49-F238E27FC236}">
                  <a16:creationId xmlns:a16="http://schemas.microsoft.com/office/drawing/2014/main" id="{A777715F-EAA7-783F-5FC1-025B515334A6}"/>
                </a:ext>
              </a:extLst>
            </p:cNvPr>
            <p:cNvSpPr/>
            <p:nvPr/>
          </p:nvSpPr>
          <p:spPr>
            <a:xfrm rot="5400000">
              <a:off x="3385789" y="1558823"/>
              <a:ext cx="337645" cy="196850"/>
            </a:xfrm>
            <a:prstGeom prst="rect">
              <a:avLst/>
            </a:prstGeom>
            <a:solidFill>
              <a:srgbClr val="7C7C7C"/>
            </a:solidFill>
            <a:ln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8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CN" sz="800" baseline="-250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21</a:t>
              </a:r>
              <a:endParaRPr lang="zh-CN" altLang="en-US" sz="800" baseline="-25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7" name="弧形 36">
              <a:extLst>
                <a:ext uri="{FF2B5EF4-FFF2-40B4-BE49-F238E27FC236}">
                  <a16:creationId xmlns:a16="http://schemas.microsoft.com/office/drawing/2014/main" id="{657D9FF1-F7C4-23B3-0E1C-145CD03646AB}"/>
                </a:ext>
              </a:extLst>
            </p:cNvPr>
            <p:cNvSpPr/>
            <p:nvPr/>
          </p:nvSpPr>
          <p:spPr>
            <a:xfrm rot="5400000">
              <a:off x="3830894" y="2297521"/>
              <a:ext cx="931352" cy="1027828"/>
            </a:xfrm>
            <a:prstGeom prst="arc">
              <a:avLst>
                <a:gd name="adj1" fmla="val 16200000"/>
                <a:gd name="adj2" fmla="val 20777901"/>
              </a:avLst>
            </a:prstGeom>
            <a:ln w="19050">
              <a:solidFill>
                <a:srgbClr val="7C7C7C"/>
              </a:solidFill>
              <a:prstDash val="sysDash"/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8" name="矩形 37">
              <a:extLst>
                <a:ext uri="{FF2B5EF4-FFF2-40B4-BE49-F238E27FC236}">
                  <a16:creationId xmlns:a16="http://schemas.microsoft.com/office/drawing/2014/main" id="{A8848C3B-C4BB-C145-3AD8-490F899DE015}"/>
                </a:ext>
              </a:extLst>
            </p:cNvPr>
            <p:cNvSpPr/>
            <p:nvPr/>
          </p:nvSpPr>
          <p:spPr>
            <a:xfrm rot="5400000">
              <a:off x="4142900" y="3137297"/>
              <a:ext cx="341592" cy="198950"/>
            </a:xfrm>
            <a:prstGeom prst="rect">
              <a:avLst/>
            </a:prstGeom>
            <a:solidFill>
              <a:srgbClr val="7C7C7C"/>
            </a:solidFill>
            <a:ln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8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CN" sz="800" baseline="-250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21</a:t>
              </a:r>
              <a:endParaRPr lang="zh-CN" altLang="en-US" sz="800" baseline="-25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9" name="弧形 38">
              <a:extLst>
                <a:ext uri="{FF2B5EF4-FFF2-40B4-BE49-F238E27FC236}">
                  <a16:creationId xmlns:a16="http://schemas.microsoft.com/office/drawing/2014/main" id="{851B3EE3-76F3-8826-0E9B-871AA5412D1D}"/>
                </a:ext>
              </a:extLst>
            </p:cNvPr>
            <p:cNvSpPr/>
            <p:nvPr/>
          </p:nvSpPr>
          <p:spPr>
            <a:xfrm rot="16200000">
              <a:off x="2802899" y="2636376"/>
              <a:ext cx="1465900" cy="1495439"/>
            </a:xfrm>
            <a:prstGeom prst="arc">
              <a:avLst>
                <a:gd name="adj1" fmla="val 16200000"/>
                <a:gd name="adj2" fmla="val 21133034"/>
              </a:avLst>
            </a:prstGeom>
            <a:ln w="19050">
              <a:prstDash val="sysDash"/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0" name="矩形 39">
              <a:extLst>
                <a:ext uri="{FF2B5EF4-FFF2-40B4-BE49-F238E27FC236}">
                  <a16:creationId xmlns:a16="http://schemas.microsoft.com/office/drawing/2014/main" id="{629A242C-28F7-26FA-233C-98A7356BDFCB}"/>
                </a:ext>
              </a:extLst>
            </p:cNvPr>
            <p:cNvSpPr/>
            <p:nvPr/>
          </p:nvSpPr>
          <p:spPr>
            <a:xfrm rot="5400000">
              <a:off x="3380228" y="2517442"/>
              <a:ext cx="317500" cy="196850"/>
            </a:xfrm>
            <a:prstGeom prst="rect">
              <a:avLst/>
            </a:prstGeom>
            <a:solidFill>
              <a:srgbClr val="2E75B6"/>
            </a:solidFill>
            <a:ln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8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CN" sz="800" baseline="-250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zh-CN" altLang="en-US" sz="800" baseline="-25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1" name="矩形 40">
              <a:extLst>
                <a:ext uri="{FF2B5EF4-FFF2-40B4-BE49-F238E27FC236}">
                  <a16:creationId xmlns:a16="http://schemas.microsoft.com/office/drawing/2014/main" id="{582DBDC3-4F33-2022-0805-17748816334E}"/>
                </a:ext>
              </a:extLst>
            </p:cNvPr>
            <p:cNvSpPr/>
            <p:nvPr/>
          </p:nvSpPr>
          <p:spPr>
            <a:xfrm rot="5400000">
              <a:off x="4164213" y="4858989"/>
              <a:ext cx="317500" cy="196850"/>
            </a:xfrm>
            <a:prstGeom prst="rect">
              <a:avLst/>
            </a:prstGeom>
            <a:solidFill>
              <a:srgbClr val="2E75B6"/>
            </a:solidFill>
            <a:ln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8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CN" sz="800" baseline="-250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zh-CN" altLang="en-US" sz="800" baseline="-25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3" name="弧形 42">
              <a:extLst>
                <a:ext uri="{FF2B5EF4-FFF2-40B4-BE49-F238E27FC236}">
                  <a16:creationId xmlns:a16="http://schemas.microsoft.com/office/drawing/2014/main" id="{17EDF140-948E-D18A-31E0-8D7DE4283267}"/>
                </a:ext>
              </a:extLst>
            </p:cNvPr>
            <p:cNvSpPr/>
            <p:nvPr/>
          </p:nvSpPr>
          <p:spPr>
            <a:xfrm rot="10800000">
              <a:off x="2771462" y="2032217"/>
              <a:ext cx="2950884" cy="2950884"/>
            </a:xfrm>
            <a:prstGeom prst="arc">
              <a:avLst>
                <a:gd name="adj1" fmla="val 16200000"/>
                <a:gd name="adj2" fmla="val 21386486"/>
              </a:avLst>
            </a:prstGeom>
            <a:ln w="19050">
              <a:prstDash val="sysDash"/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4" name="矩形 43">
              <a:extLst>
                <a:ext uri="{FF2B5EF4-FFF2-40B4-BE49-F238E27FC236}">
                  <a16:creationId xmlns:a16="http://schemas.microsoft.com/office/drawing/2014/main" id="{37BE1F0C-776C-E260-3D93-113CB432849D}"/>
                </a:ext>
              </a:extLst>
            </p:cNvPr>
            <p:cNvSpPr/>
            <p:nvPr/>
          </p:nvSpPr>
          <p:spPr>
            <a:xfrm>
              <a:off x="1438498" y="4650279"/>
              <a:ext cx="317500" cy="196850"/>
            </a:xfrm>
            <a:prstGeom prst="rect">
              <a:avLst/>
            </a:prstGeom>
            <a:solidFill>
              <a:srgbClr val="2E75B6"/>
            </a:solidFill>
            <a:ln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8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CN" sz="800" baseline="-250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zh-CN" altLang="en-US" sz="800" baseline="-25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5" name="矩形 44">
              <a:extLst>
                <a:ext uri="{FF2B5EF4-FFF2-40B4-BE49-F238E27FC236}">
                  <a16:creationId xmlns:a16="http://schemas.microsoft.com/office/drawing/2014/main" id="{F43253DE-F77D-B133-C891-F372BE920915}"/>
                </a:ext>
              </a:extLst>
            </p:cNvPr>
            <p:cNvSpPr/>
            <p:nvPr/>
          </p:nvSpPr>
          <p:spPr>
            <a:xfrm>
              <a:off x="1968722" y="4650279"/>
              <a:ext cx="317500" cy="196850"/>
            </a:xfrm>
            <a:prstGeom prst="rect">
              <a:avLst/>
            </a:prstGeom>
            <a:solidFill>
              <a:srgbClr val="7C7C7C"/>
            </a:solidFill>
            <a:ln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8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CN" sz="800" baseline="-250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lang="zh-CN" altLang="en-US" sz="800" baseline="-25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6" name="矩形 45">
              <a:extLst>
                <a:ext uri="{FF2B5EF4-FFF2-40B4-BE49-F238E27FC236}">
                  <a16:creationId xmlns:a16="http://schemas.microsoft.com/office/drawing/2014/main" id="{7878B101-A59B-E1C8-DD1F-AD3FF699FA67}"/>
                </a:ext>
              </a:extLst>
            </p:cNvPr>
            <p:cNvSpPr/>
            <p:nvPr/>
          </p:nvSpPr>
          <p:spPr>
            <a:xfrm>
              <a:off x="1438498" y="5012229"/>
              <a:ext cx="317500" cy="196850"/>
            </a:xfrm>
            <a:prstGeom prst="rect">
              <a:avLst/>
            </a:prstGeom>
            <a:solidFill>
              <a:srgbClr val="C55A11"/>
            </a:solidFill>
            <a:ln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8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CN" sz="800" baseline="-250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endParaRPr lang="zh-CN" altLang="en-US" sz="800" baseline="-25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7" name="矩形 46">
              <a:extLst>
                <a:ext uri="{FF2B5EF4-FFF2-40B4-BE49-F238E27FC236}">
                  <a16:creationId xmlns:a16="http://schemas.microsoft.com/office/drawing/2014/main" id="{BD3A3BC3-DCA9-882D-3D26-00BD0E2C9759}"/>
                </a:ext>
              </a:extLst>
            </p:cNvPr>
            <p:cNvSpPr/>
            <p:nvPr/>
          </p:nvSpPr>
          <p:spPr>
            <a:xfrm>
              <a:off x="1968722" y="5037628"/>
              <a:ext cx="317500" cy="196850"/>
            </a:xfrm>
            <a:prstGeom prst="rect">
              <a:avLst/>
            </a:prstGeom>
            <a:solidFill>
              <a:srgbClr val="548235"/>
            </a:solidFill>
            <a:ln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8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CN" sz="800" baseline="-250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endParaRPr lang="zh-CN" altLang="en-US" sz="800" baseline="-25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8" name="文本框 47">
              <a:extLst>
                <a:ext uri="{FF2B5EF4-FFF2-40B4-BE49-F238E27FC236}">
                  <a16:creationId xmlns:a16="http://schemas.microsoft.com/office/drawing/2014/main" id="{55BF00CD-9FA1-A266-93E9-FB4EE3E36976}"/>
                </a:ext>
              </a:extLst>
            </p:cNvPr>
            <p:cNvSpPr txBox="1"/>
            <p:nvPr/>
          </p:nvSpPr>
          <p:spPr>
            <a:xfrm>
              <a:off x="2283442" y="4048911"/>
              <a:ext cx="685800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1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Physical </a:t>
              </a:r>
            </a:p>
            <a:p>
              <a:pPr algn="ctr"/>
              <a:r>
                <a:rPr lang="en-US" altLang="zh-CN" sz="11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vehicle</a:t>
              </a:r>
              <a:endParaRPr lang="zh-CN" altLang="en-US" sz="11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9" name="文本框 48">
              <a:extLst>
                <a:ext uri="{FF2B5EF4-FFF2-40B4-BE49-F238E27FC236}">
                  <a16:creationId xmlns:a16="http://schemas.microsoft.com/office/drawing/2014/main" id="{802EE219-2F0A-57DF-0064-30717768E35C}"/>
                </a:ext>
              </a:extLst>
            </p:cNvPr>
            <p:cNvSpPr txBox="1"/>
            <p:nvPr/>
          </p:nvSpPr>
          <p:spPr>
            <a:xfrm>
              <a:off x="2296142" y="4702861"/>
              <a:ext cx="685800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1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Virtual vehicle</a:t>
              </a:r>
              <a:endParaRPr lang="zh-CN" altLang="en-US" sz="11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2" name="直接箭头连接符 1">
              <a:extLst>
                <a:ext uri="{FF2B5EF4-FFF2-40B4-BE49-F238E27FC236}">
                  <a16:creationId xmlns:a16="http://schemas.microsoft.com/office/drawing/2014/main" id="{7EB13BB3-DF28-D989-9D33-21D4A827C1CB}"/>
                </a:ext>
              </a:extLst>
            </p:cNvPr>
            <p:cNvCxnSpPr>
              <a:cxnSpLocks/>
            </p:cNvCxnSpPr>
            <p:nvPr/>
          </p:nvCxnSpPr>
          <p:spPr>
            <a:xfrm>
              <a:off x="5981993" y="3757654"/>
              <a:ext cx="2089945" cy="0"/>
            </a:xfrm>
            <a:prstGeom prst="straightConnector1">
              <a:avLst/>
            </a:prstGeom>
            <a:ln w="28575">
              <a:solidFill>
                <a:schemeClr val="accent5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" name="矩形 3">
              <a:extLst>
                <a:ext uri="{FF2B5EF4-FFF2-40B4-BE49-F238E27FC236}">
                  <a16:creationId xmlns:a16="http://schemas.microsoft.com/office/drawing/2014/main" id="{986F6201-8DC0-ABED-478A-1E81F7008207}"/>
                </a:ext>
              </a:extLst>
            </p:cNvPr>
            <p:cNvSpPr/>
            <p:nvPr/>
          </p:nvSpPr>
          <p:spPr>
            <a:xfrm>
              <a:off x="6782571" y="3659229"/>
              <a:ext cx="317500" cy="196850"/>
            </a:xfrm>
            <a:prstGeom prst="rect">
              <a:avLst/>
            </a:prstGeom>
            <a:solidFill>
              <a:srgbClr val="2E75B6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8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CN" sz="800" baseline="-250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zh-CN" altLang="en-US" sz="800" baseline="-25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" name="矩形 5">
              <a:extLst>
                <a:ext uri="{FF2B5EF4-FFF2-40B4-BE49-F238E27FC236}">
                  <a16:creationId xmlns:a16="http://schemas.microsoft.com/office/drawing/2014/main" id="{F2D660EA-BC5F-3ABB-62A0-2C436763E8DA}"/>
                </a:ext>
              </a:extLst>
            </p:cNvPr>
            <p:cNvSpPr/>
            <p:nvPr/>
          </p:nvSpPr>
          <p:spPr>
            <a:xfrm>
              <a:off x="6223532" y="3659229"/>
              <a:ext cx="317500" cy="196850"/>
            </a:xfrm>
            <a:prstGeom prst="rect">
              <a:avLst/>
            </a:prstGeom>
            <a:solidFill>
              <a:srgbClr val="548235"/>
            </a:solidFill>
            <a:ln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8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CN" sz="800" baseline="-250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endParaRPr lang="zh-CN" altLang="en-US" sz="800" baseline="-25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29A1554D-18F5-40E1-330F-0B503CFB0783}"/>
                </a:ext>
              </a:extLst>
            </p:cNvPr>
            <p:cNvSpPr/>
            <p:nvPr/>
          </p:nvSpPr>
          <p:spPr>
            <a:xfrm>
              <a:off x="7339466" y="3659228"/>
              <a:ext cx="400078" cy="198935"/>
            </a:xfrm>
            <a:prstGeom prst="rect">
              <a:avLst/>
            </a:prstGeom>
            <a:solidFill>
              <a:srgbClr val="C55A11"/>
            </a:solidFill>
            <a:ln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8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CN" sz="800" baseline="-250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32</a:t>
              </a:r>
              <a:endParaRPr lang="zh-CN" altLang="en-US" sz="800" baseline="-25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7F311784-1D88-E44F-7366-775B28F9E889}"/>
                </a:ext>
              </a:extLst>
            </p:cNvPr>
            <p:cNvSpPr txBox="1"/>
            <p:nvPr/>
          </p:nvSpPr>
          <p:spPr>
            <a:xfrm>
              <a:off x="7779838" y="3516779"/>
              <a:ext cx="368300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L</a:t>
              </a:r>
              <a:r>
                <a:rPr lang="en-US" altLang="zh-CN" sz="10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zh-CN" altLang="en-US" sz="1000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24" name="直接箭头连接符 23">
              <a:extLst>
                <a:ext uri="{FF2B5EF4-FFF2-40B4-BE49-F238E27FC236}">
                  <a16:creationId xmlns:a16="http://schemas.microsoft.com/office/drawing/2014/main" id="{0A31F350-474B-759E-9576-FFF469AE95FB}"/>
                </a:ext>
              </a:extLst>
            </p:cNvPr>
            <p:cNvCxnSpPr>
              <a:cxnSpLocks/>
            </p:cNvCxnSpPr>
            <p:nvPr/>
          </p:nvCxnSpPr>
          <p:spPr>
            <a:xfrm>
              <a:off x="5981992" y="4281060"/>
              <a:ext cx="2089945" cy="0"/>
            </a:xfrm>
            <a:prstGeom prst="straightConnector1">
              <a:avLst/>
            </a:prstGeom>
            <a:ln w="28575">
              <a:solidFill>
                <a:schemeClr val="accent3">
                  <a:lumMod val="75000"/>
                </a:schemeClr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2" name="矩形 41">
              <a:extLst>
                <a:ext uri="{FF2B5EF4-FFF2-40B4-BE49-F238E27FC236}">
                  <a16:creationId xmlns:a16="http://schemas.microsoft.com/office/drawing/2014/main" id="{49D6AEF3-3891-7420-CE5A-FB5C60E0185F}"/>
                </a:ext>
              </a:extLst>
            </p:cNvPr>
            <p:cNvSpPr/>
            <p:nvPr/>
          </p:nvSpPr>
          <p:spPr>
            <a:xfrm>
              <a:off x="6789156" y="4182635"/>
              <a:ext cx="351837" cy="175873"/>
            </a:xfrm>
            <a:prstGeom prst="rect">
              <a:avLst/>
            </a:prstGeom>
            <a:solidFill>
              <a:srgbClr val="7C7C7C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8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CN" sz="800" baseline="-250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21</a:t>
              </a:r>
              <a:endParaRPr lang="zh-CN" altLang="en-US" sz="800" baseline="-25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0" name="矩形 49">
              <a:extLst>
                <a:ext uri="{FF2B5EF4-FFF2-40B4-BE49-F238E27FC236}">
                  <a16:creationId xmlns:a16="http://schemas.microsoft.com/office/drawing/2014/main" id="{0523DB74-59CA-0397-FC8D-8801928B4A4F}"/>
                </a:ext>
              </a:extLst>
            </p:cNvPr>
            <p:cNvSpPr/>
            <p:nvPr/>
          </p:nvSpPr>
          <p:spPr>
            <a:xfrm>
              <a:off x="7360417" y="4182635"/>
              <a:ext cx="317500" cy="196850"/>
            </a:xfrm>
            <a:prstGeom prst="rect">
              <a:avLst/>
            </a:prstGeom>
            <a:solidFill>
              <a:srgbClr val="548235"/>
            </a:solidFill>
            <a:ln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8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CN" sz="800" baseline="-250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endParaRPr lang="zh-CN" altLang="en-US" sz="800" baseline="-25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1" name="矩形 50">
              <a:extLst>
                <a:ext uri="{FF2B5EF4-FFF2-40B4-BE49-F238E27FC236}">
                  <a16:creationId xmlns:a16="http://schemas.microsoft.com/office/drawing/2014/main" id="{2C9E9599-9DA7-E077-7E19-D7FBD38C050F}"/>
                </a:ext>
              </a:extLst>
            </p:cNvPr>
            <p:cNvSpPr/>
            <p:nvPr/>
          </p:nvSpPr>
          <p:spPr>
            <a:xfrm>
              <a:off x="6223531" y="4182635"/>
              <a:ext cx="351837" cy="196849"/>
            </a:xfrm>
            <a:prstGeom prst="rect">
              <a:avLst/>
            </a:prstGeom>
            <a:solidFill>
              <a:srgbClr val="C55A11"/>
            </a:solidFill>
            <a:ln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8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CN" sz="800" baseline="-250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32</a:t>
              </a:r>
              <a:endParaRPr lang="zh-CN" altLang="en-US" sz="800" baseline="-25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2" name="文本框 51">
              <a:extLst>
                <a:ext uri="{FF2B5EF4-FFF2-40B4-BE49-F238E27FC236}">
                  <a16:creationId xmlns:a16="http://schemas.microsoft.com/office/drawing/2014/main" id="{0810287A-2479-0887-BDF5-FB266FD53607}"/>
                </a:ext>
              </a:extLst>
            </p:cNvPr>
            <p:cNvSpPr txBox="1"/>
            <p:nvPr/>
          </p:nvSpPr>
          <p:spPr>
            <a:xfrm>
              <a:off x="7764598" y="4059524"/>
              <a:ext cx="368300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L</a:t>
              </a:r>
              <a:r>
                <a:rPr lang="en-US" altLang="zh-CN" sz="10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lang="zh-CN" altLang="en-US" sz="1000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53" name="直接箭头连接符 52">
              <a:extLst>
                <a:ext uri="{FF2B5EF4-FFF2-40B4-BE49-F238E27FC236}">
                  <a16:creationId xmlns:a16="http://schemas.microsoft.com/office/drawing/2014/main" id="{10168261-4434-4DBD-2009-E482270ADC61}"/>
                </a:ext>
              </a:extLst>
            </p:cNvPr>
            <p:cNvCxnSpPr>
              <a:cxnSpLocks/>
            </p:cNvCxnSpPr>
            <p:nvPr/>
          </p:nvCxnSpPr>
          <p:spPr>
            <a:xfrm>
              <a:off x="5981992" y="4752010"/>
              <a:ext cx="2089945" cy="0"/>
            </a:xfrm>
            <a:prstGeom prst="straightConnector1">
              <a:avLst/>
            </a:prstGeom>
            <a:ln w="28575">
              <a:solidFill>
                <a:srgbClr val="C55A11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4" name="矩形 53">
              <a:extLst>
                <a:ext uri="{FF2B5EF4-FFF2-40B4-BE49-F238E27FC236}">
                  <a16:creationId xmlns:a16="http://schemas.microsoft.com/office/drawing/2014/main" id="{C4C824D8-C01B-A75C-BAF8-B4CA20DA8FAD}"/>
                </a:ext>
              </a:extLst>
            </p:cNvPr>
            <p:cNvSpPr/>
            <p:nvPr/>
          </p:nvSpPr>
          <p:spPr>
            <a:xfrm>
              <a:off x="6789156" y="4639669"/>
              <a:ext cx="397909" cy="195151"/>
            </a:xfrm>
            <a:prstGeom prst="rect">
              <a:avLst/>
            </a:prstGeom>
            <a:solidFill>
              <a:srgbClr val="C55A1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8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CN" sz="800" baseline="-250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32</a:t>
              </a:r>
              <a:endParaRPr lang="zh-CN" altLang="en-US" sz="800" baseline="-25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5" name="文本框 54">
              <a:extLst>
                <a:ext uri="{FF2B5EF4-FFF2-40B4-BE49-F238E27FC236}">
                  <a16:creationId xmlns:a16="http://schemas.microsoft.com/office/drawing/2014/main" id="{AB39B613-A141-EA43-8087-C62480CAA553}"/>
                </a:ext>
              </a:extLst>
            </p:cNvPr>
            <p:cNvSpPr txBox="1"/>
            <p:nvPr/>
          </p:nvSpPr>
          <p:spPr>
            <a:xfrm>
              <a:off x="7769998" y="4491873"/>
              <a:ext cx="368300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L</a:t>
              </a:r>
              <a:r>
                <a:rPr lang="en-US" altLang="zh-CN" sz="10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endParaRPr lang="zh-CN" altLang="en-US" sz="1000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6" name="矩形 55">
              <a:extLst>
                <a:ext uri="{FF2B5EF4-FFF2-40B4-BE49-F238E27FC236}">
                  <a16:creationId xmlns:a16="http://schemas.microsoft.com/office/drawing/2014/main" id="{C0683226-F001-FE88-2369-B5A67B64C0CA}"/>
                </a:ext>
              </a:extLst>
            </p:cNvPr>
            <p:cNvSpPr/>
            <p:nvPr/>
          </p:nvSpPr>
          <p:spPr>
            <a:xfrm>
              <a:off x="7389312" y="4652149"/>
              <a:ext cx="350232" cy="182669"/>
            </a:xfrm>
            <a:prstGeom prst="rect">
              <a:avLst/>
            </a:prstGeom>
            <a:solidFill>
              <a:srgbClr val="7C7C7C"/>
            </a:solidFill>
            <a:ln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8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CN" sz="800" baseline="-250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21</a:t>
              </a:r>
              <a:endParaRPr lang="zh-CN" altLang="en-US" sz="800" baseline="-25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7" name="矩形 56">
              <a:extLst>
                <a:ext uri="{FF2B5EF4-FFF2-40B4-BE49-F238E27FC236}">
                  <a16:creationId xmlns:a16="http://schemas.microsoft.com/office/drawing/2014/main" id="{A3D219A3-927B-9E2A-7D7A-E261DA57796C}"/>
                </a:ext>
              </a:extLst>
            </p:cNvPr>
            <p:cNvSpPr/>
            <p:nvPr/>
          </p:nvSpPr>
          <p:spPr>
            <a:xfrm>
              <a:off x="6208212" y="4626969"/>
              <a:ext cx="317500" cy="196850"/>
            </a:xfrm>
            <a:prstGeom prst="rect">
              <a:avLst/>
            </a:prstGeom>
            <a:solidFill>
              <a:srgbClr val="2E75B6"/>
            </a:solidFill>
            <a:ln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8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CN" sz="800" baseline="-250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zh-CN" altLang="en-US" sz="800" baseline="-25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58" name="直接箭头连接符 57">
              <a:extLst>
                <a:ext uri="{FF2B5EF4-FFF2-40B4-BE49-F238E27FC236}">
                  <a16:creationId xmlns:a16="http://schemas.microsoft.com/office/drawing/2014/main" id="{7DF6622B-14EF-AF05-F7DD-B4E892981090}"/>
                </a:ext>
              </a:extLst>
            </p:cNvPr>
            <p:cNvCxnSpPr>
              <a:cxnSpLocks/>
            </p:cNvCxnSpPr>
            <p:nvPr/>
          </p:nvCxnSpPr>
          <p:spPr>
            <a:xfrm>
              <a:off x="5981992" y="5164973"/>
              <a:ext cx="2089945" cy="0"/>
            </a:xfrm>
            <a:prstGeom prst="straightConnector1">
              <a:avLst/>
            </a:prstGeom>
            <a:ln w="28575">
              <a:solidFill>
                <a:srgbClr val="C55A11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9" name="文本框 58">
              <a:extLst>
                <a:ext uri="{FF2B5EF4-FFF2-40B4-BE49-F238E27FC236}">
                  <a16:creationId xmlns:a16="http://schemas.microsoft.com/office/drawing/2014/main" id="{B58C62FB-CBA6-1264-315D-3755DB893E89}"/>
                </a:ext>
              </a:extLst>
            </p:cNvPr>
            <p:cNvSpPr txBox="1"/>
            <p:nvPr/>
          </p:nvSpPr>
          <p:spPr>
            <a:xfrm>
              <a:off x="7787464" y="4902084"/>
              <a:ext cx="368300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L</a:t>
              </a:r>
              <a:r>
                <a:rPr lang="en-US" altLang="zh-CN" sz="10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endParaRPr lang="zh-CN" altLang="en-US" sz="1000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0" name="矩形 59">
              <a:extLst>
                <a:ext uri="{FF2B5EF4-FFF2-40B4-BE49-F238E27FC236}">
                  <a16:creationId xmlns:a16="http://schemas.microsoft.com/office/drawing/2014/main" id="{D382186A-22FD-C1CD-6651-AF4875E0B01B}"/>
                </a:ext>
              </a:extLst>
            </p:cNvPr>
            <p:cNvSpPr/>
            <p:nvPr/>
          </p:nvSpPr>
          <p:spPr>
            <a:xfrm>
              <a:off x="6790351" y="5065119"/>
              <a:ext cx="317500" cy="196850"/>
            </a:xfrm>
            <a:prstGeom prst="rect">
              <a:avLst/>
            </a:prstGeom>
            <a:solidFill>
              <a:srgbClr val="548235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8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CN" sz="800" baseline="-250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endParaRPr lang="zh-CN" altLang="en-US" sz="800" baseline="-25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1" name="矩形 60">
              <a:extLst>
                <a:ext uri="{FF2B5EF4-FFF2-40B4-BE49-F238E27FC236}">
                  <a16:creationId xmlns:a16="http://schemas.microsoft.com/office/drawing/2014/main" id="{CE3D2A61-B7DC-F9AE-B5C4-19333FF6794C}"/>
                </a:ext>
              </a:extLst>
            </p:cNvPr>
            <p:cNvSpPr/>
            <p:nvPr/>
          </p:nvSpPr>
          <p:spPr>
            <a:xfrm>
              <a:off x="7389312" y="5083650"/>
              <a:ext cx="317500" cy="196850"/>
            </a:xfrm>
            <a:prstGeom prst="rect">
              <a:avLst/>
            </a:prstGeom>
            <a:solidFill>
              <a:srgbClr val="2E75B6"/>
            </a:solidFill>
            <a:ln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8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CN" sz="800" baseline="-250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zh-CN" altLang="en-US" sz="800" baseline="-25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2" name="矩形 61">
              <a:extLst>
                <a:ext uri="{FF2B5EF4-FFF2-40B4-BE49-F238E27FC236}">
                  <a16:creationId xmlns:a16="http://schemas.microsoft.com/office/drawing/2014/main" id="{A387F05E-62B6-33D5-FEB0-34A99AA2DCD2}"/>
                </a:ext>
              </a:extLst>
            </p:cNvPr>
            <p:cNvSpPr/>
            <p:nvPr/>
          </p:nvSpPr>
          <p:spPr>
            <a:xfrm>
              <a:off x="6227422" y="5069186"/>
              <a:ext cx="347946" cy="192782"/>
            </a:xfrm>
            <a:prstGeom prst="rect">
              <a:avLst/>
            </a:prstGeom>
            <a:solidFill>
              <a:srgbClr val="7C7C7C"/>
            </a:solidFill>
            <a:ln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8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CN" sz="800" baseline="-250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21</a:t>
              </a:r>
              <a:endParaRPr lang="zh-CN" altLang="en-US" sz="800" baseline="-25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3" name="矩形 62">
              <a:extLst>
                <a:ext uri="{FF2B5EF4-FFF2-40B4-BE49-F238E27FC236}">
                  <a16:creationId xmlns:a16="http://schemas.microsoft.com/office/drawing/2014/main" id="{24F789CB-9336-AF7B-1E8C-68E526045D89}"/>
                </a:ext>
              </a:extLst>
            </p:cNvPr>
            <p:cNvSpPr/>
            <p:nvPr/>
          </p:nvSpPr>
          <p:spPr>
            <a:xfrm>
              <a:off x="9010892" y="2146550"/>
              <a:ext cx="317500" cy="196850"/>
            </a:xfrm>
            <a:prstGeom prst="rect">
              <a:avLst/>
            </a:prstGeom>
            <a:solidFill>
              <a:srgbClr val="2E75B6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8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CN" sz="800" baseline="-250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zh-CN" altLang="en-US" sz="800" baseline="-25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4" name="矩形 63">
              <a:extLst>
                <a:ext uri="{FF2B5EF4-FFF2-40B4-BE49-F238E27FC236}">
                  <a16:creationId xmlns:a16="http://schemas.microsoft.com/office/drawing/2014/main" id="{E0C42D3F-A317-E401-DE76-DE051734845A}"/>
                </a:ext>
              </a:extLst>
            </p:cNvPr>
            <p:cNvSpPr/>
            <p:nvPr/>
          </p:nvSpPr>
          <p:spPr>
            <a:xfrm>
              <a:off x="9710949" y="1576048"/>
              <a:ext cx="356475" cy="229238"/>
            </a:xfrm>
            <a:prstGeom prst="rect">
              <a:avLst/>
            </a:prstGeom>
            <a:solidFill>
              <a:srgbClr val="C55A1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8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CN" sz="800" baseline="-250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32</a:t>
              </a:r>
              <a:endParaRPr lang="zh-CN" altLang="en-US" sz="800" baseline="-25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5" name="矩形 64">
              <a:extLst>
                <a:ext uri="{FF2B5EF4-FFF2-40B4-BE49-F238E27FC236}">
                  <a16:creationId xmlns:a16="http://schemas.microsoft.com/office/drawing/2014/main" id="{4F9ABB05-AB1A-6E99-FAD5-1274ACCF8C3D}"/>
                </a:ext>
              </a:extLst>
            </p:cNvPr>
            <p:cNvSpPr/>
            <p:nvPr/>
          </p:nvSpPr>
          <p:spPr>
            <a:xfrm>
              <a:off x="10462834" y="2144802"/>
              <a:ext cx="349509" cy="198597"/>
            </a:xfrm>
            <a:prstGeom prst="rect">
              <a:avLst/>
            </a:prstGeom>
            <a:solidFill>
              <a:srgbClr val="7C7C7C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8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CN" sz="800" baseline="-250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21</a:t>
              </a:r>
              <a:endParaRPr lang="zh-CN" altLang="en-US" sz="800" baseline="-25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6" name="矩形 65">
              <a:extLst>
                <a:ext uri="{FF2B5EF4-FFF2-40B4-BE49-F238E27FC236}">
                  <a16:creationId xmlns:a16="http://schemas.microsoft.com/office/drawing/2014/main" id="{C11ABEED-3891-86B4-A129-2D976990D275}"/>
                </a:ext>
              </a:extLst>
            </p:cNvPr>
            <p:cNvSpPr/>
            <p:nvPr/>
          </p:nvSpPr>
          <p:spPr>
            <a:xfrm>
              <a:off x="9761411" y="2870270"/>
              <a:ext cx="317500" cy="196850"/>
            </a:xfrm>
            <a:prstGeom prst="rect">
              <a:avLst/>
            </a:prstGeom>
            <a:solidFill>
              <a:srgbClr val="548235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8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CN" sz="800" baseline="-250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endParaRPr lang="zh-CN" altLang="en-US" sz="800" baseline="-25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7" name="弧形 66">
              <a:extLst>
                <a:ext uri="{FF2B5EF4-FFF2-40B4-BE49-F238E27FC236}">
                  <a16:creationId xmlns:a16="http://schemas.microsoft.com/office/drawing/2014/main" id="{27060329-9DF4-B483-0DC3-DBD820C4B9CE}"/>
                </a:ext>
              </a:extLst>
            </p:cNvPr>
            <p:cNvSpPr/>
            <p:nvPr/>
          </p:nvSpPr>
          <p:spPr>
            <a:xfrm>
              <a:off x="9430154" y="1658726"/>
              <a:ext cx="1183539" cy="1183539"/>
            </a:xfrm>
            <a:prstGeom prst="arc">
              <a:avLst>
                <a:gd name="adj1" fmla="val 16200000"/>
                <a:gd name="adj2" fmla="val 20930719"/>
              </a:avLst>
            </a:prstGeom>
            <a:ln w="19050">
              <a:solidFill>
                <a:schemeClr val="tx1"/>
              </a:solidFill>
              <a:prstDash val="sysDash"/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8" name="弧形 67">
              <a:extLst>
                <a:ext uri="{FF2B5EF4-FFF2-40B4-BE49-F238E27FC236}">
                  <a16:creationId xmlns:a16="http://schemas.microsoft.com/office/drawing/2014/main" id="{45D965C6-21F0-540E-A36A-3796AF1337A1}"/>
                </a:ext>
              </a:extLst>
            </p:cNvPr>
            <p:cNvSpPr/>
            <p:nvPr/>
          </p:nvSpPr>
          <p:spPr>
            <a:xfrm rot="5400000">
              <a:off x="9415381" y="1761902"/>
              <a:ext cx="1183539" cy="1183539"/>
            </a:xfrm>
            <a:prstGeom prst="arc">
              <a:avLst>
                <a:gd name="adj1" fmla="val 16200000"/>
                <a:gd name="adj2" fmla="val 21322451"/>
              </a:avLst>
            </a:prstGeom>
            <a:ln w="19050">
              <a:solidFill>
                <a:schemeClr val="tx1"/>
              </a:solidFill>
              <a:prstDash val="sysDash"/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9" name="弧形 68">
              <a:extLst>
                <a:ext uri="{FF2B5EF4-FFF2-40B4-BE49-F238E27FC236}">
                  <a16:creationId xmlns:a16="http://schemas.microsoft.com/office/drawing/2014/main" id="{E437C311-E813-02C8-4A28-C6F20503F388}"/>
                </a:ext>
              </a:extLst>
            </p:cNvPr>
            <p:cNvSpPr/>
            <p:nvPr/>
          </p:nvSpPr>
          <p:spPr>
            <a:xfrm rot="10800000">
              <a:off x="9136673" y="1788374"/>
              <a:ext cx="1183539" cy="1183539"/>
            </a:xfrm>
            <a:prstGeom prst="arc">
              <a:avLst>
                <a:gd name="adj1" fmla="val 16200000"/>
                <a:gd name="adj2" fmla="val 83439"/>
              </a:avLst>
            </a:prstGeom>
            <a:ln w="19050">
              <a:solidFill>
                <a:schemeClr val="tx1"/>
              </a:solidFill>
              <a:prstDash val="sysDash"/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0" name="弧形 69">
              <a:extLst>
                <a:ext uri="{FF2B5EF4-FFF2-40B4-BE49-F238E27FC236}">
                  <a16:creationId xmlns:a16="http://schemas.microsoft.com/office/drawing/2014/main" id="{31068EA2-663D-0C35-8806-770217D62451}"/>
                </a:ext>
              </a:extLst>
            </p:cNvPr>
            <p:cNvSpPr/>
            <p:nvPr/>
          </p:nvSpPr>
          <p:spPr>
            <a:xfrm rot="16494868">
              <a:off x="9116888" y="1655954"/>
              <a:ext cx="1183539" cy="1183539"/>
            </a:xfrm>
            <a:prstGeom prst="arc">
              <a:avLst>
                <a:gd name="adj1" fmla="val 16550847"/>
                <a:gd name="adj2" fmla="val 21395440"/>
              </a:avLst>
            </a:prstGeom>
            <a:ln w="19050">
              <a:solidFill>
                <a:schemeClr val="tx1"/>
              </a:solidFill>
              <a:prstDash val="sysDash"/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1" name="文本框 70">
              <a:extLst>
                <a:ext uri="{FF2B5EF4-FFF2-40B4-BE49-F238E27FC236}">
                  <a16:creationId xmlns:a16="http://schemas.microsoft.com/office/drawing/2014/main" id="{EE9EDFA7-A71E-5F09-2DEB-01038A19D61B}"/>
                </a:ext>
              </a:extLst>
            </p:cNvPr>
            <p:cNvSpPr txBox="1"/>
            <p:nvPr/>
          </p:nvSpPr>
          <p:spPr>
            <a:xfrm>
              <a:off x="9057347" y="1466732"/>
              <a:ext cx="444452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</a:t>
              </a:r>
              <a:r>
                <a:rPr lang="en-US" altLang="zh-CN" sz="16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zh-CN" altLang="en-US" sz="1600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2" name="文本框 71">
              <a:extLst>
                <a:ext uri="{FF2B5EF4-FFF2-40B4-BE49-F238E27FC236}">
                  <a16:creationId xmlns:a16="http://schemas.microsoft.com/office/drawing/2014/main" id="{6CC8D447-CF3B-4480-998D-EEBEBD60067B}"/>
                </a:ext>
              </a:extLst>
            </p:cNvPr>
            <p:cNvSpPr txBox="1"/>
            <p:nvPr/>
          </p:nvSpPr>
          <p:spPr>
            <a:xfrm>
              <a:off x="10266076" y="1461444"/>
              <a:ext cx="444452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</a:t>
              </a:r>
              <a:r>
                <a:rPr lang="en-US" altLang="zh-CN" sz="16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lang="zh-CN" altLang="en-US" sz="1600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3" name="文本框 72">
              <a:extLst>
                <a:ext uri="{FF2B5EF4-FFF2-40B4-BE49-F238E27FC236}">
                  <a16:creationId xmlns:a16="http://schemas.microsoft.com/office/drawing/2014/main" id="{1FF150A3-A6DC-9C6E-A567-43877FD7E93D}"/>
                </a:ext>
              </a:extLst>
            </p:cNvPr>
            <p:cNvSpPr txBox="1"/>
            <p:nvPr/>
          </p:nvSpPr>
          <p:spPr>
            <a:xfrm>
              <a:off x="10367892" y="2631008"/>
              <a:ext cx="444452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</a:t>
              </a:r>
              <a:r>
                <a:rPr lang="en-US" altLang="zh-CN" sz="16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endParaRPr lang="zh-CN" altLang="en-US" sz="1600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4" name="文本框 73">
              <a:extLst>
                <a:ext uri="{FF2B5EF4-FFF2-40B4-BE49-F238E27FC236}">
                  <a16:creationId xmlns:a16="http://schemas.microsoft.com/office/drawing/2014/main" id="{E8F18090-6F48-0314-A352-E7CA3319B65F}"/>
                </a:ext>
              </a:extLst>
            </p:cNvPr>
            <p:cNvSpPr txBox="1"/>
            <p:nvPr/>
          </p:nvSpPr>
          <p:spPr>
            <a:xfrm>
              <a:off x="9029391" y="2648834"/>
              <a:ext cx="444452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</a:t>
              </a:r>
              <a:r>
                <a:rPr lang="en-US" altLang="zh-CN" sz="16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endParaRPr lang="zh-CN" altLang="en-US" sz="1600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25" name="组合 24">
              <a:extLst>
                <a:ext uri="{FF2B5EF4-FFF2-40B4-BE49-F238E27FC236}">
                  <a16:creationId xmlns:a16="http://schemas.microsoft.com/office/drawing/2014/main" id="{985D11EC-72A2-09B6-3A75-53F11A05C6C7}"/>
                </a:ext>
              </a:extLst>
            </p:cNvPr>
            <p:cNvGrpSpPr/>
            <p:nvPr/>
          </p:nvGrpSpPr>
          <p:grpSpPr>
            <a:xfrm>
              <a:off x="8452396" y="4004394"/>
              <a:ext cx="2388838" cy="2158511"/>
              <a:chOff x="8477186" y="3879085"/>
              <a:chExt cx="2388838" cy="2158511"/>
            </a:xfrm>
          </p:grpSpPr>
          <p:sp>
            <p:nvSpPr>
              <p:cNvPr id="75" name="矩形 74">
                <a:extLst>
                  <a:ext uri="{FF2B5EF4-FFF2-40B4-BE49-F238E27FC236}">
                    <a16:creationId xmlns:a16="http://schemas.microsoft.com/office/drawing/2014/main" id="{ABF0A502-5682-CE8A-F147-A4E3A3798981}"/>
                  </a:ext>
                </a:extLst>
              </p:cNvPr>
              <p:cNvSpPr/>
              <p:nvPr/>
            </p:nvSpPr>
            <p:spPr>
              <a:xfrm>
                <a:off x="8999289" y="4564191"/>
                <a:ext cx="317500" cy="196850"/>
              </a:xfrm>
              <a:prstGeom prst="rect">
                <a:avLst/>
              </a:prstGeom>
              <a:solidFill>
                <a:srgbClr val="2E75B6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8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</a:t>
                </a:r>
                <a:r>
                  <a:rPr lang="en-US" altLang="zh-CN" sz="800" baseline="-25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:endParaRPr lang="zh-CN" altLang="en-US" sz="800" baseline="-250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76" name="矩形 75">
                <a:extLst>
                  <a:ext uri="{FF2B5EF4-FFF2-40B4-BE49-F238E27FC236}">
                    <a16:creationId xmlns:a16="http://schemas.microsoft.com/office/drawing/2014/main" id="{3B6A3B1A-40F1-8E58-F270-2E76D71CC0FB}"/>
                  </a:ext>
                </a:extLst>
              </p:cNvPr>
              <p:cNvSpPr/>
              <p:nvPr/>
            </p:nvSpPr>
            <p:spPr>
              <a:xfrm>
                <a:off x="9699347" y="3993688"/>
                <a:ext cx="354272" cy="204357"/>
              </a:xfrm>
              <a:prstGeom prst="rect">
                <a:avLst/>
              </a:prstGeom>
              <a:solidFill>
                <a:srgbClr val="C55A1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8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</a:t>
                </a:r>
                <a:r>
                  <a:rPr lang="en-US" altLang="zh-CN" sz="800" baseline="-25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32</a:t>
                </a:r>
                <a:endParaRPr lang="zh-CN" altLang="en-US" sz="800" baseline="-250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77" name="矩形 76">
                <a:extLst>
                  <a:ext uri="{FF2B5EF4-FFF2-40B4-BE49-F238E27FC236}">
                    <a16:creationId xmlns:a16="http://schemas.microsoft.com/office/drawing/2014/main" id="{21FE8286-4B8B-A4FC-43EB-396958F9E78B}"/>
                  </a:ext>
                </a:extLst>
              </p:cNvPr>
              <p:cNvSpPr/>
              <p:nvPr/>
            </p:nvSpPr>
            <p:spPr>
              <a:xfrm>
                <a:off x="10451231" y="4562444"/>
                <a:ext cx="414793" cy="250808"/>
              </a:xfrm>
              <a:prstGeom prst="rect">
                <a:avLst/>
              </a:prstGeom>
              <a:solidFill>
                <a:srgbClr val="7C7C7C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8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</a:t>
                </a:r>
                <a:r>
                  <a:rPr lang="en-US" altLang="zh-CN" sz="800" baseline="-25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21</a:t>
                </a:r>
                <a:endParaRPr lang="zh-CN" altLang="en-US" sz="800" baseline="-250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78" name="矩形 77">
                <a:extLst>
                  <a:ext uri="{FF2B5EF4-FFF2-40B4-BE49-F238E27FC236}">
                    <a16:creationId xmlns:a16="http://schemas.microsoft.com/office/drawing/2014/main" id="{6A4A32D4-25C2-6858-A694-BC26DD02585E}"/>
                  </a:ext>
                </a:extLst>
              </p:cNvPr>
              <p:cNvSpPr/>
              <p:nvPr/>
            </p:nvSpPr>
            <p:spPr>
              <a:xfrm>
                <a:off x="9749808" y="5287911"/>
                <a:ext cx="317500" cy="196850"/>
              </a:xfrm>
              <a:prstGeom prst="rect">
                <a:avLst/>
              </a:prstGeom>
              <a:solidFill>
                <a:srgbClr val="548235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8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</a:t>
                </a:r>
                <a:r>
                  <a:rPr lang="en-US" altLang="zh-CN" sz="800" baseline="-25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4</a:t>
                </a:r>
                <a:endParaRPr lang="zh-CN" altLang="en-US" sz="800" baseline="-250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79" name="弧形 78">
                <a:extLst>
                  <a:ext uri="{FF2B5EF4-FFF2-40B4-BE49-F238E27FC236}">
                    <a16:creationId xmlns:a16="http://schemas.microsoft.com/office/drawing/2014/main" id="{AA662B7D-3DAE-1E2A-27BB-7FF1607F3D15}"/>
                  </a:ext>
                </a:extLst>
              </p:cNvPr>
              <p:cNvSpPr/>
              <p:nvPr/>
            </p:nvSpPr>
            <p:spPr>
              <a:xfrm>
                <a:off x="9418551" y="4076367"/>
                <a:ext cx="1183539" cy="1183539"/>
              </a:xfrm>
              <a:prstGeom prst="arc">
                <a:avLst>
                  <a:gd name="adj1" fmla="val 16200000"/>
                  <a:gd name="adj2" fmla="val 20930719"/>
                </a:avLst>
              </a:prstGeom>
              <a:ln w="19050">
                <a:solidFill>
                  <a:schemeClr val="tx1"/>
                </a:solidFill>
                <a:prstDash val="sysDash"/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80" name="弧形 79">
                <a:extLst>
                  <a:ext uri="{FF2B5EF4-FFF2-40B4-BE49-F238E27FC236}">
                    <a16:creationId xmlns:a16="http://schemas.microsoft.com/office/drawing/2014/main" id="{698DC223-1FFC-8808-3DD8-9ED221604D96}"/>
                  </a:ext>
                </a:extLst>
              </p:cNvPr>
              <p:cNvSpPr/>
              <p:nvPr/>
            </p:nvSpPr>
            <p:spPr>
              <a:xfrm rot="5400000">
                <a:off x="9403778" y="4179543"/>
                <a:ext cx="1183539" cy="1183539"/>
              </a:xfrm>
              <a:prstGeom prst="arc">
                <a:avLst>
                  <a:gd name="adj1" fmla="val 16200000"/>
                  <a:gd name="adj2" fmla="val 21322451"/>
                </a:avLst>
              </a:prstGeom>
              <a:ln w="19050">
                <a:solidFill>
                  <a:schemeClr val="tx1"/>
                </a:solidFill>
                <a:prstDash val="sysDash"/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81" name="弧形 80">
                <a:extLst>
                  <a:ext uri="{FF2B5EF4-FFF2-40B4-BE49-F238E27FC236}">
                    <a16:creationId xmlns:a16="http://schemas.microsoft.com/office/drawing/2014/main" id="{B13950A8-933C-F080-EAA1-C5C67BC8CED7}"/>
                  </a:ext>
                </a:extLst>
              </p:cNvPr>
              <p:cNvSpPr/>
              <p:nvPr/>
            </p:nvSpPr>
            <p:spPr>
              <a:xfrm rot="10800000">
                <a:off x="9125070" y="4206015"/>
                <a:ext cx="1183539" cy="1183539"/>
              </a:xfrm>
              <a:prstGeom prst="arc">
                <a:avLst>
                  <a:gd name="adj1" fmla="val 16200000"/>
                  <a:gd name="adj2" fmla="val 83439"/>
                </a:avLst>
              </a:prstGeom>
              <a:ln w="19050">
                <a:solidFill>
                  <a:schemeClr val="tx1"/>
                </a:solidFill>
                <a:prstDash val="sysDash"/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82" name="弧形 81">
                <a:extLst>
                  <a:ext uri="{FF2B5EF4-FFF2-40B4-BE49-F238E27FC236}">
                    <a16:creationId xmlns:a16="http://schemas.microsoft.com/office/drawing/2014/main" id="{C440036A-E86F-53CC-BC27-3A3CC9834BA3}"/>
                  </a:ext>
                </a:extLst>
              </p:cNvPr>
              <p:cNvSpPr/>
              <p:nvPr/>
            </p:nvSpPr>
            <p:spPr>
              <a:xfrm rot="16494868">
                <a:off x="9105285" y="4073595"/>
                <a:ext cx="1183539" cy="1183539"/>
              </a:xfrm>
              <a:prstGeom prst="arc">
                <a:avLst>
                  <a:gd name="adj1" fmla="val 16550847"/>
                  <a:gd name="adj2" fmla="val 21395440"/>
                </a:avLst>
              </a:prstGeom>
              <a:ln w="19050">
                <a:solidFill>
                  <a:schemeClr val="tx1"/>
                </a:solidFill>
                <a:prstDash val="sysDash"/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83" name="文本框 82">
                <a:extLst>
                  <a:ext uri="{FF2B5EF4-FFF2-40B4-BE49-F238E27FC236}">
                    <a16:creationId xmlns:a16="http://schemas.microsoft.com/office/drawing/2014/main" id="{0C5E3DE0-167B-4F17-AAFD-D0B1DD118977}"/>
                  </a:ext>
                </a:extLst>
              </p:cNvPr>
              <p:cNvSpPr txBox="1"/>
              <p:nvPr/>
            </p:nvSpPr>
            <p:spPr>
              <a:xfrm>
                <a:off x="9045744" y="3884373"/>
                <a:ext cx="444452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</a:t>
                </a:r>
                <a:r>
                  <a:rPr lang="en-US" altLang="zh-CN" sz="1600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:endParaRPr lang="zh-CN" altLang="en-US" sz="16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84" name="文本框 83">
                <a:extLst>
                  <a:ext uri="{FF2B5EF4-FFF2-40B4-BE49-F238E27FC236}">
                    <a16:creationId xmlns:a16="http://schemas.microsoft.com/office/drawing/2014/main" id="{74C348BA-4AE8-0F78-1C99-80E6D72B17B3}"/>
                  </a:ext>
                </a:extLst>
              </p:cNvPr>
              <p:cNvSpPr txBox="1"/>
              <p:nvPr/>
            </p:nvSpPr>
            <p:spPr>
              <a:xfrm>
                <a:off x="10254473" y="3879085"/>
                <a:ext cx="444452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</a:t>
                </a:r>
                <a:r>
                  <a:rPr lang="en-US" altLang="zh-CN" sz="1600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  <a:endParaRPr lang="zh-CN" altLang="en-US" sz="16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85" name="文本框 84">
                <a:extLst>
                  <a:ext uri="{FF2B5EF4-FFF2-40B4-BE49-F238E27FC236}">
                    <a16:creationId xmlns:a16="http://schemas.microsoft.com/office/drawing/2014/main" id="{04D7B5E7-007D-778B-643E-A5C79176C59B}"/>
                  </a:ext>
                </a:extLst>
              </p:cNvPr>
              <p:cNvSpPr txBox="1"/>
              <p:nvPr/>
            </p:nvSpPr>
            <p:spPr>
              <a:xfrm>
                <a:off x="10356289" y="5048649"/>
                <a:ext cx="444452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</a:t>
                </a:r>
                <a:r>
                  <a:rPr lang="en-US" altLang="zh-CN" sz="1600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3</a:t>
                </a:r>
                <a:endParaRPr lang="zh-CN" altLang="en-US" sz="16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86" name="文本框 85">
                <a:extLst>
                  <a:ext uri="{FF2B5EF4-FFF2-40B4-BE49-F238E27FC236}">
                    <a16:creationId xmlns:a16="http://schemas.microsoft.com/office/drawing/2014/main" id="{1160CFAD-AE53-415A-269D-C1EDB22F5D31}"/>
                  </a:ext>
                </a:extLst>
              </p:cNvPr>
              <p:cNvSpPr txBox="1"/>
              <p:nvPr/>
            </p:nvSpPr>
            <p:spPr>
              <a:xfrm>
                <a:off x="9017788" y="5066475"/>
                <a:ext cx="444452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</a:t>
                </a:r>
                <a:r>
                  <a:rPr lang="en-US" altLang="zh-CN" sz="1600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4</a:t>
                </a:r>
                <a:endParaRPr lang="zh-CN" altLang="en-US" sz="16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87" name="乘号 86">
                <a:extLst>
                  <a:ext uri="{FF2B5EF4-FFF2-40B4-BE49-F238E27FC236}">
                    <a16:creationId xmlns:a16="http://schemas.microsoft.com/office/drawing/2014/main" id="{D49473A9-44B5-FD44-9DBA-353B51ED6503}"/>
                  </a:ext>
                </a:extLst>
              </p:cNvPr>
              <p:cNvSpPr/>
              <p:nvPr/>
            </p:nvSpPr>
            <p:spPr>
              <a:xfrm>
                <a:off x="9254281" y="5102356"/>
                <a:ext cx="331040" cy="331040"/>
              </a:xfrm>
              <a:prstGeom prst="mathMultiply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88" name="弧形 87">
                <a:extLst>
                  <a:ext uri="{FF2B5EF4-FFF2-40B4-BE49-F238E27FC236}">
                    <a16:creationId xmlns:a16="http://schemas.microsoft.com/office/drawing/2014/main" id="{AD8838C7-F8FF-DEE3-3EE6-8787C28D1518}"/>
                  </a:ext>
                </a:extLst>
              </p:cNvPr>
              <p:cNvSpPr/>
              <p:nvPr/>
            </p:nvSpPr>
            <p:spPr>
              <a:xfrm rot="14093439">
                <a:off x="8841603" y="4126837"/>
                <a:ext cx="1183539" cy="1183539"/>
              </a:xfrm>
              <a:prstGeom prst="arc">
                <a:avLst>
                  <a:gd name="adj1" fmla="val 16550847"/>
                  <a:gd name="adj2" fmla="val 21395440"/>
                </a:avLst>
              </a:prstGeom>
              <a:ln w="19050">
                <a:solidFill>
                  <a:schemeClr val="tx1"/>
                </a:solidFill>
                <a:prstDash val="sysDash"/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89" name="弧形 88">
                <a:extLst>
                  <a:ext uri="{FF2B5EF4-FFF2-40B4-BE49-F238E27FC236}">
                    <a16:creationId xmlns:a16="http://schemas.microsoft.com/office/drawing/2014/main" id="{1A5C5759-C64E-B25A-03CC-4E02B048128A}"/>
                  </a:ext>
                </a:extLst>
              </p:cNvPr>
              <p:cNvSpPr/>
              <p:nvPr/>
            </p:nvSpPr>
            <p:spPr>
              <a:xfrm rot="7612179">
                <a:off x="9313861" y="4416249"/>
                <a:ext cx="1183539" cy="1183539"/>
              </a:xfrm>
              <a:prstGeom prst="arc">
                <a:avLst>
                  <a:gd name="adj1" fmla="val 16550847"/>
                  <a:gd name="adj2" fmla="val 21395440"/>
                </a:avLst>
              </a:prstGeom>
              <a:ln w="19050">
                <a:solidFill>
                  <a:schemeClr val="tx1"/>
                </a:solidFill>
                <a:prstDash val="sysDash"/>
                <a:headEnd type="triangl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90" name="文本框 89">
                <a:extLst>
                  <a:ext uri="{FF2B5EF4-FFF2-40B4-BE49-F238E27FC236}">
                    <a16:creationId xmlns:a16="http://schemas.microsoft.com/office/drawing/2014/main" id="{D16ABA1F-AE68-7B4F-CE0B-7C015E488B0E}"/>
                  </a:ext>
                </a:extLst>
              </p:cNvPr>
              <p:cNvSpPr txBox="1"/>
              <p:nvPr/>
            </p:nvSpPr>
            <p:spPr>
              <a:xfrm>
                <a:off x="8477186" y="4371000"/>
                <a:ext cx="47114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</a:t>
                </a:r>
                <a:r>
                  <a:rPr lang="en-US" altLang="zh-CN" i="1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</a:t>
                </a:r>
                <a:r>
                  <a:rPr lang="en-US" altLang="zh-CN" baseline="-50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:endParaRPr lang="zh-CN" altLang="en-US" baseline="-50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91" name="文本框 90">
                <a:extLst>
                  <a:ext uri="{FF2B5EF4-FFF2-40B4-BE49-F238E27FC236}">
                    <a16:creationId xmlns:a16="http://schemas.microsoft.com/office/drawing/2014/main" id="{4F43B383-79DF-D746-60A2-28045B8570DD}"/>
                  </a:ext>
                </a:extLst>
              </p:cNvPr>
              <p:cNvSpPr txBox="1"/>
              <p:nvPr/>
            </p:nvSpPr>
            <p:spPr>
              <a:xfrm>
                <a:off x="9749808" y="5668264"/>
                <a:ext cx="53015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</a:t>
                </a:r>
                <a:r>
                  <a:rPr lang="en-US" altLang="zh-CN" i="1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</a:t>
                </a:r>
                <a:r>
                  <a:rPr lang="en-US" altLang="zh-CN" i="1" baseline="-50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4</a:t>
                </a:r>
                <a:endParaRPr lang="zh-CN" altLang="en-US" baseline="-50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3" name="矩形 2">
              <a:extLst>
                <a:ext uri="{FF2B5EF4-FFF2-40B4-BE49-F238E27FC236}">
                  <a16:creationId xmlns:a16="http://schemas.microsoft.com/office/drawing/2014/main" id="{94AC53FF-410F-21EE-0A73-E27CDA567CCD}"/>
                </a:ext>
              </a:extLst>
            </p:cNvPr>
            <p:cNvSpPr/>
            <p:nvPr/>
          </p:nvSpPr>
          <p:spPr>
            <a:xfrm>
              <a:off x="6272512" y="1413132"/>
              <a:ext cx="317500" cy="196850"/>
            </a:xfrm>
            <a:prstGeom prst="rect">
              <a:avLst/>
            </a:prstGeom>
            <a:solidFill>
              <a:srgbClr val="2E75B6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8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CN" sz="800" baseline="-250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zh-CN" altLang="en-US" sz="800" baseline="-25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2" name="矩形 91">
              <a:extLst>
                <a:ext uri="{FF2B5EF4-FFF2-40B4-BE49-F238E27FC236}">
                  <a16:creationId xmlns:a16="http://schemas.microsoft.com/office/drawing/2014/main" id="{511B6FAE-9650-A395-BA57-D7E4633F1701}"/>
                </a:ext>
              </a:extLst>
            </p:cNvPr>
            <p:cNvSpPr/>
            <p:nvPr/>
          </p:nvSpPr>
          <p:spPr>
            <a:xfrm>
              <a:off x="7799972" y="1091478"/>
              <a:ext cx="367495" cy="187822"/>
            </a:xfrm>
            <a:prstGeom prst="rect">
              <a:avLst/>
            </a:prstGeom>
            <a:solidFill>
              <a:srgbClr val="7C7C7C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8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CN" sz="800" baseline="-250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21</a:t>
              </a:r>
              <a:endParaRPr lang="zh-CN" altLang="en-US" sz="800" baseline="-25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3" name="矩形 92">
              <a:extLst>
                <a:ext uri="{FF2B5EF4-FFF2-40B4-BE49-F238E27FC236}">
                  <a16:creationId xmlns:a16="http://schemas.microsoft.com/office/drawing/2014/main" id="{698092C8-BD23-7059-236E-23273E58BD28}"/>
                </a:ext>
              </a:extLst>
            </p:cNvPr>
            <p:cNvSpPr/>
            <p:nvPr/>
          </p:nvSpPr>
          <p:spPr>
            <a:xfrm>
              <a:off x="7230773" y="1811904"/>
              <a:ext cx="360651" cy="196850"/>
            </a:xfrm>
            <a:prstGeom prst="rect">
              <a:avLst/>
            </a:prstGeom>
            <a:solidFill>
              <a:srgbClr val="C55A1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8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CN" sz="800" baseline="-250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32</a:t>
              </a:r>
              <a:endParaRPr lang="zh-CN" altLang="en-US" sz="800" baseline="-25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4" name="矩形 93">
              <a:extLst>
                <a:ext uri="{FF2B5EF4-FFF2-40B4-BE49-F238E27FC236}">
                  <a16:creationId xmlns:a16="http://schemas.microsoft.com/office/drawing/2014/main" id="{1D6A3143-DA5E-6758-3F4C-1D38238F0616}"/>
                </a:ext>
              </a:extLst>
            </p:cNvPr>
            <p:cNvSpPr/>
            <p:nvPr/>
          </p:nvSpPr>
          <p:spPr>
            <a:xfrm>
              <a:off x="5443350" y="1407719"/>
              <a:ext cx="317500" cy="196850"/>
            </a:xfrm>
            <a:prstGeom prst="rect">
              <a:avLst/>
            </a:prstGeom>
            <a:solidFill>
              <a:srgbClr val="548235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8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CN" sz="800" baseline="-250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endParaRPr lang="zh-CN" altLang="en-US" sz="800" baseline="-25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96" name="直接箭头连接符 95">
              <a:extLst>
                <a:ext uri="{FF2B5EF4-FFF2-40B4-BE49-F238E27FC236}">
                  <a16:creationId xmlns:a16="http://schemas.microsoft.com/office/drawing/2014/main" id="{2323321C-5C56-61A8-0DF3-8B6C57D0590E}"/>
                </a:ext>
              </a:extLst>
            </p:cNvPr>
            <p:cNvCxnSpPr>
              <a:cxnSpLocks/>
              <a:stCxn id="3" idx="3"/>
              <a:endCxn id="93" idx="1"/>
            </p:cNvCxnSpPr>
            <p:nvPr/>
          </p:nvCxnSpPr>
          <p:spPr>
            <a:xfrm>
              <a:off x="6590012" y="1511557"/>
              <a:ext cx="640761" cy="398772"/>
            </a:xfrm>
            <a:prstGeom prst="straightConnector1">
              <a:avLst/>
            </a:prstGeom>
            <a:ln w="19050">
              <a:solidFill>
                <a:srgbClr val="C55A1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" name="直接箭头连接符 97">
              <a:extLst>
                <a:ext uri="{FF2B5EF4-FFF2-40B4-BE49-F238E27FC236}">
                  <a16:creationId xmlns:a16="http://schemas.microsoft.com/office/drawing/2014/main" id="{E50595C5-AEE6-74D4-3582-FF603DF75983}"/>
                </a:ext>
              </a:extLst>
            </p:cNvPr>
            <p:cNvCxnSpPr>
              <a:stCxn id="3" idx="1"/>
              <a:endCxn id="94" idx="3"/>
            </p:cNvCxnSpPr>
            <p:nvPr/>
          </p:nvCxnSpPr>
          <p:spPr>
            <a:xfrm flipH="1" flipV="1">
              <a:off x="5760850" y="1506144"/>
              <a:ext cx="511662" cy="5413"/>
            </a:xfrm>
            <a:prstGeom prst="straightConnector1">
              <a:avLst/>
            </a:prstGeom>
            <a:ln w="19050">
              <a:solidFill>
                <a:srgbClr val="548235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直接箭头连接符 100">
              <a:extLst>
                <a:ext uri="{FF2B5EF4-FFF2-40B4-BE49-F238E27FC236}">
                  <a16:creationId xmlns:a16="http://schemas.microsoft.com/office/drawing/2014/main" id="{28E2B9E2-5ACD-9B2C-28D6-761B86F7E091}"/>
                </a:ext>
              </a:extLst>
            </p:cNvPr>
            <p:cNvCxnSpPr>
              <a:cxnSpLocks/>
              <a:stCxn id="3" idx="0"/>
              <a:endCxn id="92" idx="1"/>
            </p:cNvCxnSpPr>
            <p:nvPr/>
          </p:nvCxnSpPr>
          <p:spPr>
            <a:xfrm flipV="1">
              <a:off x="6431262" y="1185389"/>
              <a:ext cx="1368710" cy="227743"/>
            </a:xfrm>
            <a:prstGeom prst="straightConnector1">
              <a:avLst/>
            </a:prstGeom>
            <a:ln w="19050">
              <a:solidFill>
                <a:srgbClr val="7C7C7C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2" name="矩形 101">
              <a:extLst>
                <a:ext uri="{FF2B5EF4-FFF2-40B4-BE49-F238E27FC236}">
                  <a16:creationId xmlns:a16="http://schemas.microsoft.com/office/drawing/2014/main" id="{24A9ADD0-DDB2-E611-1700-86F84A6444C1}"/>
                </a:ext>
              </a:extLst>
            </p:cNvPr>
            <p:cNvSpPr/>
            <p:nvPr/>
          </p:nvSpPr>
          <p:spPr>
            <a:xfrm>
              <a:off x="5420552" y="1376354"/>
              <a:ext cx="364067" cy="251883"/>
            </a:xfrm>
            <a:prstGeom prst="rect">
              <a:avLst/>
            </a:prstGeom>
            <a:noFill/>
            <a:ln w="19050">
              <a:solidFill>
                <a:srgbClr val="FF0000"/>
              </a:solidFill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3" name="矩形 102">
              <a:extLst>
                <a:ext uri="{FF2B5EF4-FFF2-40B4-BE49-F238E27FC236}">
                  <a16:creationId xmlns:a16="http://schemas.microsoft.com/office/drawing/2014/main" id="{8F11A631-2653-11E6-4AEF-2861CF182F68}"/>
                </a:ext>
              </a:extLst>
            </p:cNvPr>
            <p:cNvSpPr/>
            <p:nvPr/>
          </p:nvSpPr>
          <p:spPr>
            <a:xfrm>
              <a:off x="7203053" y="1780367"/>
              <a:ext cx="413772" cy="251883"/>
            </a:xfrm>
            <a:prstGeom prst="rect">
              <a:avLst/>
            </a:prstGeom>
            <a:noFill/>
            <a:ln w="19050">
              <a:solidFill>
                <a:srgbClr val="FF0000"/>
              </a:solidFill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0" name="文本框 109">
              <a:extLst>
                <a:ext uri="{FF2B5EF4-FFF2-40B4-BE49-F238E27FC236}">
                  <a16:creationId xmlns:a16="http://schemas.microsoft.com/office/drawing/2014/main" id="{E3CC9A8A-9801-2405-F861-9A0CCF8DF0FD}"/>
                </a:ext>
              </a:extLst>
            </p:cNvPr>
            <p:cNvSpPr txBox="1"/>
            <p:nvPr/>
          </p:nvSpPr>
          <p:spPr>
            <a:xfrm>
              <a:off x="6290614" y="2084021"/>
              <a:ext cx="2244493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/>
              <a:r>
                <a:rPr lang="zh-CN" altLang="en-US" sz="1600" dirty="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步骤</a:t>
              </a:r>
              <a:r>
                <a:rPr lang="en-US" altLang="zh-CN" sz="1600" dirty="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2.</a:t>
              </a:r>
              <a:r>
                <a:rPr lang="zh-CN" altLang="en-US" sz="1600" b="0" i="0" dirty="0">
                  <a:effectLst/>
                  <a:latin typeface="宋体" panose="02010600030101010101" pitchFamily="2" charset="-122"/>
                  <a:ea typeface="宋体" panose="02010600030101010101" pitchFamily="2" charset="-122"/>
                </a:rPr>
                <a:t>显示的</a:t>
              </a:r>
              <a:r>
                <a:rPr lang="zh-CN" altLang="en-US" sz="1600" dirty="0">
                  <a:latin typeface="宋体" panose="02010600030101010101" pitchFamily="2" charset="-122"/>
                  <a:ea typeface="宋体" panose="02010600030101010101" pitchFamily="2" charset="-122"/>
                </a:rPr>
                <a:t>矩形</a:t>
              </a:r>
              <a:r>
                <a:rPr lang="zh-CN" altLang="en-US" sz="1600" b="0" i="0" dirty="0">
                  <a:effectLst/>
                  <a:latin typeface="宋体" panose="02010600030101010101" pitchFamily="2" charset="-122"/>
                  <a:ea typeface="宋体" panose="02010600030101010101" pitchFamily="2" charset="-122"/>
                </a:rPr>
                <a:t>表候选车辆，红色虚线框选择</a:t>
              </a:r>
              <a:r>
                <a:rPr lang="en-US" altLang="zh-CN" sz="1600" b="0" i="0" dirty="0">
                  <a:effectLst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V</a:t>
              </a:r>
              <a:r>
                <a:rPr lang="en-US" altLang="zh-CN" sz="1600" b="0" i="0" baseline="-25000" dirty="0">
                  <a:effectLst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1</a:t>
              </a:r>
              <a:r>
                <a:rPr lang="zh-CN" altLang="en-US" sz="1600" b="0" i="0" dirty="0">
                  <a:effectLst/>
                  <a:latin typeface="宋体" panose="02010600030101010101" pitchFamily="2" charset="-122"/>
                  <a:ea typeface="宋体" panose="02010600030101010101" pitchFamily="2" charset="-122"/>
                </a:rPr>
                <a:t>要考虑的车辆</a:t>
              </a:r>
              <a:endParaRPr lang="zh-CN" altLang="en-US" sz="1600" dirty="0"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111" name="文本框 110">
              <a:extLst>
                <a:ext uri="{FF2B5EF4-FFF2-40B4-BE49-F238E27FC236}">
                  <a16:creationId xmlns:a16="http://schemas.microsoft.com/office/drawing/2014/main" id="{E549CAF3-475A-33AE-FB89-08674B8EC212}"/>
                </a:ext>
              </a:extLst>
            </p:cNvPr>
            <p:cNvSpPr txBox="1"/>
            <p:nvPr/>
          </p:nvSpPr>
          <p:spPr>
            <a:xfrm>
              <a:off x="6096020" y="5444829"/>
              <a:ext cx="2089945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/>
              <a:r>
                <a:rPr lang="zh-CN" altLang="en-US" sz="1600" dirty="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步骤</a:t>
              </a:r>
              <a:r>
                <a:rPr lang="en-US" altLang="zh-CN" sz="1600" dirty="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3.</a:t>
              </a:r>
              <a:r>
                <a:rPr lang="zh-CN" altLang="en-US" sz="1600" dirty="0">
                  <a:latin typeface="宋体" panose="02010600030101010101" pitchFamily="2" charset="-122"/>
                  <a:ea typeface="宋体" panose="02010600030101010101" pitchFamily="2" charset="-122"/>
                </a:rPr>
                <a:t>检测“死锁</a:t>
              </a:r>
              <a:r>
                <a:rPr lang="en-US" altLang="zh-CN" sz="1600" dirty="0">
                  <a:latin typeface="宋体" panose="02010600030101010101" pitchFamily="2" charset="-122"/>
                  <a:ea typeface="宋体" panose="02010600030101010101" pitchFamily="2" charset="-122"/>
                </a:rPr>
                <a:t>”</a:t>
              </a:r>
              <a:endParaRPr lang="zh-CN" altLang="en-US" sz="1600" dirty="0"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112" name="文本框 111">
              <a:extLst>
                <a:ext uri="{FF2B5EF4-FFF2-40B4-BE49-F238E27FC236}">
                  <a16:creationId xmlns:a16="http://schemas.microsoft.com/office/drawing/2014/main" id="{7F23BC0C-BE09-C74A-BC13-5DB71F2B4D8F}"/>
                </a:ext>
              </a:extLst>
            </p:cNvPr>
            <p:cNvSpPr txBox="1"/>
            <p:nvPr/>
          </p:nvSpPr>
          <p:spPr>
            <a:xfrm>
              <a:off x="10266077" y="2955820"/>
              <a:ext cx="1695464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/>
              <a:r>
                <a:rPr lang="zh-CN" altLang="en-US" sz="1600" dirty="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步骤</a:t>
              </a:r>
              <a:r>
                <a:rPr lang="en-US" altLang="zh-CN" sz="1600" dirty="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4.</a:t>
              </a:r>
              <a:r>
                <a:rPr lang="zh-CN" altLang="en-US" sz="1600" dirty="0">
                  <a:latin typeface="宋体" panose="02010600030101010101" pitchFamily="2" charset="-122"/>
                  <a:ea typeface="宋体" panose="02010600030101010101" pitchFamily="2" charset="-122"/>
                </a:rPr>
                <a:t>“死锁</a:t>
              </a:r>
              <a:r>
                <a:rPr lang="en-US" altLang="zh-CN" sz="1600" dirty="0">
                  <a:latin typeface="宋体" panose="02010600030101010101" pitchFamily="2" charset="-122"/>
                  <a:ea typeface="宋体" panose="02010600030101010101" pitchFamily="2" charset="-122"/>
                </a:rPr>
                <a:t>”</a:t>
              </a:r>
              <a:r>
                <a:rPr lang="zh-CN" altLang="en-US" sz="1600" dirty="0">
                  <a:latin typeface="宋体" panose="02010600030101010101" pitchFamily="2" charset="-122"/>
                  <a:ea typeface="宋体" panose="02010600030101010101" pitchFamily="2" charset="-122"/>
                </a:rPr>
                <a:t>环形成</a:t>
              </a:r>
            </a:p>
          </p:txBody>
        </p:sp>
        <p:cxnSp>
          <p:nvCxnSpPr>
            <p:cNvPr id="114" name="直接箭头连接符 113">
              <a:extLst>
                <a:ext uri="{FF2B5EF4-FFF2-40B4-BE49-F238E27FC236}">
                  <a16:creationId xmlns:a16="http://schemas.microsoft.com/office/drawing/2014/main" id="{51F5DE8B-04B7-B519-6FD6-1D6FAEE7C687}"/>
                </a:ext>
              </a:extLst>
            </p:cNvPr>
            <p:cNvCxnSpPr>
              <a:cxnSpLocks/>
            </p:cNvCxnSpPr>
            <p:nvPr/>
          </p:nvCxnSpPr>
          <p:spPr>
            <a:xfrm>
              <a:off x="9863624" y="3157701"/>
              <a:ext cx="0" cy="862902"/>
            </a:xfrm>
            <a:prstGeom prst="straightConnector1">
              <a:avLst/>
            </a:prstGeom>
            <a:ln w="19050">
              <a:solidFill>
                <a:schemeClr val="accent6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5" name="文本框 114">
              <a:extLst>
                <a:ext uri="{FF2B5EF4-FFF2-40B4-BE49-F238E27FC236}">
                  <a16:creationId xmlns:a16="http://schemas.microsoft.com/office/drawing/2014/main" id="{A76523B1-A143-211A-C3E8-EF66A71B2EED}"/>
                </a:ext>
              </a:extLst>
            </p:cNvPr>
            <p:cNvSpPr txBox="1"/>
            <p:nvPr/>
          </p:nvSpPr>
          <p:spPr>
            <a:xfrm>
              <a:off x="8375843" y="3344675"/>
              <a:ext cx="1409898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/>
              <a:r>
                <a:rPr lang="zh-CN" altLang="en-US" sz="1600" dirty="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步骤</a:t>
              </a:r>
              <a:r>
                <a:rPr lang="en-US" altLang="zh-CN" sz="1600" dirty="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5.</a:t>
              </a:r>
              <a:r>
                <a:rPr lang="zh-CN" altLang="en-US" sz="1600" dirty="0">
                  <a:latin typeface="宋体" panose="02010600030101010101" pitchFamily="2" charset="-122"/>
                  <a:ea typeface="宋体" panose="02010600030101010101" pitchFamily="2" charset="-122"/>
                </a:rPr>
                <a:t>“死锁</a:t>
              </a:r>
              <a:r>
                <a:rPr lang="en-US" altLang="zh-CN" sz="1600" dirty="0">
                  <a:latin typeface="宋体" panose="02010600030101010101" pitchFamily="2" charset="-122"/>
                  <a:ea typeface="宋体" panose="02010600030101010101" pitchFamily="2" charset="-122"/>
                </a:rPr>
                <a:t>”</a:t>
              </a:r>
              <a:r>
                <a:rPr lang="zh-CN" altLang="en-US" sz="1600" dirty="0">
                  <a:latin typeface="宋体" panose="02010600030101010101" pitchFamily="2" charset="-122"/>
                  <a:ea typeface="宋体" panose="02010600030101010101" pitchFamily="2" charset="-122"/>
                </a:rPr>
                <a:t>环破解</a:t>
              </a:r>
            </a:p>
          </p:txBody>
        </p:sp>
        <p:sp>
          <p:nvSpPr>
            <p:cNvPr id="116" name="文本框 115">
              <a:extLst>
                <a:ext uri="{FF2B5EF4-FFF2-40B4-BE49-F238E27FC236}">
                  <a16:creationId xmlns:a16="http://schemas.microsoft.com/office/drawing/2014/main" id="{F796055C-28B3-B045-D788-DFA744DAEAA8}"/>
                </a:ext>
              </a:extLst>
            </p:cNvPr>
            <p:cNvSpPr txBox="1"/>
            <p:nvPr/>
          </p:nvSpPr>
          <p:spPr>
            <a:xfrm>
              <a:off x="1281141" y="1653842"/>
              <a:ext cx="2035691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/>
              <a:r>
                <a:rPr lang="zh-CN" altLang="en-US" sz="1600" dirty="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步骤</a:t>
              </a:r>
              <a:r>
                <a:rPr lang="en-US" altLang="zh-CN" sz="1600" dirty="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1.</a:t>
              </a:r>
              <a:r>
                <a:rPr lang="zh-CN" altLang="en-US" sz="1600" dirty="0">
                  <a:latin typeface="宋体" panose="02010600030101010101" pitchFamily="2" charset="-122"/>
                  <a:ea typeface="宋体" panose="02010600030101010101" pitchFamily="2" charset="-122"/>
                </a:rPr>
                <a:t>车辆根据冲突点映射到虚拟车道</a:t>
              </a:r>
            </a:p>
          </p:txBody>
        </p:sp>
        <p:sp>
          <p:nvSpPr>
            <p:cNvPr id="118" name="矩形 117">
              <a:extLst>
                <a:ext uri="{FF2B5EF4-FFF2-40B4-BE49-F238E27FC236}">
                  <a16:creationId xmlns:a16="http://schemas.microsoft.com/office/drawing/2014/main" id="{A97F13F1-85FC-004F-8112-FD9286EB59EF}"/>
                </a:ext>
              </a:extLst>
            </p:cNvPr>
            <p:cNvSpPr/>
            <p:nvPr/>
          </p:nvSpPr>
          <p:spPr>
            <a:xfrm>
              <a:off x="5864753" y="2729997"/>
              <a:ext cx="352380" cy="196850"/>
            </a:xfrm>
            <a:prstGeom prst="rect">
              <a:avLst/>
            </a:prstGeom>
            <a:solidFill>
              <a:srgbClr val="7C7C7C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8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CN" sz="800" baseline="-250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22</a:t>
              </a:r>
              <a:endParaRPr lang="zh-CN" altLang="en-US" sz="800" baseline="-25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23" name="矩形 122">
              <a:extLst>
                <a:ext uri="{FF2B5EF4-FFF2-40B4-BE49-F238E27FC236}">
                  <a16:creationId xmlns:a16="http://schemas.microsoft.com/office/drawing/2014/main" id="{E8BD2812-A3FD-6F64-B3C1-ED97372860DF}"/>
                </a:ext>
              </a:extLst>
            </p:cNvPr>
            <p:cNvSpPr/>
            <p:nvPr/>
          </p:nvSpPr>
          <p:spPr>
            <a:xfrm>
              <a:off x="7768203" y="1058683"/>
              <a:ext cx="432822" cy="246222"/>
            </a:xfrm>
            <a:prstGeom prst="rect">
              <a:avLst/>
            </a:prstGeom>
            <a:noFill/>
            <a:ln w="19050">
              <a:solidFill>
                <a:srgbClr val="FF0000"/>
              </a:solidFill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8" name="矩形 127">
              <a:extLst>
                <a:ext uri="{FF2B5EF4-FFF2-40B4-BE49-F238E27FC236}">
                  <a16:creationId xmlns:a16="http://schemas.microsoft.com/office/drawing/2014/main" id="{033E3E2A-B462-7914-B026-5A1A04128889}"/>
                </a:ext>
              </a:extLst>
            </p:cNvPr>
            <p:cNvSpPr/>
            <p:nvPr/>
          </p:nvSpPr>
          <p:spPr>
            <a:xfrm rot="5400000">
              <a:off x="4116056" y="1621988"/>
              <a:ext cx="379689" cy="196850"/>
            </a:xfrm>
            <a:prstGeom prst="rect">
              <a:avLst/>
            </a:prstGeom>
            <a:solidFill>
              <a:srgbClr val="C55A1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8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CN" sz="800" baseline="-250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31</a:t>
              </a:r>
              <a:endParaRPr lang="zh-CN" altLang="en-US" sz="800" baseline="-25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35" name="矩形 134">
              <a:extLst>
                <a:ext uri="{FF2B5EF4-FFF2-40B4-BE49-F238E27FC236}">
                  <a16:creationId xmlns:a16="http://schemas.microsoft.com/office/drawing/2014/main" id="{2C00F42C-050B-9021-B4F8-1EA8DA222CAC}"/>
                </a:ext>
              </a:extLst>
            </p:cNvPr>
            <p:cNvSpPr/>
            <p:nvPr/>
          </p:nvSpPr>
          <p:spPr>
            <a:xfrm>
              <a:off x="8318233" y="1082450"/>
              <a:ext cx="352380" cy="196850"/>
            </a:xfrm>
            <a:prstGeom prst="rect">
              <a:avLst/>
            </a:prstGeom>
            <a:solidFill>
              <a:srgbClr val="7C7C7C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8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CN" sz="800" baseline="-250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22</a:t>
              </a:r>
              <a:endParaRPr lang="zh-CN" altLang="en-US" sz="800" baseline="-25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36" name="矩形 135">
              <a:extLst>
                <a:ext uri="{FF2B5EF4-FFF2-40B4-BE49-F238E27FC236}">
                  <a16:creationId xmlns:a16="http://schemas.microsoft.com/office/drawing/2014/main" id="{C042502F-193E-64D7-0BB9-EB11D11456EF}"/>
                </a:ext>
              </a:extLst>
            </p:cNvPr>
            <p:cNvSpPr/>
            <p:nvPr/>
          </p:nvSpPr>
          <p:spPr>
            <a:xfrm>
              <a:off x="7698134" y="436675"/>
              <a:ext cx="353914" cy="196843"/>
            </a:xfrm>
            <a:prstGeom prst="rect">
              <a:avLst/>
            </a:prstGeom>
            <a:solidFill>
              <a:srgbClr val="C55A1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8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CN" sz="800" baseline="-250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31</a:t>
              </a:r>
              <a:endParaRPr lang="zh-CN" altLang="en-US" sz="800" baseline="-25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138" name="直接箭头连接符 137">
              <a:extLst>
                <a:ext uri="{FF2B5EF4-FFF2-40B4-BE49-F238E27FC236}">
                  <a16:creationId xmlns:a16="http://schemas.microsoft.com/office/drawing/2014/main" id="{1842EE15-4F1D-6118-225B-BDBE286B829E}"/>
                </a:ext>
              </a:extLst>
            </p:cNvPr>
            <p:cNvCxnSpPr>
              <a:cxnSpLocks/>
              <a:stCxn id="3" idx="0"/>
              <a:endCxn id="136" idx="2"/>
            </p:cNvCxnSpPr>
            <p:nvPr/>
          </p:nvCxnSpPr>
          <p:spPr>
            <a:xfrm flipV="1">
              <a:off x="6431262" y="633518"/>
              <a:ext cx="1443829" cy="779614"/>
            </a:xfrm>
            <a:prstGeom prst="straightConnector1">
              <a:avLst/>
            </a:prstGeom>
            <a:ln w="19050">
              <a:solidFill>
                <a:srgbClr val="C55A1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2" name="直接箭头连接符 141">
              <a:extLst>
                <a:ext uri="{FF2B5EF4-FFF2-40B4-BE49-F238E27FC236}">
                  <a16:creationId xmlns:a16="http://schemas.microsoft.com/office/drawing/2014/main" id="{CF156408-BE17-F6BA-4268-907F4FACC581}"/>
                </a:ext>
              </a:extLst>
            </p:cNvPr>
            <p:cNvCxnSpPr>
              <a:cxnSpLocks/>
              <a:stCxn id="3" idx="3"/>
              <a:endCxn id="135" idx="2"/>
            </p:cNvCxnSpPr>
            <p:nvPr/>
          </p:nvCxnSpPr>
          <p:spPr>
            <a:xfrm flipV="1">
              <a:off x="6590012" y="1279300"/>
              <a:ext cx="1904411" cy="232257"/>
            </a:xfrm>
            <a:prstGeom prst="straightConnector1">
              <a:avLst/>
            </a:prstGeom>
            <a:ln w="19050">
              <a:solidFill>
                <a:srgbClr val="7C7C7C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6" name="文本框 145">
            <a:extLst>
              <a:ext uri="{FF2B5EF4-FFF2-40B4-BE49-F238E27FC236}">
                <a16:creationId xmlns:a16="http://schemas.microsoft.com/office/drawing/2014/main" id="{C8E8979C-3D21-2FD3-28EB-1575242B4BAD}"/>
              </a:ext>
            </a:extLst>
          </p:cNvPr>
          <p:cNvSpPr txBox="1"/>
          <p:nvPr/>
        </p:nvSpPr>
        <p:spPr>
          <a:xfrm>
            <a:off x="4756934" y="6488668"/>
            <a:ext cx="39001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图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 冲突点“死锁”现象检测</a:t>
            </a: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-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破解</a:t>
            </a:r>
          </a:p>
        </p:txBody>
      </p:sp>
      <p:sp>
        <p:nvSpPr>
          <p:cNvPr id="26" name="椭圆 25">
            <a:extLst>
              <a:ext uri="{FF2B5EF4-FFF2-40B4-BE49-F238E27FC236}">
                <a16:creationId xmlns:a16="http://schemas.microsoft.com/office/drawing/2014/main" id="{A51C39E0-9B44-7ECD-932E-86D01A3890F4}"/>
              </a:ext>
            </a:extLst>
          </p:cNvPr>
          <p:cNvSpPr/>
          <p:nvPr/>
        </p:nvSpPr>
        <p:spPr>
          <a:xfrm>
            <a:off x="3528724" y="2810706"/>
            <a:ext cx="73643" cy="73643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5" name="椭圆 94">
            <a:extLst>
              <a:ext uri="{FF2B5EF4-FFF2-40B4-BE49-F238E27FC236}">
                <a16:creationId xmlns:a16="http://schemas.microsoft.com/office/drawing/2014/main" id="{7BC2D78E-B109-B648-120B-0FB04C5C54C9}"/>
              </a:ext>
            </a:extLst>
          </p:cNvPr>
          <p:cNvSpPr/>
          <p:nvPr/>
        </p:nvSpPr>
        <p:spPr>
          <a:xfrm>
            <a:off x="3516450" y="3488835"/>
            <a:ext cx="73643" cy="73643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9" name="椭圆 98">
            <a:extLst>
              <a:ext uri="{FF2B5EF4-FFF2-40B4-BE49-F238E27FC236}">
                <a16:creationId xmlns:a16="http://schemas.microsoft.com/office/drawing/2014/main" id="{093899D0-8CAC-ADB3-55A7-0082EF2C97EC}"/>
              </a:ext>
            </a:extLst>
          </p:cNvPr>
          <p:cNvSpPr/>
          <p:nvPr/>
        </p:nvSpPr>
        <p:spPr>
          <a:xfrm>
            <a:off x="4276404" y="2810705"/>
            <a:ext cx="73643" cy="73643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0" name="椭圆 99">
            <a:extLst>
              <a:ext uri="{FF2B5EF4-FFF2-40B4-BE49-F238E27FC236}">
                <a16:creationId xmlns:a16="http://schemas.microsoft.com/office/drawing/2014/main" id="{768B9E57-D40E-B999-5B31-AEC01D58A7B6}"/>
              </a:ext>
            </a:extLst>
          </p:cNvPr>
          <p:cNvSpPr/>
          <p:nvPr/>
        </p:nvSpPr>
        <p:spPr>
          <a:xfrm>
            <a:off x="4276403" y="3510314"/>
            <a:ext cx="73643" cy="73643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671398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CCC6DC-3840-93F1-E9DA-DF3679A133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直接箭头连接符 4">
            <a:extLst>
              <a:ext uri="{FF2B5EF4-FFF2-40B4-BE49-F238E27FC236}">
                <a16:creationId xmlns:a16="http://schemas.microsoft.com/office/drawing/2014/main" id="{E90D89BC-B3C2-9577-50DB-DE0C10C73A64}"/>
              </a:ext>
            </a:extLst>
          </p:cNvPr>
          <p:cNvCxnSpPr>
            <a:cxnSpLocks/>
          </p:cNvCxnSpPr>
          <p:nvPr/>
        </p:nvCxnSpPr>
        <p:spPr>
          <a:xfrm>
            <a:off x="1735338" y="3532993"/>
            <a:ext cx="4250266" cy="0"/>
          </a:xfrm>
          <a:prstGeom prst="straightConnector1">
            <a:avLst/>
          </a:prstGeom>
          <a:ln w="28575">
            <a:solidFill>
              <a:schemeClr val="accent5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接箭头连接符 6">
            <a:extLst>
              <a:ext uri="{FF2B5EF4-FFF2-40B4-BE49-F238E27FC236}">
                <a16:creationId xmlns:a16="http://schemas.microsoft.com/office/drawing/2014/main" id="{437D122F-AFD5-BC6A-61FD-F23EBB675AAE}"/>
              </a:ext>
            </a:extLst>
          </p:cNvPr>
          <p:cNvCxnSpPr>
            <a:cxnSpLocks/>
          </p:cNvCxnSpPr>
          <p:nvPr/>
        </p:nvCxnSpPr>
        <p:spPr>
          <a:xfrm>
            <a:off x="3557787" y="1170793"/>
            <a:ext cx="0" cy="4006850"/>
          </a:xfrm>
          <a:prstGeom prst="straightConnector1">
            <a:avLst/>
          </a:prstGeom>
          <a:ln w="28575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接箭头连接符 7">
            <a:extLst>
              <a:ext uri="{FF2B5EF4-FFF2-40B4-BE49-F238E27FC236}">
                <a16:creationId xmlns:a16="http://schemas.microsoft.com/office/drawing/2014/main" id="{866F272F-6871-0CA9-3416-E73D7B4F3A5D}"/>
              </a:ext>
            </a:extLst>
          </p:cNvPr>
          <p:cNvCxnSpPr>
            <a:cxnSpLocks/>
            <a:endCxn id="118" idx="3"/>
          </p:cNvCxnSpPr>
          <p:nvPr/>
        </p:nvCxnSpPr>
        <p:spPr>
          <a:xfrm flipV="1">
            <a:off x="1735338" y="2828422"/>
            <a:ext cx="4481795" cy="18771"/>
          </a:xfrm>
          <a:prstGeom prst="straightConnector1">
            <a:avLst/>
          </a:prstGeom>
          <a:ln w="28575">
            <a:solidFill>
              <a:schemeClr val="accent3">
                <a:lumMod val="75000"/>
              </a:schemeClr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接箭头连接符 8">
            <a:extLst>
              <a:ext uri="{FF2B5EF4-FFF2-40B4-BE49-F238E27FC236}">
                <a16:creationId xmlns:a16="http://schemas.microsoft.com/office/drawing/2014/main" id="{4DFDAB4F-8FA7-1CCB-93E1-40F0C96D75F3}"/>
              </a:ext>
            </a:extLst>
          </p:cNvPr>
          <p:cNvCxnSpPr>
            <a:cxnSpLocks/>
          </p:cNvCxnSpPr>
          <p:nvPr/>
        </p:nvCxnSpPr>
        <p:spPr>
          <a:xfrm>
            <a:off x="4300737" y="1170793"/>
            <a:ext cx="0" cy="4006850"/>
          </a:xfrm>
          <a:prstGeom prst="straightConnector1">
            <a:avLst/>
          </a:prstGeom>
          <a:ln w="28575">
            <a:solidFill>
              <a:schemeClr val="accent2">
                <a:lumMod val="75000"/>
              </a:schemeClr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矩形 10">
            <a:extLst>
              <a:ext uri="{FF2B5EF4-FFF2-40B4-BE49-F238E27FC236}">
                <a16:creationId xmlns:a16="http://schemas.microsoft.com/office/drawing/2014/main" id="{B19293D4-CE7A-10F0-67D5-CA083A4EE807}"/>
              </a:ext>
            </a:extLst>
          </p:cNvPr>
          <p:cNvSpPr/>
          <p:nvPr/>
        </p:nvSpPr>
        <p:spPr>
          <a:xfrm>
            <a:off x="2630688" y="3421868"/>
            <a:ext cx="317500" cy="196850"/>
          </a:xfrm>
          <a:prstGeom prst="rect">
            <a:avLst/>
          </a:prstGeom>
          <a:solidFill>
            <a:srgbClr val="2E75B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sz="800" baseline="-25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CN" altLang="en-US" sz="800" baseline="-25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D503A215-A980-ADB0-8CDA-259E5CC7BD11}"/>
              </a:ext>
            </a:extLst>
          </p:cNvPr>
          <p:cNvSpPr/>
          <p:nvPr/>
        </p:nvSpPr>
        <p:spPr>
          <a:xfrm>
            <a:off x="1438498" y="3922178"/>
            <a:ext cx="317500" cy="196850"/>
          </a:xfrm>
          <a:prstGeom prst="rect">
            <a:avLst/>
          </a:prstGeom>
          <a:solidFill>
            <a:srgbClr val="2E75B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sz="800" baseline="-25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CN" altLang="en-US" sz="800" baseline="-25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6A57CB7A-54B9-6EE3-5C17-B14F4A59808C}"/>
              </a:ext>
            </a:extLst>
          </p:cNvPr>
          <p:cNvSpPr/>
          <p:nvPr/>
        </p:nvSpPr>
        <p:spPr>
          <a:xfrm>
            <a:off x="1968722" y="3922178"/>
            <a:ext cx="317500" cy="196850"/>
          </a:xfrm>
          <a:prstGeom prst="rect">
            <a:avLst/>
          </a:prstGeom>
          <a:solidFill>
            <a:srgbClr val="7C7C7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sz="800" baseline="-25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zh-CN" altLang="en-US" sz="800" baseline="-25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975CF757-A013-E732-7376-711527FB5576}"/>
              </a:ext>
            </a:extLst>
          </p:cNvPr>
          <p:cNvSpPr/>
          <p:nvPr/>
        </p:nvSpPr>
        <p:spPr>
          <a:xfrm>
            <a:off x="1438498" y="4284128"/>
            <a:ext cx="317500" cy="196850"/>
          </a:xfrm>
          <a:prstGeom prst="rect">
            <a:avLst/>
          </a:prstGeom>
          <a:solidFill>
            <a:srgbClr val="C55A1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sz="800" baseline="-25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zh-CN" altLang="en-US" sz="800" baseline="-25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B47F8F17-AE45-547D-C024-835B10359F4D}"/>
              </a:ext>
            </a:extLst>
          </p:cNvPr>
          <p:cNvSpPr/>
          <p:nvPr/>
        </p:nvSpPr>
        <p:spPr>
          <a:xfrm>
            <a:off x="1968722" y="4309527"/>
            <a:ext cx="317500" cy="196850"/>
          </a:xfrm>
          <a:prstGeom prst="rect">
            <a:avLst/>
          </a:prstGeom>
          <a:solidFill>
            <a:srgbClr val="54823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sz="800" baseline="-25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endParaRPr lang="zh-CN" altLang="en-US" sz="800" baseline="-25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EBE106AD-9E55-7468-D912-43697C6B8354}"/>
              </a:ext>
            </a:extLst>
          </p:cNvPr>
          <p:cNvSpPr txBox="1"/>
          <p:nvPr/>
        </p:nvSpPr>
        <p:spPr>
          <a:xfrm>
            <a:off x="5696825" y="3253402"/>
            <a:ext cx="3683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altLang="zh-CN" sz="10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CN" altLang="en-US" sz="10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52C522CF-8BDC-A09E-7593-32EB1E13F38B}"/>
              </a:ext>
            </a:extLst>
          </p:cNvPr>
          <p:cNvSpPr txBox="1"/>
          <p:nvPr/>
        </p:nvSpPr>
        <p:spPr>
          <a:xfrm>
            <a:off x="1805311" y="2552137"/>
            <a:ext cx="3683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altLang="zh-CN" sz="10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zh-CN" altLang="en-US" sz="10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7D38C103-387C-7968-0FB6-6BE04BC4DBCE}"/>
              </a:ext>
            </a:extLst>
          </p:cNvPr>
          <p:cNvSpPr txBox="1"/>
          <p:nvPr/>
        </p:nvSpPr>
        <p:spPr>
          <a:xfrm>
            <a:off x="4322963" y="1279300"/>
            <a:ext cx="3683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altLang="zh-CN" sz="10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zh-CN" altLang="en-US" sz="10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F4D2FB70-E948-24D7-AD59-997EED2DE3FF}"/>
              </a:ext>
            </a:extLst>
          </p:cNvPr>
          <p:cNvSpPr txBox="1"/>
          <p:nvPr/>
        </p:nvSpPr>
        <p:spPr>
          <a:xfrm>
            <a:off x="3237113" y="4740050"/>
            <a:ext cx="3683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altLang="zh-CN" sz="10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endParaRPr lang="zh-CN" altLang="en-US" sz="10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366C69B4-D55C-E64E-53FE-65504DCC1445}"/>
              </a:ext>
            </a:extLst>
          </p:cNvPr>
          <p:cNvSpPr/>
          <p:nvPr/>
        </p:nvSpPr>
        <p:spPr>
          <a:xfrm>
            <a:off x="4642842" y="2753779"/>
            <a:ext cx="338386" cy="196850"/>
          </a:xfrm>
          <a:prstGeom prst="rect">
            <a:avLst/>
          </a:prstGeom>
          <a:solidFill>
            <a:srgbClr val="7C7C7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sz="800" baseline="-25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21</a:t>
            </a:r>
            <a:endParaRPr lang="zh-CN" altLang="en-US" sz="800" baseline="-25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CC4DAF6D-A1E2-6371-33B9-F3ED4658244C}"/>
              </a:ext>
            </a:extLst>
          </p:cNvPr>
          <p:cNvSpPr/>
          <p:nvPr/>
        </p:nvSpPr>
        <p:spPr>
          <a:xfrm rot="5400000">
            <a:off x="4096622" y="4006985"/>
            <a:ext cx="408234" cy="196850"/>
          </a:xfrm>
          <a:prstGeom prst="rect">
            <a:avLst/>
          </a:prstGeom>
          <a:solidFill>
            <a:srgbClr val="C55A1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sz="800" baseline="-25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32</a:t>
            </a:r>
            <a:endParaRPr lang="zh-CN" altLang="en-US" sz="800" baseline="-25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84B516F3-5FC9-9A7E-64CF-D119869A1956}"/>
              </a:ext>
            </a:extLst>
          </p:cNvPr>
          <p:cNvSpPr/>
          <p:nvPr/>
        </p:nvSpPr>
        <p:spPr>
          <a:xfrm rot="5400000">
            <a:off x="3399037" y="2118242"/>
            <a:ext cx="317500" cy="196850"/>
          </a:xfrm>
          <a:prstGeom prst="rect">
            <a:avLst/>
          </a:prstGeom>
          <a:solidFill>
            <a:srgbClr val="54823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sz="800" baseline="-25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endParaRPr lang="zh-CN" altLang="en-US" sz="800" baseline="-25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弧形 26">
            <a:extLst>
              <a:ext uri="{FF2B5EF4-FFF2-40B4-BE49-F238E27FC236}">
                <a16:creationId xmlns:a16="http://schemas.microsoft.com/office/drawing/2014/main" id="{CF744441-54EC-6E7B-748A-D446EFB19460}"/>
              </a:ext>
            </a:extLst>
          </p:cNvPr>
          <p:cNvSpPr/>
          <p:nvPr/>
        </p:nvSpPr>
        <p:spPr>
          <a:xfrm rot="16200000">
            <a:off x="2167441" y="2316955"/>
            <a:ext cx="2340958" cy="2122489"/>
          </a:xfrm>
          <a:prstGeom prst="arc">
            <a:avLst>
              <a:gd name="adj1" fmla="val 16281290"/>
              <a:gd name="adj2" fmla="val 292196"/>
            </a:avLst>
          </a:prstGeom>
          <a:ln w="19050">
            <a:solidFill>
              <a:schemeClr val="accent6"/>
            </a:solidFill>
            <a:prstDash val="sysDash"/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B4E3876D-5122-8A2C-E910-F92D8829A5EB}"/>
              </a:ext>
            </a:extLst>
          </p:cNvPr>
          <p:cNvSpPr/>
          <p:nvPr/>
        </p:nvSpPr>
        <p:spPr>
          <a:xfrm>
            <a:off x="2090147" y="3416015"/>
            <a:ext cx="317500" cy="196850"/>
          </a:xfrm>
          <a:prstGeom prst="rect">
            <a:avLst/>
          </a:prstGeom>
          <a:solidFill>
            <a:srgbClr val="548235"/>
          </a:solidFill>
          <a:ln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sz="800" baseline="-25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endParaRPr lang="zh-CN" altLang="en-US" sz="800" baseline="-25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弧形 28">
            <a:extLst>
              <a:ext uri="{FF2B5EF4-FFF2-40B4-BE49-F238E27FC236}">
                <a16:creationId xmlns:a16="http://schemas.microsoft.com/office/drawing/2014/main" id="{C9A7799F-6803-4354-5E89-8E4ACFBEB12B}"/>
              </a:ext>
            </a:extLst>
          </p:cNvPr>
          <p:cNvSpPr/>
          <p:nvPr/>
        </p:nvSpPr>
        <p:spPr>
          <a:xfrm rot="10800000">
            <a:off x="3843392" y="3215491"/>
            <a:ext cx="853665" cy="829115"/>
          </a:xfrm>
          <a:prstGeom prst="arc">
            <a:avLst>
              <a:gd name="adj1" fmla="val 16200000"/>
              <a:gd name="adj2" fmla="val 21517164"/>
            </a:avLst>
          </a:prstGeom>
          <a:ln w="19050">
            <a:solidFill>
              <a:srgbClr val="C55A11"/>
            </a:solidFill>
            <a:prstDash val="sysDash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870AB4EF-7F39-E46B-CD38-EFC66ACC2550}"/>
              </a:ext>
            </a:extLst>
          </p:cNvPr>
          <p:cNvSpPr/>
          <p:nvPr/>
        </p:nvSpPr>
        <p:spPr>
          <a:xfrm>
            <a:off x="3698085" y="3434568"/>
            <a:ext cx="367625" cy="196850"/>
          </a:xfrm>
          <a:prstGeom prst="rect">
            <a:avLst/>
          </a:prstGeom>
          <a:solidFill>
            <a:srgbClr val="C55A11"/>
          </a:solidFill>
          <a:ln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sz="800" baseline="-25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32</a:t>
            </a:r>
            <a:endParaRPr lang="zh-CN" altLang="en-US" sz="800" baseline="-25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弧形 30">
            <a:extLst>
              <a:ext uri="{FF2B5EF4-FFF2-40B4-BE49-F238E27FC236}">
                <a16:creationId xmlns:a16="http://schemas.microsoft.com/office/drawing/2014/main" id="{A1143C3B-FEF8-824C-FA78-6C214AED0055}"/>
              </a:ext>
            </a:extLst>
          </p:cNvPr>
          <p:cNvSpPr/>
          <p:nvPr/>
        </p:nvSpPr>
        <p:spPr>
          <a:xfrm>
            <a:off x="3367286" y="2212697"/>
            <a:ext cx="676275" cy="945332"/>
          </a:xfrm>
          <a:prstGeom prst="arc">
            <a:avLst>
              <a:gd name="adj1" fmla="val 15803755"/>
              <a:gd name="adj2" fmla="val 524484"/>
            </a:avLst>
          </a:prstGeom>
          <a:ln w="19050">
            <a:solidFill>
              <a:srgbClr val="548235"/>
            </a:solidFill>
            <a:prstDash val="sysDash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E83303B2-4CE2-97BA-EFA1-44137DB1D732}"/>
              </a:ext>
            </a:extLst>
          </p:cNvPr>
          <p:cNvSpPr/>
          <p:nvPr/>
        </p:nvSpPr>
        <p:spPr>
          <a:xfrm>
            <a:off x="3854650" y="2736068"/>
            <a:ext cx="317500" cy="196850"/>
          </a:xfrm>
          <a:prstGeom prst="rect">
            <a:avLst/>
          </a:prstGeom>
          <a:solidFill>
            <a:srgbClr val="548235"/>
          </a:solidFill>
          <a:ln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sz="800" baseline="-25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endParaRPr lang="zh-CN" altLang="en-US" sz="800" baseline="-25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弧形 32">
            <a:extLst>
              <a:ext uri="{FF2B5EF4-FFF2-40B4-BE49-F238E27FC236}">
                <a16:creationId xmlns:a16="http://schemas.microsoft.com/office/drawing/2014/main" id="{69813C75-EF8D-18FD-C56B-04BAB78D27A2}"/>
              </a:ext>
            </a:extLst>
          </p:cNvPr>
          <p:cNvSpPr/>
          <p:nvPr/>
        </p:nvSpPr>
        <p:spPr>
          <a:xfrm rot="5400000">
            <a:off x="3344268" y="2032217"/>
            <a:ext cx="2038348" cy="2038348"/>
          </a:xfrm>
          <a:prstGeom prst="arc">
            <a:avLst>
              <a:gd name="adj1" fmla="val 15858424"/>
              <a:gd name="adj2" fmla="val 0"/>
            </a:avLst>
          </a:prstGeom>
          <a:ln w="19050">
            <a:solidFill>
              <a:srgbClr val="C55A11"/>
            </a:solidFill>
            <a:prstDash val="sysDash"/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33D78A24-DCC0-3C0C-2D1D-93800DD22944}"/>
              </a:ext>
            </a:extLst>
          </p:cNvPr>
          <p:cNvSpPr/>
          <p:nvPr/>
        </p:nvSpPr>
        <p:spPr>
          <a:xfrm>
            <a:off x="5246883" y="2748768"/>
            <a:ext cx="349251" cy="196850"/>
          </a:xfrm>
          <a:prstGeom prst="rect">
            <a:avLst/>
          </a:prstGeom>
          <a:solidFill>
            <a:srgbClr val="C55A11"/>
          </a:solidFill>
          <a:ln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sz="800" baseline="-25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32</a:t>
            </a:r>
            <a:endParaRPr lang="zh-CN" altLang="en-US" sz="800" baseline="-25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5" name="弧形 34">
            <a:extLst>
              <a:ext uri="{FF2B5EF4-FFF2-40B4-BE49-F238E27FC236}">
                <a16:creationId xmlns:a16="http://schemas.microsoft.com/office/drawing/2014/main" id="{A0C2C36F-3E72-7911-C111-963A87AA6618}"/>
              </a:ext>
            </a:extLst>
          </p:cNvPr>
          <p:cNvSpPr/>
          <p:nvPr/>
        </p:nvSpPr>
        <p:spPr>
          <a:xfrm>
            <a:off x="2600717" y="1645087"/>
            <a:ext cx="2185954" cy="2154112"/>
          </a:xfrm>
          <a:prstGeom prst="arc">
            <a:avLst>
              <a:gd name="adj1" fmla="val 16008542"/>
              <a:gd name="adj2" fmla="val 0"/>
            </a:avLst>
          </a:prstGeom>
          <a:ln w="19050">
            <a:solidFill>
              <a:srgbClr val="7C7C7C"/>
            </a:solidFill>
            <a:prstDash val="sysDash"/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3D6533F7-26D4-B37E-7544-62012716AD1A}"/>
              </a:ext>
            </a:extLst>
          </p:cNvPr>
          <p:cNvSpPr/>
          <p:nvPr/>
        </p:nvSpPr>
        <p:spPr>
          <a:xfrm rot="5400000">
            <a:off x="3385789" y="1534275"/>
            <a:ext cx="337645" cy="196850"/>
          </a:xfrm>
          <a:prstGeom prst="rect">
            <a:avLst/>
          </a:prstGeom>
          <a:solidFill>
            <a:srgbClr val="7C7C7C"/>
          </a:solidFill>
          <a:ln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sz="800" baseline="-25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21</a:t>
            </a:r>
            <a:endParaRPr lang="zh-CN" altLang="en-US" sz="800" baseline="-25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7" name="弧形 36">
            <a:extLst>
              <a:ext uri="{FF2B5EF4-FFF2-40B4-BE49-F238E27FC236}">
                <a16:creationId xmlns:a16="http://schemas.microsoft.com/office/drawing/2014/main" id="{E7BFAE9A-694B-B348-CC46-6006355FAFDC}"/>
              </a:ext>
            </a:extLst>
          </p:cNvPr>
          <p:cNvSpPr/>
          <p:nvPr/>
        </p:nvSpPr>
        <p:spPr>
          <a:xfrm rot="5400000">
            <a:off x="3842748" y="2285667"/>
            <a:ext cx="907643" cy="1027828"/>
          </a:xfrm>
          <a:prstGeom prst="arc">
            <a:avLst>
              <a:gd name="adj1" fmla="val 16200000"/>
              <a:gd name="adj2" fmla="val 20777901"/>
            </a:avLst>
          </a:prstGeom>
          <a:ln w="19050">
            <a:solidFill>
              <a:srgbClr val="7C7C7C"/>
            </a:solidFill>
            <a:prstDash val="sysDash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BFFAFC0B-3FB1-5850-5C64-BABF349B6652}"/>
              </a:ext>
            </a:extLst>
          </p:cNvPr>
          <p:cNvSpPr/>
          <p:nvPr/>
        </p:nvSpPr>
        <p:spPr>
          <a:xfrm rot="5400000">
            <a:off x="4142900" y="3112749"/>
            <a:ext cx="341592" cy="198950"/>
          </a:xfrm>
          <a:prstGeom prst="rect">
            <a:avLst/>
          </a:prstGeom>
          <a:solidFill>
            <a:srgbClr val="7C7C7C"/>
          </a:solidFill>
          <a:ln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sz="800" baseline="-25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21</a:t>
            </a:r>
            <a:endParaRPr lang="zh-CN" altLang="en-US" sz="800" baseline="-25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9" name="弧形 38">
            <a:extLst>
              <a:ext uri="{FF2B5EF4-FFF2-40B4-BE49-F238E27FC236}">
                <a16:creationId xmlns:a16="http://schemas.microsoft.com/office/drawing/2014/main" id="{48106DFA-9B5F-E209-4DBE-2A52CE138F4B}"/>
              </a:ext>
            </a:extLst>
          </p:cNvPr>
          <p:cNvSpPr/>
          <p:nvPr/>
        </p:nvSpPr>
        <p:spPr>
          <a:xfrm rot="16200000">
            <a:off x="2705761" y="2634503"/>
            <a:ext cx="1564909" cy="1400175"/>
          </a:xfrm>
          <a:prstGeom prst="arc">
            <a:avLst>
              <a:gd name="adj1" fmla="val 16200000"/>
              <a:gd name="adj2" fmla="val 21311976"/>
            </a:avLst>
          </a:prstGeom>
          <a:ln w="19050">
            <a:prstDash val="sysDash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E1E02874-3707-4FCF-98A6-AB22E661A6E0}"/>
              </a:ext>
            </a:extLst>
          </p:cNvPr>
          <p:cNvSpPr/>
          <p:nvPr/>
        </p:nvSpPr>
        <p:spPr>
          <a:xfrm rot="5400000">
            <a:off x="3380228" y="2492894"/>
            <a:ext cx="317500" cy="196850"/>
          </a:xfrm>
          <a:prstGeom prst="rect">
            <a:avLst/>
          </a:prstGeom>
          <a:solidFill>
            <a:srgbClr val="2E75B6"/>
          </a:solidFill>
          <a:ln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sz="800" baseline="-25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CN" altLang="en-US" sz="800" baseline="-25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47DBA16B-8E99-3951-E912-3090E5FAC656}"/>
              </a:ext>
            </a:extLst>
          </p:cNvPr>
          <p:cNvSpPr/>
          <p:nvPr/>
        </p:nvSpPr>
        <p:spPr>
          <a:xfrm rot="5400000">
            <a:off x="4164213" y="4858989"/>
            <a:ext cx="317500" cy="196850"/>
          </a:xfrm>
          <a:prstGeom prst="rect">
            <a:avLst/>
          </a:prstGeom>
          <a:solidFill>
            <a:srgbClr val="2E75B6"/>
          </a:solidFill>
          <a:ln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sz="800" baseline="-25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CN" altLang="en-US" sz="800" baseline="-25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3" name="弧形 42">
            <a:extLst>
              <a:ext uri="{FF2B5EF4-FFF2-40B4-BE49-F238E27FC236}">
                <a16:creationId xmlns:a16="http://schemas.microsoft.com/office/drawing/2014/main" id="{FE80A96A-CA11-8B88-84C0-7F7770D3E038}"/>
              </a:ext>
            </a:extLst>
          </p:cNvPr>
          <p:cNvSpPr/>
          <p:nvPr/>
        </p:nvSpPr>
        <p:spPr>
          <a:xfrm rot="10800000">
            <a:off x="2771462" y="2032217"/>
            <a:ext cx="2950884" cy="2950884"/>
          </a:xfrm>
          <a:prstGeom prst="arc">
            <a:avLst>
              <a:gd name="adj1" fmla="val 16200000"/>
              <a:gd name="adj2" fmla="val 21386486"/>
            </a:avLst>
          </a:prstGeom>
          <a:ln w="19050">
            <a:prstDash val="sysDash"/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0EA4F44C-83F9-03C8-5403-71816A774010}"/>
              </a:ext>
            </a:extLst>
          </p:cNvPr>
          <p:cNvSpPr/>
          <p:nvPr/>
        </p:nvSpPr>
        <p:spPr>
          <a:xfrm>
            <a:off x="1438498" y="4650279"/>
            <a:ext cx="317500" cy="196850"/>
          </a:xfrm>
          <a:prstGeom prst="rect">
            <a:avLst/>
          </a:prstGeom>
          <a:solidFill>
            <a:srgbClr val="2E75B6"/>
          </a:solidFill>
          <a:ln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sz="800" baseline="-25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CN" altLang="en-US" sz="800" baseline="-25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A360E42B-4F59-3AE5-5DFE-89CF66108612}"/>
              </a:ext>
            </a:extLst>
          </p:cNvPr>
          <p:cNvSpPr/>
          <p:nvPr/>
        </p:nvSpPr>
        <p:spPr>
          <a:xfrm>
            <a:off x="1968722" y="4650279"/>
            <a:ext cx="317500" cy="196850"/>
          </a:xfrm>
          <a:prstGeom prst="rect">
            <a:avLst/>
          </a:prstGeom>
          <a:solidFill>
            <a:srgbClr val="7C7C7C"/>
          </a:solidFill>
          <a:ln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sz="800" baseline="-25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zh-CN" altLang="en-US" sz="800" baseline="-25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81CBA618-9B83-9D17-A782-964B78F21401}"/>
              </a:ext>
            </a:extLst>
          </p:cNvPr>
          <p:cNvSpPr/>
          <p:nvPr/>
        </p:nvSpPr>
        <p:spPr>
          <a:xfrm>
            <a:off x="1438498" y="5012229"/>
            <a:ext cx="317500" cy="196850"/>
          </a:xfrm>
          <a:prstGeom prst="rect">
            <a:avLst/>
          </a:prstGeom>
          <a:solidFill>
            <a:srgbClr val="C55A11"/>
          </a:solidFill>
          <a:ln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sz="800" baseline="-25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zh-CN" altLang="en-US" sz="800" baseline="-25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7" name="矩形 46">
            <a:extLst>
              <a:ext uri="{FF2B5EF4-FFF2-40B4-BE49-F238E27FC236}">
                <a16:creationId xmlns:a16="http://schemas.microsoft.com/office/drawing/2014/main" id="{AFA3A2AC-B375-28AE-9E88-32204C3F1F36}"/>
              </a:ext>
            </a:extLst>
          </p:cNvPr>
          <p:cNvSpPr/>
          <p:nvPr/>
        </p:nvSpPr>
        <p:spPr>
          <a:xfrm>
            <a:off x="1968722" y="5037628"/>
            <a:ext cx="317500" cy="196850"/>
          </a:xfrm>
          <a:prstGeom prst="rect">
            <a:avLst/>
          </a:prstGeom>
          <a:solidFill>
            <a:srgbClr val="548235"/>
          </a:solidFill>
          <a:ln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sz="800" baseline="-25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endParaRPr lang="zh-CN" altLang="en-US" sz="800" baseline="-25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" name="文本框 47">
            <a:extLst>
              <a:ext uri="{FF2B5EF4-FFF2-40B4-BE49-F238E27FC236}">
                <a16:creationId xmlns:a16="http://schemas.microsoft.com/office/drawing/2014/main" id="{F9CAB152-BEAB-82E6-9502-4527E61C5F14}"/>
              </a:ext>
            </a:extLst>
          </p:cNvPr>
          <p:cNvSpPr txBox="1"/>
          <p:nvPr/>
        </p:nvSpPr>
        <p:spPr>
          <a:xfrm>
            <a:off x="2283442" y="4048911"/>
            <a:ext cx="6858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Physical </a:t>
            </a:r>
          </a:p>
          <a:p>
            <a:pPr algn="ctr"/>
            <a:r>
              <a:rPr lang="en-US" altLang="zh-C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vehicle</a:t>
            </a:r>
            <a:endParaRPr lang="zh-CN" alt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9" name="文本框 48">
            <a:extLst>
              <a:ext uri="{FF2B5EF4-FFF2-40B4-BE49-F238E27FC236}">
                <a16:creationId xmlns:a16="http://schemas.microsoft.com/office/drawing/2014/main" id="{F9C359A0-8BA0-C1AF-3653-9122E4F46396}"/>
              </a:ext>
            </a:extLst>
          </p:cNvPr>
          <p:cNvSpPr txBox="1"/>
          <p:nvPr/>
        </p:nvSpPr>
        <p:spPr>
          <a:xfrm>
            <a:off x="2296142" y="4702861"/>
            <a:ext cx="6858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Virtual vehicle</a:t>
            </a:r>
            <a:endParaRPr lang="zh-CN" alt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" name="直接箭头连接符 1">
            <a:extLst>
              <a:ext uri="{FF2B5EF4-FFF2-40B4-BE49-F238E27FC236}">
                <a16:creationId xmlns:a16="http://schemas.microsoft.com/office/drawing/2014/main" id="{5393E2EF-51AC-4FB2-9065-88A5AC816945}"/>
              </a:ext>
            </a:extLst>
          </p:cNvPr>
          <p:cNvCxnSpPr>
            <a:cxnSpLocks/>
          </p:cNvCxnSpPr>
          <p:nvPr/>
        </p:nvCxnSpPr>
        <p:spPr>
          <a:xfrm>
            <a:off x="5981993" y="3757654"/>
            <a:ext cx="2089945" cy="0"/>
          </a:xfrm>
          <a:prstGeom prst="straightConnector1">
            <a:avLst/>
          </a:prstGeom>
          <a:ln w="28575">
            <a:solidFill>
              <a:schemeClr val="accent5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矩形 3">
            <a:extLst>
              <a:ext uri="{FF2B5EF4-FFF2-40B4-BE49-F238E27FC236}">
                <a16:creationId xmlns:a16="http://schemas.microsoft.com/office/drawing/2014/main" id="{2F940C7F-B4A6-8F5D-F485-9582216BF08D}"/>
              </a:ext>
            </a:extLst>
          </p:cNvPr>
          <p:cNvSpPr/>
          <p:nvPr/>
        </p:nvSpPr>
        <p:spPr>
          <a:xfrm>
            <a:off x="6782571" y="3659229"/>
            <a:ext cx="317500" cy="196850"/>
          </a:xfrm>
          <a:prstGeom prst="rect">
            <a:avLst/>
          </a:prstGeom>
          <a:solidFill>
            <a:srgbClr val="2E75B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sz="800" baseline="-25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CN" altLang="en-US" sz="800" baseline="-25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9E55F59C-61A0-E073-1ACE-C7EB9D2AEFB4}"/>
              </a:ext>
            </a:extLst>
          </p:cNvPr>
          <p:cNvSpPr/>
          <p:nvPr/>
        </p:nvSpPr>
        <p:spPr>
          <a:xfrm>
            <a:off x="6223532" y="3659229"/>
            <a:ext cx="317500" cy="196850"/>
          </a:xfrm>
          <a:prstGeom prst="rect">
            <a:avLst/>
          </a:prstGeom>
          <a:solidFill>
            <a:srgbClr val="548235"/>
          </a:solidFill>
          <a:ln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sz="800" baseline="-25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endParaRPr lang="zh-CN" altLang="en-US" sz="800" baseline="-25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13AC0A3-24D1-7A39-8373-E99215B73CA2}"/>
              </a:ext>
            </a:extLst>
          </p:cNvPr>
          <p:cNvSpPr/>
          <p:nvPr/>
        </p:nvSpPr>
        <p:spPr>
          <a:xfrm>
            <a:off x="7339466" y="3659228"/>
            <a:ext cx="400078" cy="198935"/>
          </a:xfrm>
          <a:prstGeom prst="rect">
            <a:avLst/>
          </a:prstGeom>
          <a:solidFill>
            <a:srgbClr val="C55A11"/>
          </a:solidFill>
          <a:ln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sz="800" baseline="-25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32</a:t>
            </a:r>
            <a:endParaRPr lang="zh-CN" altLang="en-US" sz="800" baseline="-25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F2FA8AB2-B8C2-2530-7651-767818623F1C}"/>
              </a:ext>
            </a:extLst>
          </p:cNvPr>
          <p:cNvSpPr txBox="1"/>
          <p:nvPr/>
        </p:nvSpPr>
        <p:spPr>
          <a:xfrm>
            <a:off x="7779838" y="3516779"/>
            <a:ext cx="3683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altLang="zh-CN" sz="10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CN" altLang="en-US" sz="10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4" name="直接箭头连接符 23">
            <a:extLst>
              <a:ext uri="{FF2B5EF4-FFF2-40B4-BE49-F238E27FC236}">
                <a16:creationId xmlns:a16="http://schemas.microsoft.com/office/drawing/2014/main" id="{41265F6A-C663-9F95-E550-4FD5A7D5FFE4}"/>
              </a:ext>
            </a:extLst>
          </p:cNvPr>
          <p:cNvCxnSpPr>
            <a:cxnSpLocks/>
          </p:cNvCxnSpPr>
          <p:nvPr/>
        </p:nvCxnSpPr>
        <p:spPr>
          <a:xfrm>
            <a:off x="5981992" y="4281060"/>
            <a:ext cx="2089945" cy="0"/>
          </a:xfrm>
          <a:prstGeom prst="straightConnector1">
            <a:avLst/>
          </a:prstGeom>
          <a:ln w="28575">
            <a:solidFill>
              <a:schemeClr val="accent3">
                <a:lumMod val="75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矩形 41">
            <a:extLst>
              <a:ext uri="{FF2B5EF4-FFF2-40B4-BE49-F238E27FC236}">
                <a16:creationId xmlns:a16="http://schemas.microsoft.com/office/drawing/2014/main" id="{61FC2286-BA86-4FC9-D48F-2FE67C114D77}"/>
              </a:ext>
            </a:extLst>
          </p:cNvPr>
          <p:cNvSpPr/>
          <p:nvPr/>
        </p:nvSpPr>
        <p:spPr>
          <a:xfrm>
            <a:off x="6789156" y="4182635"/>
            <a:ext cx="351837" cy="175873"/>
          </a:xfrm>
          <a:prstGeom prst="rect">
            <a:avLst/>
          </a:prstGeom>
          <a:solidFill>
            <a:srgbClr val="7C7C7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sz="800" baseline="-25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21</a:t>
            </a:r>
            <a:endParaRPr lang="zh-CN" altLang="en-US" sz="800" baseline="-25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0" name="矩形 49">
            <a:extLst>
              <a:ext uri="{FF2B5EF4-FFF2-40B4-BE49-F238E27FC236}">
                <a16:creationId xmlns:a16="http://schemas.microsoft.com/office/drawing/2014/main" id="{86B2144F-690E-DAE3-E81F-CE21E3B60052}"/>
              </a:ext>
            </a:extLst>
          </p:cNvPr>
          <p:cNvSpPr/>
          <p:nvPr/>
        </p:nvSpPr>
        <p:spPr>
          <a:xfrm>
            <a:off x="7360417" y="4182635"/>
            <a:ext cx="317500" cy="196850"/>
          </a:xfrm>
          <a:prstGeom prst="rect">
            <a:avLst/>
          </a:prstGeom>
          <a:solidFill>
            <a:srgbClr val="548235"/>
          </a:solidFill>
          <a:ln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sz="800" baseline="-25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endParaRPr lang="zh-CN" altLang="en-US" sz="800" baseline="-25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1" name="矩形 50">
            <a:extLst>
              <a:ext uri="{FF2B5EF4-FFF2-40B4-BE49-F238E27FC236}">
                <a16:creationId xmlns:a16="http://schemas.microsoft.com/office/drawing/2014/main" id="{0113CFEA-5F4E-84A6-1842-021AF974E78F}"/>
              </a:ext>
            </a:extLst>
          </p:cNvPr>
          <p:cNvSpPr/>
          <p:nvPr/>
        </p:nvSpPr>
        <p:spPr>
          <a:xfrm>
            <a:off x="6223531" y="4182635"/>
            <a:ext cx="351837" cy="196849"/>
          </a:xfrm>
          <a:prstGeom prst="rect">
            <a:avLst/>
          </a:prstGeom>
          <a:solidFill>
            <a:srgbClr val="C55A11"/>
          </a:solidFill>
          <a:ln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sz="800" baseline="-25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32</a:t>
            </a:r>
            <a:endParaRPr lang="zh-CN" altLang="en-US" sz="800" baseline="-25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2" name="文本框 51">
            <a:extLst>
              <a:ext uri="{FF2B5EF4-FFF2-40B4-BE49-F238E27FC236}">
                <a16:creationId xmlns:a16="http://schemas.microsoft.com/office/drawing/2014/main" id="{A22F98DF-FA9D-3BBC-F36A-901EC830AD95}"/>
              </a:ext>
            </a:extLst>
          </p:cNvPr>
          <p:cNvSpPr txBox="1"/>
          <p:nvPr/>
        </p:nvSpPr>
        <p:spPr>
          <a:xfrm>
            <a:off x="7764598" y="4059524"/>
            <a:ext cx="3683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altLang="zh-CN" sz="10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zh-CN" altLang="en-US" sz="10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53" name="直接箭头连接符 52">
            <a:extLst>
              <a:ext uri="{FF2B5EF4-FFF2-40B4-BE49-F238E27FC236}">
                <a16:creationId xmlns:a16="http://schemas.microsoft.com/office/drawing/2014/main" id="{C09D2F9B-9AF9-2267-45D3-5AFA036E90F3}"/>
              </a:ext>
            </a:extLst>
          </p:cNvPr>
          <p:cNvCxnSpPr>
            <a:cxnSpLocks/>
          </p:cNvCxnSpPr>
          <p:nvPr/>
        </p:nvCxnSpPr>
        <p:spPr>
          <a:xfrm>
            <a:off x="5981992" y="4752010"/>
            <a:ext cx="2089945" cy="0"/>
          </a:xfrm>
          <a:prstGeom prst="straightConnector1">
            <a:avLst/>
          </a:prstGeom>
          <a:ln w="28575">
            <a:solidFill>
              <a:srgbClr val="C55A1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矩形 53">
            <a:extLst>
              <a:ext uri="{FF2B5EF4-FFF2-40B4-BE49-F238E27FC236}">
                <a16:creationId xmlns:a16="http://schemas.microsoft.com/office/drawing/2014/main" id="{8F30295A-DAF7-D80C-C3DF-3A120EFCB76E}"/>
              </a:ext>
            </a:extLst>
          </p:cNvPr>
          <p:cNvSpPr/>
          <p:nvPr/>
        </p:nvSpPr>
        <p:spPr>
          <a:xfrm>
            <a:off x="6789156" y="4639669"/>
            <a:ext cx="397909" cy="195151"/>
          </a:xfrm>
          <a:prstGeom prst="rect">
            <a:avLst/>
          </a:prstGeom>
          <a:solidFill>
            <a:srgbClr val="C55A1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sz="800" baseline="-25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32</a:t>
            </a:r>
            <a:endParaRPr lang="zh-CN" altLang="en-US" sz="800" baseline="-25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5" name="文本框 54">
            <a:extLst>
              <a:ext uri="{FF2B5EF4-FFF2-40B4-BE49-F238E27FC236}">
                <a16:creationId xmlns:a16="http://schemas.microsoft.com/office/drawing/2014/main" id="{B496F767-DBFF-5763-FEC1-BAE23FD986A4}"/>
              </a:ext>
            </a:extLst>
          </p:cNvPr>
          <p:cNvSpPr txBox="1"/>
          <p:nvPr/>
        </p:nvSpPr>
        <p:spPr>
          <a:xfrm>
            <a:off x="7769998" y="4491873"/>
            <a:ext cx="3683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altLang="zh-CN" sz="10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zh-CN" altLang="en-US" sz="10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6" name="矩形 55">
            <a:extLst>
              <a:ext uri="{FF2B5EF4-FFF2-40B4-BE49-F238E27FC236}">
                <a16:creationId xmlns:a16="http://schemas.microsoft.com/office/drawing/2014/main" id="{4ADB6E67-E2A1-15B3-20A0-D0582E2B0EFF}"/>
              </a:ext>
            </a:extLst>
          </p:cNvPr>
          <p:cNvSpPr/>
          <p:nvPr/>
        </p:nvSpPr>
        <p:spPr>
          <a:xfrm>
            <a:off x="7389312" y="4652149"/>
            <a:ext cx="350232" cy="182669"/>
          </a:xfrm>
          <a:prstGeom prst="rect">
            <a:avLst/>
          </a:prstGeom>
          <a:solidFill>
            <a:srgbClr val="7C7C7C"/>
          </a:solidFill>
          <a:ln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sz="800" baseline="-25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21</a:t>
            </a:r>
            <a:endParaRPr lang="zh-CN" altLang="en-US" sz="800" baseline="-25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7" name="矩形 56">
            <a:extLst>
              <a:ext uri="{FF2B5EF4-FFF2-40B4-BE49-F238E27FC236}">
                <a16:creationId xmlns:a16="http://schemas.microsoft.com/office/drawing/2014/main" id="{162CA0AC-30FC-0E72-C127-2D045C84E498}"/>
              </a:ext>
            </a:extLst>
          </p:cNvPr>
          <p:cNvSpPr/>
          <p:nvPr/>
        </p:nvSpPr>
        <p:spPr>
          <a:xfrm>
            <a:off x="6208212" y="4626969"/>
            <a:ext cx="317500" cy="196850"/>
          </a:xfrm>
          <a:prstGeom prst="rect">
            <a:avLst/>
          </a:prstGeom>
          <a:solidFill>
            <a:srgbClr val="2E75B6"/>
          </a:solidFill>
          <a:ln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sz="800" baseline="-25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CN" altLang="en-US" sz="800" baseline="-25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58" name="直接箭头连接符 57">
            <a:extLst>
              <a:ext uri="{FF2B5EF4-FFF2-40B4-BE49-F238E27FC236}">
                <a16:creationId xmlns:a16="http://schemas.microsoft.com/office/drawing/2014/main" id="{4DDF0CFE-0F24-D7D6-5E4E-D803A0FA7663}"/>
              </a:ext>
            </a:extLst>
          </p:cNvPr>
          <p:cNvCxnSpPr>
            <a:cxnSpLocks/>
          </p:cNvCxnSpPr>
          <p:nvPr/>
        </p:nvCxnSpPr>
        <p:spPr>
          <a:xfrm>
            <a:off x="5981992" y="5164973"/>
            <a:ext cx="2089945" cy="0"/>
          </a:xfrm>
          <a:prstGeom prst="straightConnector1">
            <a:avLst/>
          </a:prstGeom>
          <a:ln w="28575">
            <a:solidFill>
              <a:srgbClr val="C55A1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文本框 58">
            <a:extLst>
              <a:ext uri="{FF2B5EF4-FFF2-40B4-BE49-F238E27FC236}">
                <a16:creationId xmlns:a16="http://schemas.microsoft.com/office/drawing/2014/main" id="{7EDE78C5-D829-FA43-0601-46DA6CBD0A7F}"/>
              </a:ext>
            </a:extLst>
          </p:cNvPr>
          <p:cNvSpPr txBox="1"/>
          <p:nvPr/>
        </p:nvSpPr>
        <p:spPr>
          <a:xfrm>
            <a:off x="7787464" y="4902084"/>
            <a:ext cx="3683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altLang="zh-CN" sz="10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endParaRPr lang="zh-CN" altLang="en-US" sz="10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0" name="矩形 59">
            <a:extLst>
              <a:ext uri="{FF2B5EF4-FFF2-40B4-BE49-F238E27FC236}">
                <a16:creationId xmlns:a16="http://schemas.microsoft.com/office/drawing/2014/main" id="{DCDA1412-56B9-AFC1-1265-E4A345656C25}"/>
              </a:ext>
            </a:extLst>
          </p:cNvPr>
          <p:cNvSpPr/>
          <p:nvPr/>
        </p:nvSpPr>
        <p:spPr>
          <a:xfrm>
            <a:off x="6790351" y="5065119"/>
            <a:ext cx="317500" cy="196850"/>
          </a:xfrm>
          <a:prstGeom prst="rect">
            <a:avLst/>
          </a:prstGeom>
          <a:solidFill>
            <a:srgbClr val="54823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sz="800" baseline="-25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endParaRPr lang="zh-CN" altLang="en-US" sz="800" baseline="-25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1" name="矩形 60">
            <a:extLst>
              <a:ext uri="{FF2B5EF4-FFF2-40B4-BE49-F238E27FC236}">
                <a16:creationId xmlns:a16="http://schemas.microsoft.com/office/drawing/2014/main" id="{3946A969-0E35-94C8-D082-7E0B3E7024CF}"/>
              </a:ext>
            </a:extLst>
          </p:cNvPr>
          <p:cNvSpPr/>
          <p:nvPr/>
        </p:nvSpPr>
        <p:spPr>
          <a:xfrm>
            <a:off x="7389312" y="5083650"/>
            <a:ext cx="317500" cy="196850"/>
          </a:xfrm>
          <a:prstGeom prst="rect">
            <a:avLst/>
          </a:prstGeom>
          <a:solidFill>
            <a:srgbClr val="2E75B6"/>
          </a:solidFill>
          <a:ln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sz="800" baseline="-25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CN" altLang="en-US" sz="800" baseline="-25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2" name="矩形 61">
            <a:extLst>
              <a:ext uri="{FF2B5EF4-FFF2-40B4-BE49-F238E27FC236}">
                <a16:creationId xmlns:a16="http://schemas.microsoft.com/office/drawing/2014/main" id="{7871C66E-4B29-BB62-6E4C-5552A94DE936}"/>
              </a:ext>
            </a:extLst>
          </p:cNvPr>
          <p:cNvSpPr/>
          <p:nvPr/>
        </p:nvSpPr>
        <p:spPr>
          <a:xfrm>
            <a:off x="6227422" y="5069186"/>
            <a:ext cx="347946" cy="192782"/>
          </a:xfrm>
          <a:prstGeom prst="rect">
            <a:avLst/>
          </a:prstGeom>
          <a:solidFill>
            <a:srgbClr val="7C7C7C"/>
          </a:solidFill>
          <a:ln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sz="800" baseline="-25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21</a:t>
            </a:r>
            <a:endParaRPr lang="zh-CN" altLang="en-US" sz="800" baseline="-25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3" name="矩形 62">
            <a:extLst>
              <a:ext uri="{FF2B5EF4-FFF2-40B4-BE49-F238E27FC236}">
                <a16:creationId xmlns:a16="http://schemas.microsoft.com/office/drawing/2014/main" id="{3DA3CC11-E63A-2DD2-1200-2BE939FA965F}"/>
              </a:ext>
            </a:extLst>
          </p:cNvPr>
          <p:cNvSpPr/>
          <p:nvPr/>
        </p:nvSpPr>
        <p:spPr>
          <a:xfrm>
            <a:off x="9010892" y="2146550"/>
            <a:ext cx="317500" cy="196850"/>
          </a:xfrm>
          <a:prstGeom prst="rect">
            <a:avLst/>
          </a:prstGeom>
          <a:solidFill>
            <a:srgbClr val="2E75B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sz="800" baseline="-25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CN" altLang="en-US" sz="800" baseline="-25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4" name="矩形 63">
            <a:extLst>
              <a:ext uri="{FF2B5EF4-FFF2-40B4-BE49-F238E27FC236}">
                <a16:creationId xmlns:a16="http://schemas.microsoft.com/office/drawing/2014/main" id="{0D7E806D-A015-E1CD-E9B2-3E1A73801952}"/>
              </a:ext>
            </a:extLst>
          </p:cNvPr>
          <p:cNvSpPr/>
          <p:nvPr/>
        </p:nvSpPr>
        <p:spPr>
          <a:xfrm>
            <a:off x="9710949" y="1576048"/>
            <a:ext cx="356475" cy="229238"/>
          </a:xfrm>
          <a:prstGeom prst="rect">
            <a:avLst/>
          </a:prstGeom>
          <a:solidFill>
            <a:srgbClr val="C55A1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sz="800" baseline="-25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32</a:t>
            </a:r>
            <a:endParaRPr lang="zh-CN" altLang="en-US" sz="800" baseline="-25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5" name="矩形 64">
            <a:extLst>
              <a:ext uri="{FF2B5EF4-FFF2-40B4-BE49-F238E27FC236}">
                <a16:creationId xmlns:a16="http://schemas.microsoft.com/office/drawing/2014/main" id="{A1ACDD1C-ECFF-35A1-18AB-5C3644BA1711}"/>
              </a:ext>
            </a:extLst>
          </p:cNvPr>
          <p:cNvSpPr/>
          <p:nvPr/>
        </p:nvSpPr>
        <p:spPr>
          <a:xfrm>
            <a:off x="10462834" y="2144802"/>
            <a:ext cx="349509" cy="198597"/>
          </a:xfrm>
          <a:prstGeom prst="rect">
            <a:avLst/>
          </a:prstGeom>
          <a:solidFill>
            <a:srgbClr val="7C7C7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sz="800" baseline="-25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21</a:t>
            </a:r>
            <a:endParaRPr lang="zh-CN" altLang="en-US" sz="800" baseline="-25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6" name="矩形 65">
            <a:extLst>
              <a:ext uri="{FF2B5EF4-FFF2-40B4-BE49-F238E27FC236}">
                <a16:creationId xmlns:a16="http://schemas.microsoft.com/office/drawing/2014/main" id="{F7E13299-232A-5671-F8B3-8EC69485C4C7}"/>
              </a:ext>
            </a:extLst>
          </p:cNvPr>
          <p:cNvSpPr/>
          <p:nvPr/>
        </p:nvSpPr>
        <p:spPr>
          <a:xfrm>
            <a:off x="9761411" y="2870270"/>
            <a:ext cx="317500" cy="196850"/>
          </a:xfrm>
          <a:prstGeom prst="rect">
            <a:avLst/>
          </a:prstGeom>
          <a:solidFill>
            <a:srgbClr val="54823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sz="800" baseline="-25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endParaRPr lang="zh-CN" altLang="en-US" sz="800" baseline="-25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7" name="弧形 66">
            <a:extLst>
              <a:ext uri="{FF2B5EF4-FFF2-40B4-BE49-F238E27FC236}">
                <a16:creationId xmlns:a16="http://schemas.microsoft.com/office/drawing/2014/main" id="{4E70D3A3-B376-F74E-E60E-C2C4EEA0CF45}"/>
              </a:ext>
            </a:extLst>
          </p:cNvPr>
          <p:cNvSpPr/>
          <p:nvPr/>
        </p:nvSpPr>
        <p:spPr>
          <a:xfrm>
            <a:off x="9430154" y="1658726"/>
            <a:ext cx="1183539" cy="1183539"/>
          </a:xfrm>
          <a:prstGeom prst="arc">
            <a:avLst>
              <a:gd name="adj1" fmla="val 16200000"/>
              <a:gd name="adj2" fmla="val 20930719"/>
            </a:avLst>
          </a:prstGeom>
          <a:ln w="19050">
            <a:solidFill>
              <a:schemeClr val="tx1"/>
            </a:solidFill>
            <a:prstDash val="sysDash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8" name="弧形 67">
            <a:extLst>
              <a:ext uri="{FF2B5EF4-FFF2-40B4-BE49-F238E27FC236}">
                <a16:creationId xmlns:a16="http://schemas.microsoft.com/office/drawing/2014/main" id="{7693BBA9-AC20-7D47-18D2-5FBECA6CD9E7}"/>
              </a:ext>
            </a:extLst>
          </p:cNvPr>
          <p:cNvSpPr/>
          <p:nvPr/>
        </p:nvSpPr>
        <p:spPr>
          <a:xfrm rot="5400000">
            <a:off x="9415381" y="1761902"/>
            <a:ext cx="1183539" cy="1183539"/>
          </a:xfrm>
          <a:prstGeom prst="arc">
            <a:avLst>
              <a:gd name="adj1" fmla="val 16200000"/>
              <a:gd name="adj2" fmla="val 21322451"/>
            </a:avLst>
          </a:prstGeom>
          <a:ln w="19050">
            <a:solidFill>
              <a:schemeClr val="tx1"/>
            </a:solidFill>
            <a:prstDash val="sysDash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9" name="弧形 68">
            <a:extLst>
              <a:ext uri="{FF2B5EF4-FFF2-40B4-BE49-F238E27FC236}">
                <a16:creationId xmlns:a16="http://schemas.microsoft.com/office/drawing/2014/main" id="{1039643C-C5DD-D50D-34AC-A5823D05F3BB}"/>
              </a:ext>
            </a:extLst>
          </p:cNvPr>
          <p:cNvSpPr/>
          <p:nvPr/>
        </p:nvSpPr>
        <p:spPr>
          <a:xfrm rot="10800000">
            <a:off x="9136673" y="1788374"/>
            <a:ext cx="1183539" cy="1183539"/>
          </a:xfrm>
          <a:prstGeom prst="arc">
            <a:avLst>
              <a:gd name="adj1" fmla="val 16200000"/>
              <a:gd name="adj2" fmla="val 83439"/>
            </a:avLst>
          </a:prstGeom>
          <a:ln w="19050">
            <a:solidFill>
              <a:schemeClr val="tx1"/>
            </a:solidFill>
            <a:prstDash val="sysDash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0" name="弧形 69">
            <a:extLst>
              <a:ext uri="{FF2B5EF4-FFF2-40B4-BE49-F238E27FC236}">
                <a16:creationId xmlns:a16="http://schemas.microsoft.com/office/drawing/2014/main" id="{0AD78541-F5A4-E367-0943-2C93184DD108}"/>
              </a:ext>
            </a:extLst>
          </p:cNvPr>
          <p:cNvSpPr/>
          <p:nvPr/>
        </p:nvSpPr>
        <p:spPr>
          <a:xfrm rot="16494868">
            <a:off x="9116888" y="1655954"/>
            <a:ext cx="1183539" cy="1183539"/>
          </a:xfrm>
          <a:prstGeom prst="arc">
            <a:avLst>
              <a:gd name="adj1" fmla="val 16550847"/>
              <a:gd name="adj2" fmla="val 21395440"/>
            </a:avLst>
          </a:prstGeom>
          <a:ln w="19050">
            <a:solidFill>
              <a:schemeClr val="tx1"/>
            </a:solidFill>
            <a:prstDash val="sysDash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1" name="文本框 70">
            <a:extLst>
              <a:ext uri="{FF2B5EF4-FFF2-40B4-BE49-F238E27FC236}">
                <a16:creationId xmlns:a16="http://schemas.microsoft.com/office/drawing/2014/main" id="{7C640204-FDA4-9B48-2469-89942C4E6D58}"/>
              </a:ext>
            </a:extLst>
          </p:cNvPr>
          <p:cNvSpPr txBox="1"/>
          <p:nvPr/>
        </p:nvSpPr>
        <p:spPr>
          <a:xfrm>
            <a:off x="9057347" y="1466732"/>
            <a:ext cx="44445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zh-CN" sz="16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CN" altLang="en-US" sz="16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2" name="文本框 71">
            <a:extLst>
              <a:ext uri="{FF2B5EF4-FFF2-40B4-BE49-F238E27FC236}">
                <a16:creationId xmlns:a16="http://schemas.microsoft.com/office/drawing/2014/main" id="{838B0FE7-CC70-0375-AFAE-C5F296F5F880}"/>
              </a:ext>
            </a:extLst>
          </p:cNvPr>
          <p:cNvSpPr txBox="1"/>
          <p:nvPr/>
        </p:nvSpPr>
        <p:spPr>
          <a:xfrm>
            <a:off x="10266076" y="1461444"/>
            <a:ext cx="44445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zh-CN" sz="16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zh-CN" altLang="en-US" sz="16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3" name="文本框 72">
            <a:extLst>
              <a:ext uri="{FF2B5EF4-FFF2-40B4-BE49-F238E27FC236}">
                <a16:creationId xmlns:a16="http://schemas.microsoft.com/office/drawing/2014/main" id="{1CA1F7AA-A1A5-8BBE-B14D-379303927B3B}"/>
              </a:ext>
            </a:extLst>
          </p:cNvPr>
          <p:cNvSpPr txBox="1"/>
          <p:nvPr/>
        </p:nvSpPr>
        <p:spPr>
          <a:xfrm>
            <a:off x="10367892" y="2631008"/>
            <a:ext cx="44445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zh-CN" sz="16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zh-CN" altLang="en-US" sz="16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4" name="文本框 73">
            <a:extLst>
              <a:ext uri="{FF2B5EF4-FFF2-40B4-BE49-F238E27FC236}">
                <a16:creationId xmlns:a16="http://schemas.microsoft.com/office/drawing/2014/main" id="{F7BE7BCF-9494-1146-9F2F-4FCD24B75BAF}"/>
              </a:ext>
            </a:extLst>
          </p:cNvPr>
          <p:cNvSpPr txBox="1"/>
          <p:nvPr/>
        </p:nvSpPr>
        <p:spPr>
          <a:xfrm>
            <a:off x="9029391" y="2648834"/>
            <a:ext cx="44445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zh-CN" sz="16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endParaRPr lang="zh-CN" altLang="en-US" sz="16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5" name="矩形 74">
            <a:extLst>
              <a:ext uri="{FF2B5EF4-FFF2-40B4-BE49-F238E27FC236}">
                <a16:creationId xmlns:a16="http://schemas.microsoft.com/office/drawing/2014/main" id="{E1DE6768-A360-D1AD-6CE8-38F55E7EB982}"/>
              </a:ext>
            </a:extLst>
          </p:cNvPr>
          <p:cNvSpPr/>
          <p:nvPr/>
        </p:nvSpPr>
        <p:spPr>
          <a:xfrm>
            <a:off x="9005251" y="4201885"/>
            <a:ext cx="317500" cy="196850"/>
          </a:xfrm>
          <a:prstGeom prst="rect">
            <a:avLst/>
          </a:prstGeom>
          <a:solidFill>
            <a:srgbClr val="2E75B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sz="800" baseline="-25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CN" altLang="en-US" sz="800" baseline="-25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6" name="矩形 75">
            <a:extLst>
              <a:ext uri="{FF2B5EF4-FFF2-40B4-BE49-F238E27FC236}">
                <a16:creationId xmlns:a16="http://schemas.microsoft.com/office/drawing/2014/main" id="{3A3C3C0B-BFEC-2A78-DECD-696402A0F2C9}"/>
              </a:ext>
            </a:extLst>
          </p:cNvPr>
          <p:cNvSpPr/>
          <p:nvPr/>
        </p:nvSpPr>
        <p:spPr>
          <a:xfrm>
            <a:off x="9705309" y="3631382"/>
            <a:ext cx="354272" cy="204357"/>
          </a:xfrm>
          <a:prstGeom prst="rect">
            <a:avLst/>
          </a:prstGeom>
          <a:solidFill>
            <a:srgbClr val="C55A1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sz="800" baseline="-25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32</a:t>
            </a:r>
            <a:endParaRPr lang="zh-CN" altLang="en-US" sz="800" baseline="-25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7" name="矩形 76">
            <a:extLst>
              <a:ext uri="{FF2B5EF4-FFF2-40B4-BE49-F238E27FC236}">
                <a16:creationId xmlns:a16="http://schemas.microsoft.com/office/drawing/2014/main" id="{4CDCFAB0-D1C5-2EDA-5FA2-5A3003F2D26D}"/>
              </a:ext>
            </a:extLst>
          </p:cNvPr>
          <p:cNvSpPr/>
          <p:nvPr/>
        </p:nvSpPr>
        <p:spPr>
          <a:xfrm>
            <a:off x="10457193" y="4200138"/>
            <a:ext cx="414793" cy="250808"/>
          </a:xfrm>
          <a:prstGeom prst="rect">
            <a:avLst/>
          </a:prstGeom>
          <a:solidFill>
            <a:srgbClr val="7C7C7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sz="800" baseline="-25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21</a:t>
            </a:r>
            <a:endParaRPr lang="zh-CN" altLang="en-US" sz="800" baseline="-25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8" name="矩形 77">
            <a:extLst>
              <a:ext uri="{FF2B5EF4-FFF2-40B4-BE49-F238E27FC236}">
                <a16:creationId xmlns:a16="http://schemas.microsoft.com/office/drawing/2014/main" id="{71FE9EE2-79BE-0E8D-F0C9-1232267D56A4}"/>
              </a:ext>
            </a:extLst>
          </p:cNvPr>
          <p:cNvSpPr/>
          <p:nvPr/>
        </p:nvSpPr>
        <p:spPr>
          <a:xfrm>
            <a:off x="9755770" y="4925605"/>
            <a:ext cx="317500" cy="196850"/>
          </a:xfrm>
          <a:prstGeom prst="rect">
            <a:avLst/>
          </a:prstGeom>
          <a:solidFill>
            <a:srgbClr val="54823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sz="800" baseline="-25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endParaRPr lang="zh-CN" altLang="en-US" sz="800" baseline="-25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9" name="弧形 78">
            <a:extLst>
              <a:ext uri="{FF2B5EF4-FFF2-40B4-BE49-F238E27FC236}">
                <a16:creationId xmlns:a16="http://schemas.microsoft.com/office/drawing/2014/main" id="{96F19681-0626-8416-CE00-CC97FD9B7E72}"/>
              </a:ext>
            </a:extLst>
          </p:cNvPr>
          <p:cNvSpPr/>
          <p:nvPr/>
        </p:nvSpPr>
        <p:spPr>
          <a:xfrm>
            <a:off x="9424513" y="3714061"/>
            <a:ext cx="1183539" cy="1183539"/>
          </a:xfrm>
          <a:prstGeom prst="arc">
            <a:avLst>
              <a:gd name="adj1" fmla="val 16200000"/>
              <a:gd name="adj2" fmla="val 20930719"/>
            </a:avLst>
          </a:prstGeom>
          <a:ln w="19050">
            <a:solidFill>
              <a:schemeClr val="tx1"/>
            </a:solidFill>
            <a:prstDash val="sysDash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0" name="弧形 79">
            <a:extLst>
              <a:ext uri="{FF2B5EF4-FFF2-40B4-BE49-F238E27FC236}">
                <a16:creationId xmlns:a16="http://schemas.microsoft.com/office/drawing/2014/main" id="{A1894A00-76EE-941E-CA1F-4853566B5CFC}"/>
              </a:ext>
            </a:extLst>
          </p:cNvPr>
          <p:cNvSpPr/>
          <p:nvPr/>
        </p:nvSpPr>
        <p:spPr>
          <a:xfrm rot="5400000">
            <a:off x="9409740" y="3817237"/>
            <a:ext cx="1183539" cy="1183539"/>
          </a:xfrm>
          <a:prstGeom prst="arc">
            <a:avLst>
              <a:gd name="adj1" fmla="val 16200000"/>
              <a:gd name="adj2" fmla="val 21322451"/>
            </a:avLst>
          </a:prstGeom>
          <a:ln w="19050">
            <a:solidFill>
              <a:schemeClr val="tx1"/>
            </a:solidFill>
            <a:prstDash val="sysDash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1" name="弧形 80">
            <a:extLst>
              <a:ext uri="{FF2B5EF4-FFF2-40B4-BE49-F238E27FC236}">
                <a16:creationId xmlns:a16="http://schemas.microsoft.com/office/drawing/2014/main" id="{689DE8CC-6D92-EB63-4929-5B9741696825}"/>
              </a:ext>
            </a:extLst>
          </p:cNvPr>
          <p:cNvSpPr/>
          <p:nvPr/>
        </p:nvSpPr>
        <p:spPr>
          <a:xfrm rot="10800000">
            <a:off x="9131032" y="3843709"/>
            <a:ext cx="1183539" cy="1183539"/>
          </a:xfrm>
          <a:prstGeom prst="arc">
            <a:avLst>
              <a:gd name="adj1" fmla="val 16200000"/>
              <a:gd name="adj2" fmla="val 83439"/>
            </a:avLst>
          </a:prstGeom>
          <a:ln w="19050">
            <a:solidFill>
              <a:schemeClr val="tx1"/>
            </a:solidFill>
            <a:prstDash val="sysDash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2" name="弧形 81">
            <a:extLst>
              <a:ext uri="{FF2B5EF4-FFF2-40B4-BE49-F238E27FC236}">
                <a16:creationId xmlns:a16="http://schemas.microsoft.com/office/drawing/2014/main" id="{A9BA6C3F-D05F-B16E-9EDD-989DA4BB374D}"/>
              </a:ext>
            </a:extLst>
          </p:cNvPr>
          <p:cNvSpPr/>
          <p:nvPr/>
        </p:nvSpPr>
        <p:spPr>
          <a:xfrm rot="16494868">
            <a:off x="9111247" y="3711289"/>
            <a:ext cx="1183539" cy="1183539"/>
          </a:xfrm>
          <a:prstGeom prst="arc">
            <a:avLst>
              <a:gd name="adj1" fmla="val 16550847"/>
              <a:gd name="adj2" fmla="val 21395440"/>
            </a:avLst>
          </a:prstGeom>
          <a:ln w="19050">
            <a:solidFill>
              <a:schemeClr val="tx1"/>
            </a:solidFill>
            <a:prstDash val="sysDash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3" name="文本框 82">
            <a:extLst>
              <a:ext uri="{FF2B5EF4-FFF2-40B4-BE49-F238E27FC236}">
                <a16:creationId xmlns:a16="http://schemas.microsoft.com/office/drawing/2014/main" id="{C57607E7-B624-F9A5-7799-A51FDA966214}"/>
              </a:ext>
            </a:extLst>
          </p:cNvPr>
          <p:cNvSpPr txBox="1"/>
          <p:nvPr/>
        </p:nvSpPr>
        <p:spPr>
          <a:xfrm>
            <a:off x="9051706" y="3522067"/>
            <a:ext cx="44445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zh-CN" sz="16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CN" altLang="en-US" sz="16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4" name="文本框 83">
            <a:extLst>
              <a:ext uri="{FF2B5EF4-FFF2-40B4-BE49-F238E27FC236}">
                <a16:creationId xmlns:a16="http://schemas.microsoft.com/office/drawing/2014/main" id="{0B24FEA9-5688-D711-B0DE-B7F8E609347F}"/>
              </a:ext>
            </a:extLst>
          </p:cNvPr>
          <p:cNvSpPr txBox="1"/>
          <p:nvPr/>
        </p:nvSpPr>
        <p:spPr>
          <a:xfrm>
            <a:off x="10260435" y="3516779"/>
            <a:ext cx="44445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zh-CN" sz="16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zh-CN" altLang="en-US" sz="16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5" name="文本框 84">
            <a:extLst>
              <a:ext uri="{FF2B5EF4-FFF2-40B4-BE49-F238E27FC236}">
                <a16:creationId xmlns:a16="http://schemas.microsoft.com/office/drawing/2014/main" id="{7302486C-9A59-61A0-AF0D-BE1855C8C295}"/>
              </a:ext>
            </a:extLst>
          </p:cNvPr>
          <p:cNvSpPr txBox="1"/>
          <p:nvPr/>
        </p:nvSpPr>
        <p:spPr>
          <a:xfrm>
            <a:off x="10362251" y="4686343"/>
            <a:ext cx="44445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zh-CN" sz="16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zh-CN" altLang="en-US" sz="16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6" name="文本框 85">
            <a:extLst>
              <a:ext uri="{FF2B5EF4-FFF2-40B4-BE49-F238E27FC236}">
                <a16:creationId xmlns:a16="http://schemas.microsoft.com/office/drawing/2014/main" id="{9F7546D0-BB05-4716-4AB8-08183A0451E5}"/>
              </a:ext>
            </a:extLst>
          </p:cNvPr>
          <p:cNvSpPr txBox="1"/>
          <p:nvPr/>
        </p:nvSpPr>
        <p:spPr>
          <a:xfrm>
            <a:off x="9023750" y="4704169"/>
            <a:ext cx="44445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zh-CN" sz="16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endParaRPr lang="zh-CN" altLang="en-US" sz="16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7" name="乘号 86">
            <a:extLst>
              <a:ext uri="{FF2B5EF4-FFF2-40B4-BE49-F238E27FC236}">
                <a16:creationId xmlns:a16="http://schemas.microsoft.com/office/drawing/2014/main" id="{6B77E097-B3EA-BA0B-A576-EAB102BAD855}"/>
              </a:ext>
            </a:extLst>
          </p:cNvPr>
          <p:cNvSpPr/>
          <p:nvPr/>
        </p:nvSpPr>
        <p:spPr>
          <a:xfrm>
            <a:off x="9260243" y="4740050"/>
            <a:ext cx="331040" cy="331040"/>
          </a:xfrm>
          <a:prstGeom prst="mathMultiply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8" name="弧形 87">
            <a:extLst>
              <a:ext uri="{FF2B5EF4-FFF2-40B4-BE49-F238E27FC236}">
                <a16:creationId xmlns:a16="http://schemas.microsoft.com/office/drawing/2014/main" id="{E5538632-80E1-C80D-4FB3-6DA524486762}"/>
              </a:ext>
            </a:extLst>
          </p:cNvPr>
          <p:cNvSpPr/>
          <p:nvPr/>
        </p:nvSpPr>
        <p:spPr>
          <a:xfrm rot="14093439">
            <a:off x="8847565" y="3764531"/>
            <a:ext cx="1183539" cy="1183539"/>
          </a:xfrm>
          <a:prstGeom prst="arc">
            <a:avLst>
              <a:gd name="adj1" fmla="val 16550847"/>
              <a:gd name="adj2" fmla="val 21395440"/>
            </a:avLst>
          </a:prstGeom>
          <a:ln w="19050">
            <a:solidFill>
              <a:schemeClr val="tx1"/>
            </a:solidFill>
            <a:prstDash val="sysDash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9" name="弧形 88">
            <a:extLst>
              <a:ext uri="{FF2B5EF4-FFF2-40B4-BE49-F238E27FC236}">
                <a16:creationId xmlns:a16="http://schemas.microsoft.com/office/drawing/2014/main" id="{CF815286-A2DF-7D16-5FD9-497093B12EFD}"/>
              </a:ext>
            </a:extLst>
          </p:cNvPr>
          <p:cNvSpPr/>
          <p:nvPr/>
        </p:nvSpPr>
        <p:spPr>
          <a:xfrm rot="7612179">
            <a:off x="9319823" y="4053943"/>
            <a:ext cx="1183539" cy="1183539"/>
          </a:xfrm>
          <a:prstGeom prst="arc">
            <a:avLst>
              <a:gd name="adj1" fmla="val 16550847"/>
              <a:gd name="adj2" fmla="val 21395440"/>
            </a:avLst>
          </a:prstGeom>
          <a:ln w="19050">
            <a:solidFill>
              <a:schemeClr val="tx1"/>
            </a:solidFill>
            <a:prstDash val="sysDash"/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0" name="文本框 89">
            <a:extLst>
              <a:ext uri="{FF2B5EF4-FFF2-40B4-BE49-F238E27FC236}">
                <a16:creationId xmlns:a16="http://schemas.microsoft.com/office/drawing/2014/main" id="{23CD8393-C23F-EAF7-915B-5581ADB79B5A}"/>
              </a:ext>
            </a:extLst>
          </p:cNvPr>
          <p:cNvSpPr txBox="1"/>
          <p:nvPr/>
        </p:nvSpPr>
        <p:spPr>
          <a:xfrm>
            <a:off x="8483148" y="4008694"/>
            <a:ext cx="4711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baseline="-5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CN" altLang="en-US" baseline="-5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1" name="文本框 90">
            <a:extLst>
              <a:ext uri="{FF2B5EF4-FFF2-40B4-BE49-F238E27FC236}">
                <a16:creationId xmlns:a16="http://schemas.microsoft.com/office/drawing/2014/main" id="{BE8D965F-646C-74A9-B4EA-EDDE3656FE35}"/>
              </a:ext>
            </a:extLst>
          </p:cNvPr>
          <p:cNvSpPr txBox="1"/>
          <p:nvPr/>
        </p:nvSpPr>
        <p:spPr>
          <a:xfrm>
            <a:off x="9755770" y="5305958"/>
            <a:ext cx="5301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i="1" baseline="-5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endParaRPr lang="zh-CN" altLang="en-US" baseline="-5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9FC1EF17-806F-D53D-2FBF-64109DEEFDCC}"/>
              </a:ext>
            </a:extLst>
          </p:cNvPr>
          <p:cNvSpPr/>
          <p:nvPr/>
        </p:nvSpPr>
        <p:spPr>
          <a:xfrm>
            <a:off x="6272512" y="1413132"/>
            <a:ext cx="317500" cy="196850"/>
          </a:xfrm>
          <a:prstGeom prst="rect">
            <a:avLst/>
          </a:prstGeom>
          <a:solidFill>
            <a:srgbClr val="2E75B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sz="800" baseline="-25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CN" altLang="en-US" sz="800" baseline="-25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2" name="矩形 91">
            <a:extLst>
              <a:ext uri="{FF2B5EF4-FFF2-40B4-BE49-F238E27FC236}">
                <a16:creationId xmlns:a16="http://schemas.microsoft.com/office/drawing/2014/main" id="{55AF7FC4-F172-8C93-27E9-9755EE6A2C0B}"/>
              </a:ext>
            </a:extLst>
          </p:cNvPr>
          <p:cNvSpPr/>
          <p:nvPr/>
        </p:nvSpPr>
        <p:spPr>
          <a:xfrm>
            <a:off x="7799972" y="1091478"/>
            <a:ext cx="367495" cy="187822"/>
          </a:xfrm>
          <a:prstGeom prst="rect">
            <a:avLst/>
          </a:prstGeom>
          <a:solidFill>
            <a:srgbClr val="7C7C7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sz="800" baseline="-25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21</a:t>
            </a:r>
            <a:endParaRPr lang="zh-CN" altLang="en-US" sz="800" baseline="-25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3" name="矩形 92">
            <a:extLst>
              <a:ext uri="{FF2B5EF4-FFF2-40B4-BE49-F238E27FC236}">
                <a16:creationId xmlns:a16="http://schemas.microsoft.com/office/drawing/2014/main" id="{8E8119B7-A336-D05D-F1B9-773E72365558}"/>
              </a:ext>
            </a:extLst>
          </p:cNvPr>
          <p:cNvSpPr/>
          <p:nvPr/>
        </p:nvSpPr>
        <p:spPr>
          <a:xfrm>
            <a:off x="7230773" y="1811904"/>
            <a:ext cx="360651" cy="196850"/>
          </a:xfrm>
          <a:prstGeom prst="rect">
            <a:avLst/>
          </a:prstGeom>
          <a:solidFill>
            <a:srgbClr val="C55A1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sz="800" baseline="-25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32</a:t>
            </a:r>
            <a:endParaRPr lang="zh-CN" altLang="en-US" sz="800" baseline="-25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4" name="矩形 93">
            <a:extLst>
              <a:ext uri="{FF2B5EF4-FFF2-40B4-BE49-F238E27FC236}">
                <a16:creationId xmlns:a16="http://schemas.microsoft.com/office/drawing/2014/main" id="{A4DB9DBF-E1ED-7306-4F0A-FB50A5A1C78B}"/>
              </a:ext>
            </a:extLst>
          </p:cNvPr>
          <p:cNvSpPr/>
          <p:nvPr/>
        </p:nvSpPr>
        <p:spPr>
          <a:xfrm>
            <a:off x="5443350" y="1407719"/>
            <a:ext cx="317500" cy="196850"/>
          </a:xfrm>
          <a:prstGeom prst="rect">
            <a:avLst/>
          </a:prstGeom>
          <a:solidFill>
            <a:srgbClr val="54823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sz="800" baseline="-25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endParaRPr lang="zh-CN" altLang="en-US" sz="800" baseline="-25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96" name="直接箭头连接符 95">
            <a:extLst>
              <a:ext uri="{FF2B5EF4-FFF2-40B4-BE49-F238E27FC236}">
                <a16:creationId xmlns:a16="http://schemas.microsoft.com/office/drawing/2014/main" id="{A9D3513F-A069-061C-76FB-F43D5BFAEE50}"/>
              </a:ext>
            </a:extLst>
          </p:cNvPr>
          <p:cNvCxnSpPr>
            <a:cxnSpLocks/>
            <a:stCxn id="3" idx="3"/>
            <a:endCxn id="93" idx="1"/>
          </p:cNvCxnSpPr>
          <p:nvPr/>
        </p:nvCxnSpPr>
        <p:spPr>
          <a:xfrm>
            <a:off x="6590012" y="1511557"/>
            <a:ext cx="640761" cy="398772"/>
          </a:xfrm>
          <a:prstGeom prst="straightConnector1">
            <a:avLst/>
          </a:prstGeom>
          <a:ln w="19050">
            <a:solidFill>
              <a:srgbClr val="C55A1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直接箭头连接符 97">
            <a:extLst>
              <a:ext uri="{FF2B5EF4-FFF2-40B4-BE49-F238E27FC236}">
                <a16:creationId xmlns:a16="http://schemas.microsoft.com/office/drawing/2014/main" id="{9222E8E7-B740-E056-6ED0-0AB17EEC00B6}"/>
              </a:ext>
            </a:extLst>
          </p:cNvPr>
          <p:cNvCxnSpPr>
            <a:stCxn id="3" idx="1"/>
            <a:endCxn id="94" idx="3"/>
          </p:cNvCxnSpPr>
          <p:nvPr/>
        </p:nvCxnSpPr>
        <p:spPr>
          <a:xfrm flipH="1" flipV="1">
            <a:off x="5760850" y="1506144"/>
            <a:ext cx="511662" cy="5413"/>
          </a:xfrm>
          <a:prstGeom prst="straightConnector1">
            <a:avLst/>
          </a:prstGeom>
          <a:ln w="19050">
            <a:solidFill>
              <a:srgbClr val="54823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直接箭头连接符 100">
            <a:extLst>
              <a:ext uri="{FF2B5EF4-FFF2-40B4-BE49-F238E27FC236}">
                <a16:creationId xmlns:a16="http://schemas.microsoft.com/office/drawing/2014/main" id="{E7A1CFFB-6635-C47C-B240-EF5BEBDA15DE}"/>
              </a:ext>
            </a:extLst>
          </p:cNvPr>
          <p:cNvCxnSpPr>
            <a:cxnSpLocks/>
            <a:stCxn id="3" idx="0"/>
            <a:endCxn id="92" idx="1"/>
          </p:cNvCxnSpPr>
          <p:nvPr/>
        </p:nvCxnSpPr>
        <p:spPr>
          <a:xfrm flipV="1">
            <a:off x="6431262" y="1185389"/>
            <a:ext cx="1368710" cy="227743"/>
          </a:xfrm>
          <a:prstGeom prst="straightConnector1">
            <a:avLst/>
          </a:prstGeom>
          <a:ln w="19050">
            <a:solidFill>
              <a:srgbClr val="7C7C7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2" name="矩形 101">
            <a:extLst>
              <a:ext uri="{FF2B5EF4-FFF2-40B4-BE49-F238E27FC236}">
                <a16:creationId xmlns:a16="http://schemas.microsoft.com/office/drawing/2014/main" id="{376BD89D-55FA-01F1-F48E-A25F88698416}"/>
              </a:ext>
            </a:extLst>
          </p:cNvPr>
          <p:cNvSpPr/>
          <p:nvPr/>
        </p:nvSpPr>
        <p:spPr>
          <a:xfrm>
            <a:off x="5420552" y="1376354"/>
            <a:ext cx="364067" cy="251883"/>
          </a:xfrm>
          <a:prstGeom prst="rect">
            <a:avLst/>
          </a:prstGeom>
          <a:noFill/>
          <a:ln w="1905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3" name="矩形 102">
            <a:extLst>
              <a:ext uri="{FF2B5EF4-FFF2-40B4-BE49-F238E27FC236}">
                <a16:creationId xmlns:a16="http://schemas.microsoft.com/office/drawing/2014/main" id="{58ED18CD-FD5A-F05A-E9DE-DB4D31F3B739}"/>
              </a:ext>
            </a:extLst>
          </p:cNvPr>
          <p:cNvSpPr/>
          <p:nvPr/>
        </p:nvSpPr>
        <p:spPr>
          <a:xfrm>
            <a:off x="7203053" y="1780367"/>
            <a:ext cx="413772" cy="251883"/>
          </a:xfrm>
          <a:prstGeom prst="rect">
            <a:avLst/>
          </a:prstGeom>
          <a:noFill/>
          <a:ln w="1905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0" name="文本框 109">
            <a:extLst>
              <a:ext uri="{FF2B5EF4-FFF2-40B4-BE49-F238E27FC236}">
                <a16:creationId xmlns:a16="http://schemas.microsoft.com/office/drawing/2014/main" id="{18E4DD8D-ED05-78C2-FC24-871BAE4B6B21}"/>
              </a:ext>
            </a:extLst>
          </p:cNvPr>
          <p:cNvSpPr txBox="1"/>
          <p:nvPr/>
        </p:nvSpPr>
        <p:spPr>
          <a:xfrm>
            <a:off x="5670338" y="2082113"/>
            <a:ext cx="322666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altLang="zh-CN" sz="12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Step2. Display the rectangular table of candidate vehicles, the red dotted box selects the vehicle to be considered for V</a:t>
            </a:r>
            <a:r>
              <a:rPr lang="en-US" altLang="zh-CN" sz="1200" baseline="-25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sz="12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en-US" sz="12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11" name="文本框 110">
            <a:extLst>
              <a:ext uri="{FF2B5EF4-FFF2-40B4-BE49-F238E27FC236}">
                <a16:creationId xmlns:a16="http://schemas.microsoft.com/office/drawing/2014/main" id="{9388A734-3CB9-077E-7383-9AC0A55DF270}"/>
              </a:ext>
            </a:extLst>
          </p:cNvPr>
          <p:cNvSpPr txBox="1"/>
          <p:nvPr/>
        </p:nvSpPr>
        <p:spPr>
          <a:xfrm>
            <a:off x="6276100" y="5453621"/>
            <a:ext cx="20043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altLang="zh-CN" sz="12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Step 3. Deadlock detection</a:t>
            </a:r>
            <a:endParaRPr lang="zh-CN" altLang="en-US" sz="12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12" name="文本框 111">
            <a:extLst>
              <a:ext uri="{FF2B5EF4-FFF2-40B4-BE49-F238E27FC236}">
                <a16:creationId xmlns:a16="http://schemas.microsoft.com/office/drawing/2014/main" id="{C97F5AD7-98EF-7737-09A2-BF13102F68ED}"/>
              </a:ext>
            </a:extLst>
          </p:cNvPr>
          <p:cNvSpPr txBox="1"/>
          <p:nvPr/>
        </p:nvSpPr>
        <p:spPr>
          <a:xfrm>
            <a:off x="10182756" y="2962057"/>
            <a:ext cx="151859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altLang="zh-CN" sz="12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Step4. Deadlock ring formation</a:t>
            </a:r>
            <a:endParaRPr lang="zh-CN" altLang="en-US" sz="12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114" name="直接箭头连接符 113">
            <a:extLst>
              <a:ext uri="{FF2B5EF4-FFF2-40B4-BE49-F238E27FC236}">
                <a16:creationId xmlns:a16="http://schemas.microsoft.com/office/drawing/2014/main" id="{629A1E43-9095-5BD4-9F2E-27C221EB0323}"/>
              </a:ext>
            </a:extLst>
          </p:cNvPr>
          <p:cNvCxnSpPr/>
          <p:nvPr/>
        </p:nvCxnSpPr>
        <p:spPr>
          <a:xfrm>
            <a:off x="9863624" y="3157701"/>
            <a:ext cx="0" cy="317501"/>
          </a:xfrm>
          <a:prstGeom prst="straightConnector1">
            <a:avLst/>
          </a:prstGeom>
          <a:ln w="1905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5" name="文本框 114">
            <a:extLst>
              <a:ext uri="{FF2B5EF4-FFF2-40B4-BE49-F238E27FC236}">
                <a16:creationId xmlns:a16="http://schemas.microsoft.com/office/drawing/2014/main" id="{33468E38-CED9-349B-4686-85700A4DD60F}"/>
              </a:ext>
            </a:extLst>
          </p:cNvPr>
          <p:cNvSpPr txBox="1"/>
          <p:nvPr/>
        </p:nvSpPr>
        <p:spPr>
          <a:xfrm>
            <a:off x="10193412" y="5133748"/>
            <a:ext cx="147819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altLang="zh-CN" sz="12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Step5 .Deadlock ring resolution </a:t>
            </a:r>
            <a:endParaRPr lang="zh-CN" altLang="en-US" sz="12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16" name="文本框 115">
            <a:extLst>
              <a:ext uri="{FF2B5EF4-FFF2-40B4-BE49-F238E27FC236}">
                <a16:creationId xmlns:a16="http://schemas.microsoft.com/office/drawing/2014/main" id="{45BAB6B3-BDF9-D60B-12B6-89597A22D016}"/>
              </a:ext>
            </a:extLst>
          </p:cNvPr>
          <p:cNvSpPr txBox="1"/>
          <p:nvPr/>
        </p:nvSpPr>
        <p:spPr>
          <a:xfrm>
            <a:off x="1477403" y="1599585"/>
            <a:ext cx="193110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altLang="zh-CN" sz="12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Step1. Vehicles are mapped to virtual lanes according to conflict points.</a:t>
            </a:r>
            <a:endParaRPr lang="zh-CN" altLang="en-US" sz="12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18" name="矩形 117">
            <a:extLst>
              <a:ext uri="{FF2B5EF4-FFF2-40B4-BE49-F238E27FC236}">
                <a16:creationId xmlns:a16="http://schemas.microsoft.com/office/drawing/2014/main" id="{B25EF04F-7044-F2AB-5C1D-3A278F58890F}"/>
              </a:ext>
            </a:extLst>
          </p:cNvPr>
          <p:cNvSpPr/>
          <p:nvPr/>
        </p:nvSpPr>
        <p:spPr>
          <a:xfrm>
            <a:off x="5864753" y="2729997"/>
            <a:ext cx="352380" cy="196850"/>
          </a:xfrm>
          <a:prstGeom prst="rect">
            <a:avLst/>
          </a:prstGeom>
          <a:solidFill>
            <a:srgbClr val="7C7C7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sz="800" baseline="-25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22</a:t>
            </a:r>
            <a:endParaRPr lang="zh-CN" altLang="en-US" sz="800" baseline="-25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3" name="矩形 122">
            <a:extLst>
              <a:ext uri="{FF2B5EF4-FFF2-40B4-BE49-F238E27FC236}">
                <a16:creationId xmlns:a16="http://schemas.microsoft.com/office/drawing/2014/main" id="{F37369A3-144C-D04A-6218-FAF3DDB5AD23}"/>
              </a:ext>
            </a:extLst>
          </p:cNvPr>
          <p:cNvSpPr/>
          <p:nvPr/>
        </p:nvSpPr>
        <p:spPr>
          <a:xfrm>
            <a:off x="7768203" y="1058683"/>
            <a:ext cx="432822" cy="246222"/>
          </a:xfrm>
          <a:prstGeom prst="rect">
            <a:avLst/>
          </a:prstGeom>
          <a:noFill/>
          <a:ln w="1905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8" name="矩形 127">
            <a:extLst>
              <a:ext uri="{FF2B5EF4-FFF2-40B4-BE49-F238E27FC236}">
                <a16:creationId xmlns:a16="http://schemas.microsoft.com/office/drawing/2014/main" id="{F9E0A370-BA80-CE61-2AB5-5266990F102F}"/>
              </a:ext>
            </a:extLst>
          </p:cNvPr>
          <p:cNvSpPr/>
          <p:nvPr/>
        </p:nvSpPr>
        <p:spPr>
          <a:xfrm rot="5400000">
            <a:off x="4116056" y="1621988"/>
            <a:ext cx="379689" cy="196850"/>
          </a:xfrm>
          <a:prstGeom prst="rect">
            <a:avLst/>
          </a:prstGeom>
          <a:solidFill>
            <a:srgbClr val="C55A1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sz="800" baseline="-25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31</a:t>
            </a:r>
            <a:endParaRPr lang="zh-CN" altLang="en-US" sz="800" baseline="-25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5" name="矩形 134">
            <a:extLst>
              <a:ext uri="{FF2B5EF4-FFF2-40B4-BE49-F238E27FC236}">
                <a16:creationId xmlns:a16="http://schemas.microsoft.com/office/drawing/2014/main" id="{8DD71F07-943B-9779-8BE3-0779D14FA5D2}"/>
              </a:ext>
            </a:extLst>
          </p:cNvPr>
          <p:cNvSpPr/>
          <p:nvPr/>
        </p:nvSpPr>
        <p:spPr>
          <a:xfrm>
            <a:off x="8318233" y="1082450"/>
            <a:ext cx="352380" cy="196850"/>
          </a:xfrm>
          <a:prstGeom prst="rect">
            <a:avLst/>
          </a:prstGeom>
          <a:solidFill>
            <a:srgbClr val="7C7C7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sz="800" baseline="-25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22</a:t>
            </a:r>
            <a:endParaRPr lang="zh-CN" altLang="en-US" sz="800" baseline="-25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6" name="矩形 135">
            <a:extLst>
              <a:ext uri="{FF2B5EF4-FFF2-40B4-BE49-F238E27FC236}">
                <a16:creationId xmlns:a16="http://schemas.microsoft.com/office/drawing/2014/main" id="{8F0C62A8-A117-7DB3-AC5D-1A9E71E35143}"/>
              </a:ext>
            </a:extLst>
          </p:cNvPr>
          <p:cNvSpPr/>
          <p:nvPr/>
        </p:nvSpPr>
        <p:spPr>
          <a:xfrm>
            <a:off x="7200046" y="239832"/>
            <a:ext cx="353914" cy="196843"/>
          </a:xfrm>
          <a:prstGeom prst="rect">
            <a:avLst/>
          </a:prstGeom>
          <a:solidFill>
            <a:srgbClr val="C55A1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sz="800" baseline="-25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31</a:t>
            </a:r>
            <a:endParaRPr lang="zh-CN" altLang="en-US" sz="800" baseline="-25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38" name="直接箭头连接符 137">
            <a:extLst>
              <a:ext uri="{FF2B5EF4-FFF2-40B4-BE49-F238E27FC236}">
                <a16:creationId xmlns:a16="http://schemas.microsoft.com/office/drawing/2014/main" id="{23277BD2-59A9-633C-2F3A-27EFC040FD50}"/>
              </a:ext>
            </a:extLst>
          </p:cNvPr>
          <p:cNvCxnSpPr>
            <a:cxnSpLocks/>
            <a:stCxn id="3" idx="0"/>
            <a:endCxn id="136" idx="2"/>
          </p:cNvCxnSpPr>
          <p:nvPr/>
        </p:nvCxnSpPr>
        <p:spPr>
          <a:xfrm flipV="1">
            <a:off x="6431262" y="436675"/>
            <a:ext cx="945741" cy="976457"/>
          </a:xfrm>
          <a:prstGeom prst="straightConnector1">
            <a:avLst/>
          </a:prstGeom>
          <a:ln w="19050">
            <a:solidFill>
              <a:srgbClr val="C55A1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2" name="直接箭头连接符 141">
            <a:extLst>
              <a:ext uri="{FF2B5EF4-FFF2-40B4-BE49-F238E27FC236}">
                <a16:creationId xmlns:a16="http://schemas.microsoft.com/office/drawing/2014/main" id="{ACF7FE5F-294A-436D-5E95-96125F35FFE4}"/>
              </a:ext>
            </a:extLst>
          </p:cNvPr>
          <p:cNvCxnSpPr>
            <a:cxnSpLocks/>
            <a:stCxn id="3" idx="3"/>
            <a:endCxn id="135" idx="2"/>
          </p:cNvCxnSpPr>
          <p:nvPr/>
        </p:nvCxnSpPr>
        <p:spPr>
          <a:xfrm flipV="1">
            <a:off x="6590012" y="1279300"/>
            <a:ext cx="1904411" cy="232257"/>
          </a:xfrm>
          <a:prstGeom prst="straightConnector1">
            <a:avLst/>
          </a:prstGeom>
          <a:ln w="19050">
            <a:solidFill>
              <a:srgbClr val="7C7C7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6" name="文本框 145">
            <a:extLst>
              <a:ext uri="{FF2B5EF4-FFF2-40B4-BE49-F238E27FC236}">
                <a16:creationId xmlns:a16="http://schemas.microsoft.com/office/drawing/2014/main" id="{157D8DA4-EF58-543F-FC13-9833E18ADF2C}"/>
              </a:ext>
            </a:extLst>
          </p:cNvPr>
          <p:cNvSpPr txBox="1"/>
          <p:nvPr/>
        </p:nvSpPr>
        <p:spPr>
          <a:xfrm>
            <a:off x="4399164" y="5959067"/>
            <a:ext cx="51956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Figure 3 Collision point deadlock detection-crack</a:t>
            </a:r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6" name="椭圆 25">
            <a:extLst>
              <a:ext uri="{FF2B5EF4-FFF2-40B4-BE49-F238E27FC236}">
                <a16:creationId xmlns:a16="http://schemas.microsoft.com/office/drawing/2014/main" id="{68BA547F-7BC7-2F6D-EF2A-63326C8F559B}"/>
              </a:ext>
            </a:extLst>
          </p:cNvPr>
          <p:cNvSpPr/>
          <p:nvPr/>
        </p:nvSpPr>
        <p:spPr>
          <a:xfrm>
            <a:off x="3528724" y="2810706"/>
            <a:ext cx="73643" cy="73643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5" name="椭圆 94">
            <a:extLst>
              <a:ext uri="{FF2B5EF4-FFF2-40B4-BE49-F238E27FC236}">
                <a16:creationId xmlns:a16="http://schemas.microsoft.com/office/drawing/2014/main" id="{F1B2DB43-A3DB-B108-46E1-D927E99A5D64}"/>
              </a:ext>
            </a:extLst>
          </p:cNvPr>
          <p:cNvSpPr/>
          <p:nvPr/>
        </p:nvSpPr>
        <p:spPr>
          <a:xfrm>
            <a:off x="3516450" y="3488835"/>
            <a:ext cx="73643" cy="73643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7" name="椭圆 96">
            <a:extLst>
              <a:ext uri="{FF2B5EF4-FFF2-40B4-BE49-F238E27FC236}">
                <a16:creationId xmlns:a16="http://schemas.microsoft.com/office/drawing/2014/main" id="{BFA16504-06EB-A981-3BF7-089AB12EE58F}"/>
              </a:ext>
            </a:extLst>
          </p:cNvPr>
          <p:cNvSpPr/>
          <p:nvPr/>
        </p:nvSpPr>
        <p:spPr>
          <a:xfrm>
            <a:off x="4276404" y="2810705"/>
            <a:ext cx="73643" cy="73643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9" name="椭圆 98">
            <a:extLst>
              <a:ext uri="{FF2B5EF4-FFF2-40B4-BE49-F238E27FC236}">
                <a16:creationId xmlns:a16="http://schemas.microsoft.com/office/drawing/2014/main" id="{263FD814-9BE0-88AB-C4CF-D2F98FC0E52B}"/>
              </a:ext>
            </a:extLst>
          </p:cNvPr>
          <p:cNvSpPr/>
          <p:nvPr/>
        </p:nvSpPr>
        <p:spPr>
          <a:xfrm>
            <a:off x="4276403" y="3510314"/>
            <a:ext cx="73643" cy="73643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206602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52DCC1-52BF-1A7F-69A2-AA53487E45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>
            <a:extLst>
              <a:ext uri="{FF2B5EF4-FFF2-40B4-BE49-F238E27FC236}">
                <a16:creationId xmlns:a16="http://schemas.microsoft.com/office/drawing/2014/main" id="{FF0F4B28-7C45-4854-5A10-87416900DB2F}"/>
              </a:ext>
            </a:extLst>
          </p:cNvPr>
          <p:cNvSpPr/>
          <p:nvPr/>
        </p:nvSpPr>
        <p:spPr>
          <a:xfrm>
            <a:off x="1678328" y="5199245"/>
            <a:ext cx="294059" cy="162510"/>
          </a:xfrm>
          <a:prstGeom prst="rect">
            <a:avLst/>
          </a:prstGeom>
          <a:solidFill>
            <a:srgbClr val="C55A11"/>
          </a:solidFill>
          <a:ln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500" baseline="-25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49" name="弧形 548">
            <a:extLst>
              <a:ext uri="{FF2B5EF4-FFF2-40B4-BE49-F238E27FC236}">
                <a16:creationId xmlns:a16="http://schemas.microsoft.com/office/drawing/2014/main" id="{51A11F3F-0751-E9D2-5470-166BBAA92A23}"/>
              </a:ext>
            </a:extLst>
          </p:cNvPr>
          <p:cNvSpPr/>
          <p:nvPr/>
        </p:nvSpPr>
        <p:spPr>
          <a:xfrm rot="10800000">
            <a:off x="3344396" y="2306092"/>
            <a:ext cx="914400" cy="914400"/>
          </a:xfrm>
          <a:prstGeom prst="arc">
            <a:avLst>
              <a:gd name="adj1" fmla="val 16654284"/>
              <a:gd name="adj2" fmla="val 19770664"/>
            </a:avLst>
          </a:prstGeom>
          <a:ln w="28575">
            <a:solidFill>
              <a:schemeClr val="accent6">
                <a:lumMod val="75000"/>
              </a:schemeClr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54" name="弧形 553">
            <a:extLst>
              <a:ext uri="{FF2B5EF4-FFF2-40B4-BE49-F238E27FC236}">
                <a16:creationId xmlns:a16="http://schemas.microsoft.com/office/drawing/2014/main" id="{DBA91E0B-ACA7-614D-8596-7B18394650B9}"/>
              </a:ext>
            </a:extLst>
          </p:cNvPr>
          <p:cNvSpPr/>
          <p:nvPr/>
        </p:nvSpPr>
        <p:spPr>
          <a:xfrm>
            <a:off x="3098800" y="2984337"/>
            <a:ext cx="654049" cy="527380"/>
          </a:xfrm>
          <a:prstGeom prst="arc">
            <a:avLst>
              <a:gd name="adj1" fmla="val 16200000"/>
              <a:gd name="adj2" fmla="val 21349303"/>
            </a:avLst>
          </a:prstGeom>
          <a:ln w="28575">
            <a:solidFill>
              <a:srgbClr val="92D05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53" name="弧形 552">
            <a:extLst>
              <a:ext uri="{FF2B5EF4-FFF2-40B4-BE49-F238E27FC236}">
                <a16:creationId xmlns:a16="http://schemas.microsoft.com/office/drawing/2014/main" id="{919916EF-0286-4505-CAFA-EE1A7AAB25FC}"/>
              </a:ext>
            </a:extLst>
          </p:cNvPr>
          <p:cNvSpPr/>
          <p:nvPr/>
        </p:nvSpPr>
        <p:spPr>
          <a:xfrm rot="16200000">
            <a:off x="3386370" y="2987388"/>
            <a:ext cx="621295" cy="621295"/>
          </a:xfrm>
          <a:prstGeom prst="arc">
            <a:avLst>
              <a:gd name="adj1" fmla="val 16883304"/>
              <a:gd name="adj2" fmla="val 306009"/>
            </a:avLst>
          </a:prstGeom>
          <a:ln w="28575">
            <a:solidFill>
              <a:schemeClr val="accent3">
                <a:lumMod val="75000"/>
              </a:schemeClr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51" name="弧形 550">
            <a:extLst>
              <a:ext uri="{FF2B5EF4-FFF2-40B4-BE49-F238E27FC236}">
                <a16:creationId xmlns:a16="http://schemas.microsoft.com/office/drawing/2014/main" id="{18D18B22-6C90-EEA2-EE6F-59A09217EB90}"/>
              </a:ext>
            </a:extLst>
          </p:cNvPr>
          <p:cNvSpPr/>
          <p:nvPr/>
        </p:nvSpPr>
        <p:spPr>
          <a:xfrm rot="5400000">
            <a:off x="2704467" y="2104395"/>
            <a:ext cx="1337697" cy="949567"/>
          </a:xfrm>
          <a:prstGeom prst="arc">
            <a:avLst>
              <a:gd name="adj1" fmla="val 18872694"/>
              <a:gd name="adj2" fmla="val 21464622"/>
            </a:avLst>
          </a:prstGeom>
          <a:ln w="28575">
            <a:solidFill>
              <a:schemeClr val="accent5">
                <a:lumMod val="75000"/>
              </a:schemeClr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406" name="组合 405">
            <a:extLst>
              <a:ext uri="{FF2B5EF4-FFF2-40B4-BE49-F238E27FC236}">
                <a16:creationId xmlns:a16="http://schemas.microsoft.com/office/drawing/2014/main" id="{877D930A-9C56-F3B6-6859-8BEB475D9AC5}"/>
              </a:ext>
            </a:extLst>
          </p:cNvPr>
          <p:cNvGrpSpPr/>
          <p:nvPr/>
        </p:nvGrpSpPr>
        <p:grpSpPr>
          <a:xfrm>
            <a:off x="1227142" y="1105667"/>
            <a:ext cx="4661940" cy="4569623"/>
            <a:chOff x="956291" y="483668"/>
            <a:chExt cx="3801559" cy="3271634"/>
          </a:xfrm>
        </p:grpSpPr>
        <p:sp>
          <p:nvSpPr>
            <p:cNvPr id="256" name="矩形 255">
              <a:extLst>
                <a:ext uri="{FF2B5EF4-FFF2-40B4-BE49-F238E27FC236}">
                  <a16:creationId xmlns:a16="http://schemas.microsoft.com/office/drawing/2014/main" id="{C0A4BBEB-3BFB-6CDA-2720-B3A6BCDD28CF}"/>
                </a:ext>
              </a:extLst>
            </p:cNvPr>
            <p:cNvSpPr/>
            <p:nvPr/>
          </p:nvSpPr>
          <p:spPr>
            <a:xfrm>
              <a:off x="1330641" y="3615491"/>
              <a:ext cx="239789" cy="116350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  <a:ln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500" baseline="-25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0CC51292-A3A1-E584-9B6B-58A057BACBCB}"/>
                </a:ext>
              </a:extLst>
            </p:cNvPr>
            <p:cNvSpPr txBox="1"/>
            <p:nvPr/>
          </p:nvSpPr>
          <p:spPr>
            <a:xfrm>
              <a:off x="4389550" y="1885643"/>
              <a:ext cx="368300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L</a:t>
              </a:r>
              <a:r>
                <a:rPr lang="en-US" altLang="zh-CN" sz="10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zh-CN" altLang="en-US" sz="1000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7" name="文本框 16">
              <a:extLst>
                <a:ext uri="{FF2B5EF4-FFF2-40B4-BE49-F238E27FC236}">
                  <a16:creationId xmlns:a16="http://schemas.microsoft.com/office/drawing/2014/main" id="{9FDF8D02-0D8E-E8D7-9ED6-4EE34DFDDAD2}"/>
                </a:ext>
              </a:extLst>
            </p:cNvPr>
            <p:cNvSpPr txBox="1"/>
            <p:nvPr/>
          </p:nvSpPr>
          <p:spPr>
            <a:xfrm>
              <a:off x="1018065" y="1676817"/>
              <a:ext cx="368300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L</a:t>
              </a:r>
              <a:r>
                <a:rPr lang="en-US" altLang="zh-CN" sz="10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lang="zh-CN" altLang="en-US" sz="1000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4FD53F9C-E280-E594-FC6B-99124B4CD5E9}"/>
                </a:ext>
              </a:extLst>
            </p:cNvPr>
            <p:cNvSpPr txBox="1"/>
            <p:nvPr/>
          </p:nvSpPr>
          <p:spPr>
            <a:xfrm>
              <a:off x="2863247" y="498119"/>
              <a:ext cx="368300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L</a:t>
              </a:r>
              <a:r>
                <a:rPr lang="en-US" altLang="zh-CN" sz="10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endParaRPr lang="zh-CN" altLang="en-US" sz="1000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2D9F59C0-91CB-6D39-76DD-4A17A91868E7}"/>
                </a:ext>
              </a:extLst>
            </p:cNvPr>
            <p:cNvSpPr txBox="1"/>
            <p:nvPr/>
          </p:nvSpPr>
          <p:spPr>
            <a:xfrm>
              <a:off x="2612263" y="3103052"/>
              <a:ext cx="368300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L</a:t>
              </a:r>
              <a:r>
                <a:rPr lang="en-US" altLang="zh-CN" sz="10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endParaRPr lang="zh-CN" altLang="en-US" sz="1000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163" name="组合 162">
              <a:extLst>
                <a:ext uri="{FF2B5EF4-FFF2-40B4-BE49-F238E27FC236}">
                  <a16:creationId xmlns:a16="http://schemas.microsoft.com/office/drawing/2014/main" id="{0CD12A85-4F35-286D-F80A-2B62EADEECCF}"/>
                </a:ext>
              </a:extLst>
            </p:cNvPr>
            <p:cNvGrpSpPr/>
            <p:nvPr/>
          </p:nvGrpSpPr>
          <p:grpSpPr>
            <a:xfrm>
              <a:off x="1285740" y="678416"/>
              <a:ext cx="3193253" cy="2526136"/>
              <a:chOff x="602275" y="466875"/>
              <a:chExt cx="6188450" cy="6215977"/>
            </a:xfrm>
          </p:grpSpPr>
          <p:cxnSp>
            <p:nvCxnSpPr>
              <p:cNvPr id="5" name="直接箭头连接符 4">
                <a:extLst>
                  <a:ext uri="{FF2B5EF4-FFF2-40B4-BE49-F238E27FC236}">
                    <a16:creationId xmlns:a16="http://schemas.microsoft.com/office/drawing/2014/main" id="{7D1BD8AB-91EF-BCA2-9663-A62584DB7CF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12048" y="3796749"/>
                <a:ext cx="6157101" cy="0"/>
              </a:xfrm>
              <a:prstGeom prst="straightConnector1">
                <a:avLst/>
              </a:prstGeom>
              <a:ln w="28575">
                <a:solidFill>
                  <a:schemeClr val="accent5">
                    <a:lumMod val="75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" name="直接箭头连接符 6">
                <a:extLst>
                  <a:ext uri="{FF2B5EF4-FFF2-40B4-BE49-F238E27FC236}">
                    <a16:creationId xmlns:a16="http://schemas.microsoft.com/office/drawing/2014/main" id="{312D15A6-2B61-5749-26E8-069D31395E4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410452" y="614446"/>
                <a:ext cx="0" cy="5961718"/>
              </a:xfrm>
              <a:prstGeom prst="straightConnector1">
                <a:avLst/>
              </a:prstGeom>
              <a:ln w="28575">
                <a:solidFill>
                  <a:schemeClr val="accent6">
                    <a:lumMod val="75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" name="直接箭头连接符 7">
                <a:extLst>
                  <a:ext uri="{FF2B5EF4-FFF2-40B4-BE49-F238E27FC236}">
                    <a16:creationId xmlns:a16="http://schemas.microsoft.com/office/drawing/2014/main" id="{9ADF81AC-B0C9-2768-2E17-32616AD73C66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612047" y="3261070"/>
                <a:ext cx="6157101" cy="25788"/>
              </a:xfrm>
              <a:prstGeom prst="straightConnector1">
                <a:avLst/>
              </a:prstGeom>
              <a:ln w="28575">
                <a:solidFill>
                  <a:schemeClr val="accent3">
                    <a:lumMod val="75000"/>
                  </a:schemeClr>
                </a:solidFill>
                <a:headEnd type="triangl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99" name="椭圆 98">
                <a:extLst>
                  <a:ext uri="{FF2B5EF4-FFF2-40B4-BE49-F238E27FC236}">
                    <a16:creationId xmlns:a16="http://schemas.microsoft.com/office/drawing/2014/main" id="{5C934904-13F7-B7D7-BBA1-299451C9C7BB}"/>
                  </a:ext>
                </a:extLst>
              </p:cNvPr>
              <p:cNvSpPr/>
              <p:nvPr/>
            </p:nvSpPr>
            <p:spPr>
              <a:xfrm>
                <a:off x="3373630" y="3714061"/>
                <a:ext cx="73643" cy="73643"/>
              </a:xfrm>
              <a:prstGeom prst="ellipse">
                <a:avLst/>
              </a:prstGeom>
              <a:solidFill>
                <a:srgbClr val="FF0000"/>
              </a:solidFill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grpSp>
            <p:nvGrpSpPr>
              <p:cNvPr id="127" name="组合 126">
                <a:extLst>
                  <a:ext uri="{FF2B5EF4-FFF2-40B4-BE49-F238E27FC236}">
                    <a16:creationId xmlns:a16="http://schemas.microsoft.com/office/drawing/2014/main" id="{C739D1D2-186C-E705-0A8C-FBAF70A80EC0}"/>
                  </a:ext>
                </a:extLst>
              </p:cNvPr>
              <p:cNvGrpSpPr/>
              <p:nvPr/>
            </p:nvGrpSpPr>
            <p:grpSpPr>
              <a:xfrm>
                <a:off x="4514002" y="466875"/>
                <a:ext cx="2276723" cy="2104148"/>
                <a:chOff x="3950267" y="2333"/>
                <a:chExt cx="2276723" cy="2104148"/>
              </a:xfrm>
            </p:grpSpPr>
            <p:cxnSp>
              <p:nvCxnSpPr>
                <p:cNvPr id="108" name="直接箭头连接符 107">
                  <a:extLst>
                    <a:ext uri="{FF2B5EF4-FFF2-40B4-BE49-F238E27FC236}">
                      <a16:creationId xmlns:a16="http://schemas.microsoft.com/office/drawing/2014/main" id="{FF249DF0-CA9B-16B6-F2B7-5CCF0416FDC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4557305" y="2093804"/>
                  <a:ext cx="1669685" cy="6993"/>
                </a:xfrm>
                <a:prstGeom prst="straightConnector1">
                  <a:avLst/>
                </a:prstGeom>
                <a:ln w="28575">
                  <a:solidFill>
                    <a:schemeClr val="accent3">
                      <a:lumMod val="75000"/>
                    </a:schemeClr>
                  </a:solidFill>
                  <a:headEnd type="triangl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24" name="弧形 123">
                  <a:extLst>
                    <a:ext uri="{FF2B5EF4-FFF2-40B4-BE49-F238E27FC236}">
                      <a16:creationId xmlns:a16="http://schemas.microsoft.com/office/drawing/2014/main" id="{D9FA2D6C-D0AB-518C-F8BA-A6B6DF804EEA}"/>
                    </a:ext>
                  </a:extLst>
                </p:cNvPr>
                <p:cNvSpPr/>
                <p:nvPr/>
              </p:nvSpPr>
              <p:spPr>
                <a:xfrm rot="10800000">
                  <a:off x="3953470" y="441190"/>
                  <a:ext cx="1309297" cy="1665291"/>
                </a:xfrm>
                <a:prstGeom prst="arc">
                  <a:avLst/>
                </a:prstGeom>
                <a:ln w="28575">
                  <a:solidFill>
                    <a:schemeClr val="accent3">
                      <a:lumMod val="75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cxnSp>
              <p:nvCxnSpPr>
                <p:cNvPr id="125" name="直接箭头连接符 124">
                  <a:extLst>
                    <a:ext uri="{FF2B5EF4-FFF2-40B4-BE49-F238E27FC236}">
                      <a16:creationId xmlns:a16="http://schemas.microsoft.com/office/drawing/2014/main" id="{F65B876B-34B7-6CB4-27DD-28F13199E36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3950267" y="2333"/>
                  <a:ext cx="2" cy="1307229"/>
                </a:xfrm>
                <a:prstGeom prst="straightConnector1">
                  <a:avLst/>
                </a:prstGeom>
                <a:ln w="28575">
                  <a:solidFill>
                    <a:schemeClr val="accent3">
                      <a:lumMod val="75000"/>
                    </a:schemeClr>
                  </a:solidFill>
                  <a:headEnd type="triangl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29" name="组合 128">
                <a:extLst>
                  <a:ext uri="{FF2B5EF4-FFF2-40B4-BE49-F238E27FC236}">
                    <a16:creationId xmlns:a16="http://schemas.microsoft.com/office/drawing/2014/main" id="{4EF5EAE2-E19E-B9A1-DB9C-F04C1650D77F}"/>
                  </a:ext>
                </a:extLst>
              </p:cNvPr>
              <p:cNvGrpSpPr/>
              <p:nvPr/>
            </p:nvGrpSpPr>
            <p:grpSpPr>
              <a:xfrm flipH="1">
                <a:off x="636107" y="533629"/>
                <a:ext cx="2276724" cy="2104154"/>
                <a:chOff x="3891183" y="77330"/>
                <a:chExt cx="2276724" cy="2104154"/>
              </a:xfrm>
            </p:grpSpPr>
            <p:cxnSp>
              <p:nvCxnSpPr>
                <p:cNvPr id="130" name="直接箭头连接符 129">
                  <a:extLst>
                    <a:ext uri="{FF2B5EF4-FFF2-40B4-BE49-F238E27FC236}">
                      <a16:creationId xmlns:a16="http://schemas.microsoft.com/office/drawing/2014/main" id="{B5489B75-B7AC-893A-0BE4-0717995B98A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4498227" y="2168797"/>
                  <a:ext cx="1669680" cy="6993"/>
                </a:xfrm>
                <a:prstGeom prst="straightConnector1">
                  <a:avLst/>
                </a:prstGeom>
                <a:ln w="28575">
                  <a:solidFill>
                    <a:srgbClr val="C55A11"/>
                  </a:solidFill>
                  <a:headEnd type="non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31" name="弧形 130">
                  <a:extLst>
                    <a:ext uri="{FF2B5EF4-FFF2-40B4-BE49-F238E27FC236}">
                      <a16:creationId xmlns:a16="http://schemas.microsoft.com/office/drawing/2014/main" id="{896728A2-ED6C-EC89-2B5E-F2EBBBF107E9}"/>
                    </a:ext>
                  </a:extLst>
                </p:cNvPr>
                <p:cNvSpPr/>
                <p:nvPr/>
              </p:nvSpPr>
              <p:spPr>
                <a:xfrm rot="10800000">
                  <a:off x="3894386" y="516189"/>
                  <a:ext cx="1309290" cy="1665295"/>
                </a:xfrm>
                <a:prstGeom prst="arc">
                  <a:avLst/>
                </a:prstGeom>
                <a:ln w="28575">
                  <a:solidFill>
                    <a:srgbClr val="C55A11"/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cxnSp>
              <p:nvCxnSpPr>
                <p:cNvPr id="132" name="直接箭头连接符 131">
                  <a:extLst>
                    <a:ext uri="{FF2B5EF4-FFF2-40B4-BE49-F238E27FC236}">
                      <a16:creationId xmlns:a16="http://schemas.microsoft.com/office/drawing/2014/main" id="{E3BB0B92-383F-DA49-77B9-F0F84FDD28E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3891183" y="77330"/>
                  <a:ext cx="2" cy="1307227"/>
                </a:xfrm>
                <a:prstGeom prst="straightConnector1">
                  <a:avLst/>
                </a:prstGeom>
                <a:ln w="28575">
                  <a:solidFill>
                    <a:srgbClr val="C55A11"/>
                  </a:solidFill>
                  <a:headEnd type="non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41" name="组合 140">
                <a:extLst>
                  <a:ext uri="{FF2B5EF4-FFF2-40B4-BE49-F238E27FC236}">
                    <a16:creationId xmlns:a16="http://schemas.microsoft.com/office/drawing/2014/main" id="{E3838B75-97E1-3626-CF55-392C4E967DFF}"/>
                  </a:ext>
                </a:extLst>
              </p:cNvPr>
              <p:cNvGrpSpPr/>
              <p:nvPr/>
            </p:nvGrpSpPr>
            <p:grpSpPr>
              <a:xfrm rot="16200000" flipH="1">
                <a:off x="589694" y="4418720"/>
                <a:ext cx="2276713" cy="2251551"/>
                <a:chOff x="4065421" y="82588"/>
                <a:chExt cx="2276713" cy="2251551"/>
              </a:xfrm>
            </p:grpSpPr>
            <p:cxnSp>
              <p:nvCxnSpPr>
                <p:cNvPr id="143" name="直接箭头连接符 142">
                  <a:extLst>
                    <a:ext uri="{FF2B5EF4-FFF2-40B4-BE49-F238E27FC236}">
                      <a16:creationId xmlns:a16="http://schemas.microsoft.com/office/drawing/2014/main" id="{BBF51CE7-6945-BC82-56E2-91941134FF2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4672444" y="2321443"/>
                  <a:ext cx="1669690" cy="6992"/>
                </a:xfrm>
                <a:prstGeom prst="straightConnector1">
                  <a:avLst/>
                </a:prstGeom>
                <a:ln w="28575">
                  <a:solidFill>
                    <a:srgbClr val="548235"/>
                  </a:solidFill>
                  <a:headEnd type="non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44" name="弧形 143">
                  <a:extLst>
                    <a:ext uri="{FF2B5EF4-FFF2-40B4-BE49-F238E27FC236}">
                      <a16:creationId xmlns:a16="http://schemas.microsoft.com/office/drawing/2014/main" id="{B3655AA3-18DA-950E-4AF3-37A1FDEABFB9}"/>
                    </a:ext>
                  </a:extLst>
                </p:cNvPr>
                <p:cNvSpPr/>
                <p:nvPr/>
              </p:nvSpPr>
              <p:spPr>
                <a:xfrm rot="10800000">
                  <a:off x="4068601" y="668840"/>
                  <a:ext cx="1309296" cy="1665299"/>
                </a:xfrm>
                <a:prstGeom prst="arc">
                  <a:avLst/>
                </a:prstGeom>
                <a:ln w="28575">
                  <a:solidFill>
                    <a:srgbClr val="548235"/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cxnSp>
              <p:nvCxnSpPr>
                <p:cNvPr id="145" name="直接箭头连接符 144">
                  <a:extLst>
                    <a:ext uri="{FF2B5EF4-FFF2-40B4-BE49-F238E27FC236}">
                      <a16:creationId xmlns:a16="http://schemas.microsoft.com/office/drawing/2014/main" id="{93244B6A-2EAC-CC45-1946-9DEC3A39932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16200000" flipH="1">
                  <a:off x="3338102" y="809907"/>
                  <a:ext cx="1454637" cy="0"/>
                </a:xfrm>
                <a:prstGeom prst="straightConnector1">
                  <a:avLst/>
                </a:prstGeom>
                <a:ln w="28575">
                  <a:solidFill>
                    <a:srgbClr val="548235"/>
                  </a:solidFill>
                  <a:headEnd type="non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47" name="组合 146">
                <a:extLst>
                  <a:ext uri="{FF2B5EF4-FFF2-40B4-BE49-F238E27FC236}">
                    <a16:creationId xmlns:a16="http://schemas.microsoft.com/office/drawing/2014/main" id="{969BBC98-F68D-C2AF-49B5-5A112715F9E4}"/>
                  </a:ext>
                </a:extLst>
              </p:cNvPr>
              <p:cNvGrpSpPr/>
              <p:nvPr/>
            </p:nvGrpSpPr>
            <p:grpSpPr>
              <a:xfrm rot="5400000">
                <a:off x="4531644" y="4393865"/>
                <a:ext cx="2276693" cy="2178717"/>
                <a:chOff x="4090441" y="175133"/>
                <a:chExt cx="2276693" cy="2178717"/>
              </a:xfrm>
            </p:grpSpPr>
            <p:cxnSp>
              <p:nvCxnSpPr>
                <p:cNvPr id="148" name="直接箭头连接符 147">
                  <a:extLst>
                    <a:ext uri="{FF2B5EF4-FFF2-40B4-BE49-F238E27FC236}">
                      <a16:creationId xmlns:a16="http://schemas.microsoft.com/office/drawing/2014/main" id="{EAFBCEF3-1A1F-E549-7AE5-A75151A7842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4697446" y="2341170"/>
                  <a:ext cx="1669688" cy="6992"/>
                </a:xfrm>
                <a:prstGeom prst="straightConnector1">
                  <a:avLst/>
                </a:prstGeom>
                <a:ln w="28575">
                  <a:solidFill>
                    <a:srgbClr val="92D050"/>
                  </a:solidFill>
                  <a:headEnd type="triangl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49" name="弧形 148">
                  <a:extLst>
                    <a:ext uri="{FF2B5EF4-FFF2-40B4-BE49-F238E27FC236}">
                      <a16:creationId xmlns:a16="http://schemas.microsoft.com/office/drawing/2014/main" id="{11E2E877-9004-27A7-4492-FC0EEE74E3AB}"/>
                    </a:ext>
                  </a:extLst>
                </p:cNvPr>
                <p:cNvSpPr/>
                <p:nvPr/>
              </p:nvSpPr>
              <p:spPr>
                <a:xfrm rot="10800000">
                  <a:off x="4093611" y="688560"/>
                  <a:ext cx="1309289" cy="1665290"/>
                </a:xfrm>
                <a:prstGeom prst="arc">
                  <a:avLst/>
                </a:prstGeom>
                <a:ln w="28575">
                  <a:solidFill>
                    <a:srgbClr val="92D050"/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cxnSp>
              <p:nvCxnSpPr>
                <p:cNvPr id="150" name="直接箭头连接符 149">
                  <a:extLst>
                    <a:ext uri="{FF2B5EF4-FFF2-40B4-BE49-F238E27FC236}">
                      <a16:creationId xmlns:a16="http://schemas.microsoft.com/office/drawing/2014/main" id="{260F0482-436D-D590-A868-B367CF1DAD6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16200000" flipH="1">
                  <a:off x="3399542" y="866032"/>
                  <a:ext cx="1381797" cy="0"/>
                </a:xfrm>
                <a:prstGeom prst="straightConnector1">
                  <a:avLst/>
                </a:prstGeom>
                <a:ln w="28575">
                  <a:solidFill>
                    <a:srgbClr val="92D050"/>
                  </a:solidFill>
                  <a:headEnd type="triangl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155" name="直接箭头连接符 154">
                <a:extLst>
                  <a:ext uri="{FF2B5EF4-FFF2-40B4-BE49-F238E27FC236}">
                    <a16:creationId xmlns:a16="http://schemas.microsoft.com/office/drawing/2014/main" id="{BAFF0371-09EC-5304-EC20-E76B3CEFAF5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957296" y="664739"/>
                <a:ext cx="0" cy="5817480"/>
              </a:xfrm>
              <a:prstGeom prst="straightConnector1">
                <a:avLst/>
              </a:prstGeom>
              <a:ln w="28575">
                <a:solidFill>
                  <a:srgbClr val="92D050"/>
                </a:solidFill>
                <a:headEnd type="triangl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95" name="椭圆 94">
                <a:extLst>
                  <a:ext uri="{FF2B5EF4-FFF2-40B4-BE49-F238E27FC236}">
                    <a16:creationId xmlns:a16="http://schemas.microsoft.com/office/drawing/2014/main" id="{FC07437F-BDA3-043D-644D-53005EB91DFF}"/>
                  </a:ext>
                </a:extLst>
              </p:cNvPr>
              <p:cNvSpPr/>
              <p:nvPr/>
            </p:nvSpPr>
            <p:spPr>
              <a:xfrm>
                <a:off x="3920378" y="3230879"/>
                <a:ext cx="73643" cy="73643"/>
              </a:xfrm>
              <a:prstGeom prst="ellipse">
                <a:avLst/>
              </a:prstGeom>
              <a:solidFill>
                <a:srgbClr val="FF0000"/>
              </a:solidFill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97" name="椭圆 96">
                <a:extLst>
                  <a:ext uri="{FF2B5EF4-FFF2-40B4-BE49-F238E27FC236}">
                    <a16:creationId xmlns:a16="http://schemas.microsoft.com/office/drawing/2014/main" id="{12EB844E-A3ED-C8C5-604E-AED6B3BA251B}"/>
                  </a:ext>
                </a:extLst>
              </p:cNvPr>
              <p:cNvSpPr/>
              <p:nvPr/>
            </p:nvSpPr>
            <p:spPr>
              <a:xfrm>
                <a:off x="3922840" y="3696738"/>
                <a:ext cx="73643" cy="73643"/>
              </a:xfrm>
              <a:prstGeom prst="ellipse">
                <a:avLst/>
              </a:prstGeom>
              <a:solidFill>
                <a:srgbClr val="FF0000"/>
              </a:solidFill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6" name="椭圆 25">
                <a:extLst>
                  <a:ext uri="{FF2B5EF4-FFF2-40B4-BE49-F238E27FC236}">
                    <a16:creationId xmlns:a16="http://schemas.microsoft.com/office/drawing/2014/main" id="{FB4DD13D-AD9B-3A18-B938-54A73ECE1B2C}"/>
                  </a:ext>
                </a:extLst>
              </p:cNvPr>
              <p:cNvSpPr/>
              <p:nvPr/>
            </p:nvSpPr>
            <p:spPr>
              <a:xfrm>
                <a:off x="3373630" y="3250036"/>
                <a:ext cx="73643" cy="73643"/>
              </a:xfrm>
              <a:prstGeom prst="ellipse">
                <a:avLst/>
              </a:prstGeom>
              <a:solidFill>
                <a:srgbClr val="FF0000"/>
              </a:solidFill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173" name="组合 172">
              <a:extLst>
                <a:ext uri="{FF2B5EF4-FFF2-40B4-BE49-F238E27FC236}">
                  <a16:creationId xmlns:a16="http://schemas.microsoft.com/office/drawing/2014/main" id="{1105A16B-884D-AFEF-B99A-F71C4652D509}"/>
                </a:ext>
              </a:extLst>
            </p:cNvPr>
            <p:cNvGrpSpPr/>
            <p:nvPr/>
          </p:nvGrpSpPr>
          <p:grpSpPr>
            <a:xfrm>
              <a:off x="2102378" y="1936917"/>
              <a:ext cx="305972" cy="215444"/>
              <a:chOff x="4735191" y="4486831"/>
              <a:chExt cx="305972" cy="215444"/>
            </a:xfrm>
          </p:grpSpPr>
          <p:sp>
            <p:nvSpPr>
              <p:cNvPr id="171" name="矩形 170">
                <a:extLst>
                  <a:ext uri="{FF2B5EF4-FFF2-40B4-BE49-F238E27FC236}">
                    <a16:creationId xmlns:a16="http://schemas.microsoft.com/office/drawing/2014/main" id="{677E9552-5707-08E7-4D1F-86A1A5C67318}"/>
                  </a:ext>
                </a:extLst>
              </p:cNvPr>
              <p:cNvSpPr/>
              <p:nvPr/>
            </p:nvSpPr>
            <p:spPr>
              <a:xfrm>
                <a:off x="4743048" y="4506759"/>
                <a:ext cx="239789" cy="116350"/>
              </a:xfrm>
              <a:prstGeom prst="rect">
                <a:avLst/>
              </a:prstGeom>
              <a:solidFill>
                <a:srgbClr val="2E75B6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500" baseline="-250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72" name="文本框 171">
                <a:extLst>
                  <a:ext uri="{FF2B5EF4-FFF2-40B4-BE49-F238E27FC236}">
                    <a16:creationId xmlns:a16="http://schemas.microsoft.com/office/drawing/2014/main" id="{B8E669DF-5A7C-E238-2535-1D029C7691A7}"/>
                  </a:ext>
                </a:extLst>
              </p:cNvPr>
              <p:cNvSpPr txBox="1"/>
              <p:nvPr/>
            </p:nvSpPr>
            <p:spPr>
              <a:xfrm>
                <a:off x="4735191" y="4486831"/>
                <a:ext cx="305972" cy="2154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</a:t>
                </a:r>
                <a:r>
                  <a:rPr lang="en-US" altLang="zh-CN" sz="800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:endParaRPr lang="zh-CN" altLang="en-US" baseline="-25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175" name="组合 174">
              <a:extLst>
                <a:ext uri="{FF2B5EF4-FFF2-40B4-BE49-F238E27FC236}">
                  <a16:creationId xmlns:a16="http://schemas.microsoft.com/office/drawing/2014/main" id="{FE9E3689-6F3C-84EA-9B82-2F42D013E451}"/>
                </a:ext>
              </a:extLst>
            </p:cNvPr>
            <p:cNvGrpSpPr/>
            <p:nvPr/>
          </p:nvGrpSpPr>
          <p:grpSpPr>
            <a:xfrm>
              <a:off x="2610289" y="1200668"/>
              <a:ext cx="215444" cy="309201"/>
              <a:chOff x="4019989" y="3195550"/>
              <a:chExt cx="215444" cy="309201"/>
            </a:xfrm>
          </p:grpSpPr>
          <p:sp>
            <p:nvSpPr>
              <p:cNvPr id="168" name="矩形 167">
                <a:extLst>
                  <a:ext uri="{FF2B5EF4-FFF2-40B4-BE49-F238E27FC236}">
                    <a16:creationId xmlns:a16="http://schemas.microsoft.com/office/drawing/2014/main" id="{3448E215-9961-7C3E-5E5E-03DBC0DE4B9E}"/>
                  </a:ext>
                </a:extLst>
              </p:cNvPr>
              <p:cNvSpPr/>
              <p:nvPr/>
            </p:nvSpPr>
            <p:spPr>
              <a:xfrm rot="5400000">
                <a:off x="4019442" y="3257270"/>
                <a:ext cx="239789" cy="116350"/>
              </a:xfrm>
              <a:prstGeom prst="rect">
                <a:avLst/>
              </a:prstGeom>
              <a:solidFill>
                <a:srgbClr val="548235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400" baseline="-250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74" name="文本框 173">
                <a:extLst>
                  <a:ext uri="{FF2B5EF4-FFF2-40B4-BE49-F238E27FC236}">
                    <a16:creationId xmlns:a16="http://schemas.microsoft.com/office/drawing/2014/main" id="{80F28184-7727-5D11-2B32-2B89B876D018}"/>
                  </a:ext>
                </a:extLst>
              </p:cNvPr>
              <p:cNvSpPr txBox="1"/>
              <p:nvPr/>
            </p:nvSpPr>
            <p:spPr>
              <a:xfrm rot="5400000">
                <a:off x="3977428" y="3246746"/>
                <a:ext cx="300566" cy="2154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</a:t>
                </a:r>
                <a:r>
                  <a:rPr lang="en-US" altLang="zh-CN" sz="800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4</a:t>
                </a:r>
                <a:endParaRPr lang="zh-CN" altLang="en-US" sz="8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179" name="组合 178">
              <a:extLst>
                <a:ext uri="{FF2B5EF4-FFF2-40B4-BE49-F238E27FC236}">
                  <a16:creationId xmlns:a16="http://schemas.microsoft.com/office/drawing/2014/main" id="{66C2B6C0-B5EE-60B9-5AF6-948999A804AA}"/>
                </a:ext>
              </a:extLst>
            </p:cNvPr>
            <p:cNvGrpSpPr/>
            <p:nvPr/>
          </p:nvGrpSpPr>
          <p:grpSpPr>
            <a:xfrm>
              <a:off x="3486653" y="1740492"/>
              <a:ext cx="337285" cy="215444"/>
              <a:chOff x="4729495" y="4480495"/>
              <a:chExt cx="337285" cy="215444"/>
            </a:xfrm>
          </p:grpSpPr>
          <p:sp>
            <p:nvSpPr>
              <p:cNvPr id="180" name="矩形 179">
                <a:extLst>
                  <a:ext uri="{FF2B5EF4-FFF2-40B4-BE49-F238E27FC236}">
                    <a16:creationId xmlns:a16="http://schemas.microsoft.com/office/drawing/2014/main" id="{040A19BE-93DF-BAE8-8FC4-FB7F34287CFE}"/>
                  </a:ext>
                </a:extLst>
              </p:cNvPr>
              <p:cNvSpPr/>
              <p:nvPr/>
            </p:nvSpPr>
            <p:spPr>
              <a:xfrm>
                <a:off x="4743048" y="4506759"/>
                <a:ext cx="239789" cy="116350"/>
              </a:xfrm>
              <a:prstGeom prst="rect">
                <a:avLst/>
              </a:prstGeom>
              <a:solidFill>
                <a:srgbClr val="7C7C7C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500" baseline="-250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81" name="文本框 180">
                <a:extLst>
                  <a:ext uri="{FF2B5EF4-FFF2-40B4-BE49-F238E27FC236}">
                    <a16:creationId xmlns:a16="http://schemas.microsoft.com/office/drawing/2014/main" id="{3576C7BC-BAFB-332E-CB2E-210269998ADE}"/>
                  </a:ext>
                </a:extLst>
              </p:cNvPr>
              <p:cNvSpPr txBox="1"/>
              <p:nvPr/>
            </p:nvSpPr>
            <p:spPr>
              <a:xfrm>
                <a:off x="4729495" y="4480495"/>
                <a:ext cx="337285" cy="2154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</a:t>
                </a:r>
                <a:r>
                  <a:rPr lang="en-US" altLang="zh-CN" sz="800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21</a:t>
                </a:r>
                <a:endParaRPr lang="zh-CN" altLang="en-US" baseline="-25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183" name="组合 182">
              <a:extLst>
                <a:ext uri="{FF2B5EF4-FFF2-40B4-BE49-F238E27FC236}">
                  <a16:creationId xmlns:a16="http://schemas.microsoft.com/office/drawing/2014/main" id="{25664D98-70F7-5EC4-F58D-BB36F2CE2E93}"/>
                </a:ext>
              </a:extLst>
            </p:cNvPr>
            <p:cNvGrpSpPr/>
            <p:nvPr/>
          </p:nvGrpSpPr>
          <p:grpSpPr>
            <a:xfrm>
              <a:off x="2895968" y="2438383"/>
              <a:ext cx="215444" cy="384253"/>
              <a:chOff x="4165271" y="2979244"/>
              <a:chExt cx="215444" cy="384253"/>
            </a:xfrm>
          </p:grpSpPr>
          <p:sp>
            <p:nvSpPr>
              <p:cNvPr id="177" name="矩形 176">
                <a:extLst>
                  <a:ext uri="{FF2B5EF4-FFF2-40B4-BE49-F238E27FC236}">
                    <a16:creationId xmlns:a16="http://schemas.microsoft.com/office/drawing/2014/main" id="{B747763F-41E2-20B3-13BD-DAAADD704F4D}"/>
                  </a:ext>
                </a:extLst>
              </p:cNvPr>
              <p:cNvSpPr/>
              <p:nvPr/>
            </p:nvSpPr>
            <p:spPr>
              <a:xfrm rot="5400000">
                <a:off x="4162838" y="3047231"/>
                <a:ext cx="239789" cy="116350"/>
              </a:xfrm>
              <a:prstGeom prst="rect">
                <a:avLst/>
              </a:prstGeom>
              <a:solidFill>
                <a:srgbClr val="C55A1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500" baseline="-250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82" name="文本框 181">
                <a:extLst>
                  <a:ext uri="{FF2B5EF4-FFF2-40B4-BE49-F238E27FC236}">
                    <a16:creationId xmlns:a16="http://schemas.microsoft.com/office/drawing/2014/main" id="{3F16CDDD-437A-FBBB-92D9-FD71F9A706E9}"/>
                  </a:ext>
                </a:extLst>
              </p:cNvPr>
              <p:cNvSpPr txBox="1"/>
              <p:nvPr/>
            </p:nvSpPr>
            <p:spPr>
              <a:xfrm rot="5400000">
                <a:off x="4080866" y="3063649"/>
                <a:ext cx="384253" cy="2154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</a:t>
                </a:r>
                <a:r>
                  <a:rPr lang="en-US" altLang="zh-CN" sz="800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32</a:t>
                </a:r>
                <a:endParaRPr lang="zh-CN" altLang="en-US" baseline="-25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187" name="组合 186">
              <a:extLst>
                <a:ext uri="{FF2B5EF4-FFF2-40B4-BE49-F238E27FC236}">
                  <a16:creationId xmlns:a16="http://schemas.microsoft.com/office/drawing/2014/main" id="{4FF44A90-5AAD-1854-0E16-6219829569D2}"/>
                </a:ext>
              </a:extLst>
            </p:cNvPr>
            <p:cNvGrpSpPr/>
            <p:nvPr/>
          </p:nvGrpSpPr>
          <p:grpSpPr>
            <a:xfrm rot="5400000">
              <a:off x="2558485" y="1535106"/>
              <a:ext cx="305972" cy="215444"/>
              <a:chOff x="4800439" y="5242551"/>
              <a:chExt cx="305972" cy="215444"/>
            </a:xfrm>
          </p:grpSpPr>
          <p:sp>
            <p:nvSpPr>
              <p:cNvPr id="188" name="矩形 187">
                <a:extLst>
                  <a:ext uri="{FF2B5EF4-FFF2-40B4-BE49-F238E27FC236}">
                    <a16:creationId xmlns:a16="http://schemas.microsoft.com/office/drawing/2014/main" id="{919E10BD-6650-4321-A3CB-998388D1C3BD}"/>
                  </a:ext>
                </a:extLst>
              </p:cNvPr>
              <p:cNvSpPr/>
              <p:nvPr/>
            </p:nvSpPr>
            <p:spPr>
              <a:xfrm>
                <a:off x="4812511" y="5278601"/>
                <a:ext cx="239789" cy="116350"/>
              </a:xfrm>
              <a:prstGeom prst="rect">
                <a:avLst/>
              </a:prstGeom>
              <a:solidFill>
                <a:srgbClr val="2E75B6"/>
              </a:solidFill>
              <a:ln>
                <a:prstDash val="sysDot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500" baseline="-250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89" name="文本框 188">
                <a:extLst>
                  <a:ext uri="{FF2B5EF4-FFF2-40B4-BE49-F238E27FC236}">
                    <a16:creationId xmlns:a16="http://schemas.microsoft.com/office/drawing/2014/main" id="{D5311F95-9931-50EA-701A-3813B5AD4065}"/>
                  </a:ext>
                </a:extLst>
              </p:cNvPr>
              <p:cNvSpPr txBox="1"/>
              <p:nvPr/>
            </p:nvSpPr>
            <p:spPr>
              <a:xfrm>
                <a:off x="4800439" y="5242551"/>
                <a:ext cx="305972" cy="2154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</a:t>
                </a:r>
                <a:r>
                  <a:rPr lang="en-US" altLang="zh-CN" sz="800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:endParaRPr lang="zh-CN" altLang="en-US" baseline="-25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190" name="组合 189">
              <a:extLst>
                <a:ext uri="{FF2B5EF4-FFF2-40B4-BE49-F238E27FC236}">
                  <a16:creationId xmlns:a16="http://schemas.microsoft.com/office/drawing/2014/main" id="{A1EEBCB8-3577-8011-933A-C0165F2037B2}"/>
                </a:ext>
              </a:extLst>
            </p:cNvPr>
            <p:cNvGrpSpPr/>
            <p:nvPr/>
          </p:nvGrpSpPr>
          <p:grpSpPr>
            <a:xfrm rot="5400000">
              <a:off x="2855416" y="2870221"/>
              <a:ext cx="312084" cy="215444"/>
              <a:chOff x="4812511" y="5234784"/>
              <a:chExt cx="312084" cy="215444"/>
            </a:xfrm>
          </p:grpSpPr>
          <p:sp>
            <p:nvSpPr>
              <p:cNvPr id="191" name="矩形 190">
                <a:extLst>
                  <a:ext uri="{FF2B5EF4-FFF2-40B4-BE49-F238E27FC236}">
                    <a16:creationId xmlns:a16="http://schemas.microsoft.com/office/drawing/2014/main" id="{FBBF2AC7-130E-B1A1-EB45-7447E561F2AA}"/>
                  </a:ext>
                </a:extLst>
              </p:cNvPr>
              <p:cNvSpPr/>
              <p:nvPr/>
            </p:nvSpPr>
            <p:spPr>
              <a:xfrm>
                <a:off x="4812511" y="5278601"/>
                <a:ext cx="239789" cy="116350"/>
              </a:xfrm>
              <a:prstGeom prst="rect">
                <a:avLst/>
              </a:prstGeom>
              <a:solidFill>
                <a:srgbClr val="2E75B6"/>
              </a:solidFill>
              <a:ln>
                <a:prstDash val="sysDot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500" baseline="-250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92" name="文本框 191">
                <a:extLst>
                  <a:ext uri="{FF2B5EF4-FFF2-40B4-BE49-F238E27FC236}">
                    <a16:creationId xmlns:a16="http://schemas.microsoft.com/office/drawing/2014/main" id="{FB2FB74B-550F-ED34-32AA-8A6356AA7CED}"/>
                  </a:ext>
                </a:extLst>
              </p:cNvPr>
              <p:cNvSpPr txBox="1"/>
              <p:nvPr/>
            </p:nvSpPr>
            <p:spPr>
              <a:xfrm>
                <a:off x="4818623" y="5234784"/>
                <a:ext cx="305972" cy="2154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</a:t>
                </a:r>
                <a:r>
                  <a:rPr lang="en-US" altLang="zh-CN" sz="800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:endParaRPr lang="zh-CN" altLang="en-US" baseline="-25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193" name="弧形 192">
              <a:extLst>
                <a:ext uri="{FF2B5EF4-FFF2-40B4-BE49-F238E27FC236}">
                  <a16:creationId xmlns:a16="http://schemas.microsoft.com/office/drawing/2014/main" id="{403768C6-0BC1-6F15-D8AC-7E46565B591B}"/>
                </a:ext>
              </a:extLst>
            </p:cNvPr>
            <p:cNvSpPr/>
            <p:nvPr/>
          </p:nvSpPr>
          <p:spPr>
            <a:xfrm rot="16200000">
              <a:off x="2264374" y="1572221"/>
              <a:ext cx="776682" cy="841375"/>
            </a:xfrm>
            <a:prstGeom prst="arc">
              <a:avLst>
                <a:gd name="adj1" fmla="val 16200000"/>
                <a:gd name="adj2" fmla="val 174746"/>
              </a:avLst>
            </a:prstGeom>
            <a:ln w="12700">
              <a:prstDash val="sysDot"/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4" name="弧形 193">
              <a:extLst>
                <a:ext uri="{FF2B5EF4-FFF2-40B4-BE49-F238E27FC236}">
                  <a16:creationId xmlns:a16="http://schemas.microsoft.com/office/drawing/2014/main" id="{F93C4E94-6C8E-0402-8328-D9C47BF61320}"/>
                </a:ext>
              </a:extLst>
            </p:cNvPr>
            <p:cNvSpPr/>
            <p:nvPr/>
          </p:nvSpPr>
          <p:spPr>
            <a:xfrm rot="10800000">
              <a:off x="2209800" y="1407719"/>
              <a:ext cx="1462524" cy="1537722"/>
            </a:xfrm>
            <a:prstGeom prst="arc">
              <a:avLst>
                <a:gd name="adj1" fmla="val 16193393"/>
                <a:gd name="adj2" fmla="val 466353"/>
              </a:avLst>
            </a:prstGeom>
            <a:ln w="12700">
              <a:prstDash val="sysDot"/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195" name="组合 194">
              <a:extLst>
                <a:ext uri="{FF2B5EF4-FFF2-40B4-BE49-F238E27FC236}">
                  <a16:creationId xmlns:a16="http://schemas.microsoft.com/office/drawing/2014/main" id="{F0951676-D069-0030-1DF9-CDAC24574ACE}"/>
                </a:ext>
              </a:extLst>
            </p:cNvPr>
            <p:cNvGrpSpPr/>
            <p:nvPr/>
          </p:nvGrpSpPr>
          <p:grpSpPr>
            <a:xfrm>
              <a:off x="1746902" y="1932854"/>
              <a:ext cx="305972" cy="215444"/>
              <a:chOff x="4730262" y="4482768"/>
              <a:chExt cx="305972" cy="215444"/>
            </a:xfrm>
          </p:grpSpPr>
          <p:sp>
            <p:nvSpPr>
              <p:cNvPr id="196" name="矩形 195">
                <a:extLst>
                  <a:ext uri="{FF2B5EF4-FFF2-40B4-BE49-F238E27FC236}">
                    <a16:creationId xmlns:a16="http://schemas.microsoft.com/office/drawing/2014/main" id="{F51A4F88-A394-FAA9-7EDC-2114E881F1E6}"/>
                  </a:ext>
                </a:extLst>
              </p:cNvPr>
              <p:cNvSpPr/>
              <p:nvPr/>
            </p:nvSpPr>
            <p:spPr>
              <a:xfrm>
                <a:off x="4743048" y="4506759"/>
                <a:ext cx="239789" cy="116350"/>
              </a:xfrm>
              <a:prstGeom prst="rect">
                <a:avLst/>
              </a:prstGeom>
              <a:solidFill>
                <a:schemeClr val="accent6">
                  <a:lumMod val="75000"/>
                </a:schemeClr>
              </a:solidFill>
              <a:ln>
                <a:prstDash val="sysDot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500" baseline="-250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97" name="文本框 196">
                <a:extLst>
                  <a:ext uri="{FF2B5EF4-FFF2-40B4-BE49-F238E27FC236}">
                    <a16:creationId xmlns:a16="http://schemas.microsoft.com/office/drawing/2014/main" id="{0AC49D26-CC90-6EBB-6DD9-6736E95AB239}"/>
                  </a:ext>
                </a:extLst>
              </p:cNvPr>
              <p:cNvSpPr txBox="1"/>
              <p:nvPr/>
            </p:nvSpPr>
            <p:spPr>
              <a:xfrm>
                <a:off x="4730262" y="4482768"/>
                <a:ext cx="305972" cy="2154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</a:t>
                </a:r>
                <a:r>
                  <a:rPr lang="en-US" altLang="zh-CN" sz="800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4</a:t>
                </a:r>
                <a:endParaRPr lang="zh-CN" altLang="en-US" baseline="-25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198" name="组合 197">
              <a:extLst>
                <a:ext uri="{FF2B5EF4-FFF2-40B4-BE49-F238E27FC236}">
                  <a16:creationId xmlns:a16="http://schemas.microsoft.com/office/drawing/2014/main" id="{09A48A5F-F7EC-F5CC-F06F-4A5A973236DF}"/>
                </a:ext>
              </a:extLst>
            </p:cNvPr>
            <p:cNvGrpSpPr/>
            <p:nvPr/>
          </p:nvGrpSpPr>
          <p:grpSpPr>
            <a:xfrm>
              <a:off x="3174243" y="1738277"/>
              <a:ext cx="305972" cy="215444"/>
              <a:chOff x="4741553" y="4485041"/>
              <a:chExt cx="305972" cy="215444"/>
            </a:xfrm>
          </p:grpSpPr>
          <p:sp>
            <p:nvSpPr>
              <p:cNvPr id="199" name="矩形 198">
                <a:extLst>
                  <a:ext uri="{FF2B5EF4-FFF2-40B4-BE49-F238E27FC236}">
                    <a16:creationId xmlns:a16="http://schemas.microsoft.com/office/drawing/2014/main" id="{A15CF0CC-5447-9D13-45B4-B0A7241185C0}"/>
                  </a:ext>
                </a:extLst>
              </p:cNvPr>
              <p:cNvSpPr/>
              <p:nvPr/>
            </p:nvSpPr>
            <p:spPr>
              <a:xfrm>
                <a:off x="4743048" y="4506759"/>
                <a:ext cx="239789" cy="116350"/>
              </a:xfrm>
              <a:prstGeom prst="rect">
                <a:avLst/>
              </a:prstGeom>
              <a:solidFill>
                <a:schemeClr val="accent6">
                  <a:lumMod val="75000"/>
                </a:schemeClr>
              </a:solidFill>
              <a:ln>
                <a:prstDash val="sysDot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500" baseline="-250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00" name="文本框 199">
                <a:extLst>
                  <a:ext uri="{FF2B5EF4-FFF2-40B4-BE49-F238E27FC236}">
                    <a16:creationId xmlns:a16="http://schemas.microsoft.com/office/drawing/2014/main" id="{0F396FC3-CC3C-F41F-D13F-1BA29EFDBEAA}"/>
                  </a:ext>
                </a:extLst>
              </p:cNvPr>
              <p:cNvSpPr txBox="1"/>
              <p:nvPr/>
            </p:nvSpPr>
            <p:spPr>
              <a:xfrm>
                <a:off x="4741553" y="4485041"/>
                <a:ext cx="305972" cy="2154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</a:t>
                </a:r>
                <a:r>
                  <a:rPr lang="en-US" altLang="zh-CN" sz="800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4</a:t>
                </a:r>
                <a:endParaRPr lang="zh-CN" altLang="en-US" baseline="-25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201" name="弧形 200">
              <a:extLst>
                <a:ext uri="{FF2B5EF4-FFF2-40B4-BE49-F238E27FC236}">
                  <a16:creationId xmlns:a16="http://schemas.microsoft.com/office/drawing/2014/main" id="{F62E6793-E620-2632-EE54-93BBD1A910D9}"/>
                </a:ext>
              </a:extLst>
            </p:cNvPr>
            <p:cNvSpPr/>
            <p:nvPr/>
          </p:nvSpPr>
          <p:spPr>
            <a:xfrm rot="16200000">
              <a:off x="2022004" y="1133004"/>
              <a:ext cx="1240760" cy="1579581"/>
            </a:xfrm>
            <a:prstGeom prst="arc">
              <a:avLst>
                <a:gd name="adj1" fmla="val 16026635"/>
                <a:gd name="adj2" fmla="val 174746"/>
              </a:avLst>
            </a:prstGeom>
            <a:ln w="12700">
              <a:solidFill>
                <a:srgbClr val="92D050"/>
              </a:solidFill>
              <a:prstDash val="sysDot"/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2" name="弧形 201">
              <a:extLst>
                <a:ext uri="{FF2B5EF4-FFF2-40B4-BE49-F238E27FC236}">
                  <a16:creationId xmlns:a16="http://schemas.microsoft.com/office/drawing/2014/main" id="{CBA26835-5285-8C2D-ACA4-16CD52350A21}"/>
                </a:ext>
              </a:extLst>
            </p:cNvPr>
            <p:cNvSpPr/>
            <p:nvPr/>
          </p:nvSpPr>
          <p:spPr>
            <a:xfrm>
              <a:off x="2398441" y="1303427"/>
              <a:ext cx="897209" cy="841375"/>
            </a:xfrm>
            <a:prstGeom prst="arc">
              <a:avLst>
                <a:gd name="adj1" fmla="val 15767777"/>
                <a:gd name="adj2" fmla="val 98464"/>
              </a:avLst>
            </a:prstGeom>
            <a:ln w="12700">
              <a:solidFill>
                <a:srgbClr val="92D050"/>
              </a:solidFill>
              <a:prstDash val="sysDot"/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203" name="组合 202">
              <a:extLst>
                <a:ext uri="{FF2B5EF4-FFF2-40B4-BE49-F238E27FC236}">
                  <a16:creationId xmlns:a16="http://schemas.microsoft.com/office/drawing/2014/main" id="{74E41005-1A7D-B9F1-910E-41914445554A}"/>
                </a:ext>
              </a:extLst>
            </p:cNvPr>
            <p:cNvGrpSpPr/>
            <p:nvPr/>
          </p:nvGrpSpPr>
          <p:grpSpPr>
            <a:xfrm>
              <a:off x="2901146" y="2153212"/>
              <a:ext cx="215444" cy="384253"/>
              <a:chOff x="4170449" y="2974278"/>
              <a:chExt cx="215444" cy="384253"/>
            </a:xfrm>
          </p:grpSpPr>
          <p:sp>
            <p:nvSpPr>
              <p:cNvPr id="204" name="矩形 203">
                <a:extLst>
                  <a:ext uri="{FF2B5EF4-FFF2-40B4-BE49-F238E27FC236}">
                    <a16:creationId xmlns:a16="http://schemas.microsoft.com/office/drawing/2014/main" id="{E96865D8-2074-B146-BB8A-42606FB07714}"/>
                  </a:ext>
                </a:extLst>
              </p:cNvPr>
              <p:cNvSpPr/>
              <p:nvPr/>
            </p:nvSpPr>
            <p:spPr>
              <a:xfrm rot="5400000">
                <a:off x="4162838" y="3047231"/>
                <a:ext cx="239789" cy="116350"/>
              </a:xfrm>
              <a:prstGeom prst="rect">
                <a:avLst/>
              </a:prstGeom>
              <a:solidFill>
                <a:srgbClr val="7C7C7C"/>
              </a:solidFill>
              <a:ln>
                <a:prstDash val="sysDot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500" baseline="-250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05" name="文本框 204">
                <a:extLst>
                  <a:ext uri="{FF2B5EF4-FFF2-40B4-BE49-F238E27FC236}">
                    <a16:creationId xmlns:a16="http://schemas.microsoft.com/office/drawing/2014/main" id="{3FD4CC71-1788-3634-C78F-F2C02A605F26}"/>
                  </a:ext>
                </a:extLst>
              </p:cNvPr>
              <p:cNvSpPr txBox="1"/>
              <p:nvPr/>
            </p:nvSpPr>
            <p:spPr>
              <a:xfrm rot="5400000">
                <a:off x="4086044" y="3058683"/>
                <a:ext cx="384253" cy="2154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</a:t>
                </a:r>
                <a:r>
                  <a:rPr lang="en-US" altLang="zh-CN" sz="800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21</a:t>
                </a:r>
                <a:endParaRPr lang="zh-CN" altLang="en-US" baseline="-25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206" name="弧形 205">
              <a:extLst>
                <a:ext uri="{FF2B5EF4-FFF2-40B4-BE49-F238E27FC236}">
                  <a16:creationId xmlns:a16="http://schemas.microsoft.com/office/drawing/2014/main" id="{55AE2153-A094-98C4-8FAB-5F6FE3E41C35}"/>
                </a:ext>
              </a:extLst>
            </p:cNvPr>
            <p:cNvSpPr/>
            <p:nvPr/>
          </p:nvSpPr>
          <p:spPr>
            <a:xfrm rot="5400000">
              <a:off x="2807892" y="1507804"/>
              <a:ext cx="792013" cy="834233"/>
            </a:xfrm>
            <a:prstGeom prst="arc">
              <a:avLst>
                <a:gd name="adj1" fmla="val 15866993"/>
                <a:gd name="adj2" fmla="val 1143261"/>
              </a:avLst>
            </a:prstGeom>
            <a:ln w="12700">
              <a:solidFill>
                <a:srgbClr val="7C7C7C"/>
              </a:solidFill>
              <a:prstDash val="sysDot"/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grpSp>
          <p:nvGrpSpPr>
            <p:cNvPr id="207" name="组合 206">
              <a:extLst>
                <a:ext uri="{FF2B5EF4-FFF2-40B4-BE49-F238E27FC236}">
                  <a16:creationId xmlns:a16="http://schemas.microsoft.com/office/drawing/2014/main" id="{8DEC4916-FBA3-0986-8F20-035F626D3CF2}"/>
                </a:ext>
              </a:extLst>
            </p:cNvPr>
            <p:cNvGrpSpPr/>
            <p:nvPr/>
          </p:nvGrpSpPr>
          <p:grpSpPr>
            <a:xfrm>
              <a:off x="2615982" y="882310"/>
              <a:ext cx="215444" cy="384253"/>
              <a:chOff x="4167860" y="2976551"/>
              <a:chExt cx="215444" cy="384253"/>
            </a:xfrm>
          </p:grpSpPr>
          <p:sp>
            <p:nvSpPr>
              <p:cNvPr id="208" name="矩形 207">
                <a:extLst>
                  <a:ext uri="{FF2B5EF4-FFF2-40B4-BE49-F238E27FC236}">
                    <a16:creationId xmlns:a16="http://schemas.microsoft.com/office/drawing/2014/main" id="{89D1FFBB-0D39-5D49-1545-CDEDE3FB93F1}"/>
                  </a:ext>
                </a:extLst>
              </p:cNvPr>
              <p:cNvSpPr/>
              <p:nvPr/>
            </p:nvSpPr>
            <p:spPr>
              <a:xfrm rot="5400000">
                <a:off x="4162838" y="3047231"/>
                <a:ext cx="239789" cy="116350"/>
              </a:xfrm>
              <a:prstGeom prst="rect">
                <a:avLst/>
              </a:prstGeom>
              <a:solidFill>
                <a:srgbClr val="7C7C7C"/>
              </a:solidFill>
              <a:ln>
                <a:prstDash val="sysDot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500" baseline="-250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09" name="文本框 208">
                <a:extLst>
                  <a:ext uri="{FF2B5EF4-FFF2-40B4-BE49-F238E27FC236}">
                    <a16:creationId xmlns:a16="http://schemas.microsoft.com/office/drawing/2014/main" id="{57AD43AC-568B-7324-E636-20EFF603F616}"/>
                  </a:ext>
                </a:extLst>
              </p:cNvPr>
              <p:cNvSpPr txBox="1"/>
              <p:nvPr/>
            </p:nvSpPr>
            <p:spPr>
              <a:xfrm rot="5400000">
                <a:off x="4083455" y="3060956"/>
                <a:ext cx="384253" cy="2154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</a:t>
                </a:r>
                <a:r>
                  <a:rPr lang="en-US" altLang="zh-CN" sz="800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21</a:t>
                </a:r>
                <a:endParaRPr lang="zh-CN" altLang="en-US" baseline="-25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210" name="弧形 209">
              <a:extLst>
                <a:ext uri="{FF2B5EF4-FFF2-40B4-BE49-F238E27FC236}">
                  <a16:creationId xmlns:a16="http://schemas.microsoft.com/office/drawing/2014/main" id="{A80138D9-9F92-8A3E-9DD7-17D863F38853}"/>
                </a:ext>
              </a:extLst>
            </p:cNvPr>
            <p:cNvSpPr/>
            <p:nvPr/>
          </p:nvSpPr>
          <p:spPr>
            <a:xfrm>
              <a:off x="2265680" y="1000761"/>
              <a:ext cx="1355333" cy="1219527"/>
            </a:xfrm>
            <a:prstGeom prst="arc">
              <a:avLst>
                <a:gd name="adj1" fmla="val 15554181"/>
                <a:gd name="adj2" fmla="val 738772"/>
              </a:avLst>
            </a:prstGeom>
            <a:ln w="12700">
              <a:solidFill>
                <a:srgbClr val="7C7C7C"/>
              </a:solidFill>
              <a:prstDash val="sysDot"/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grpSp>
          <p:nvGrpSpPr>
            <p:cNvPr id="211" name="组合 210">
              <a:extLst>
                <a:ext uri="{FF2B5EF4-FFF2-40B4-BE49-F238E27FC236}">
                  <a16:creationId xmlns:a16="http://schemas.microsoft.com/office/drawing/2014/main" id="{0E0C743B-888B-D694-B45E-EADD1FB1BA47}"/>
                </a:ext>
              </a:extLst>
            </p:cNvPr>
            <p:cNvGrpSpPr/>
            <p:nvPr/>
          </p:nvGrpSpPr>
          <p:grpSpPr>
            <a:xfrm>
              <a:off x="2397739" y="1924492"/>
              <a:ext cx="345543" cy="215444"/>
              <a:chOff x="4727106" y="4481201"/>
              <a:chExt cx="345543" cy="215444"/>
            </a:xfrm>
          </p:grpSpPr>
          <p:sp>
            <p:nvSpPr>
              <p:cNvPr id="212" name="矩形 211">
                <a:extLst>
                  <a:ext uri="{FF2B5EF4-FFF2-40B4-BE49-F238E27FC236}">
                    <a16:creationId xmlns:a16="http://schemas.microsoft.com/office/drawing/2014/main" id="{D4C59458-8489-E122-52ED-BED9DA33163C}"/>
                  </a:ext>
                </a:extLst>
              </p:cNvPr>
              <p:cNvSpPr/>
              <p:nvPr/>
            </p:nvSpPr>
            <p:spPr>
              <a:xfrm>
                <a:off x="4743048" y="4506759"/>
                <a:ext cx="239789" cy="116350"/>
              </a:xfrm>
              <a:prstGeom prst="rect">
                <a:avLst/>
              </a:prstGeom>
              <a:solidFill>
                <a:srgbClr val="C55A11"/>
              </a:solidFill>
              <a:ln>
                <a:prstDash val="sysDot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500" baseline="-250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13" name="文本框 212">
                <a:extLst>
                  <a:ext uri="{FF2B5EF4-FFF2-40B4-BE49-F238E27FC236}">
                    <a16:creationId xmlns:a16="http://schemas.microsoft.com/office/drawing/2014/main" id="{8889E7B0-BBDA-313F-09BB-1B7AEA811A24}"/>
                  </a:ext>
                </a:extLst>
              </p:cNvPr>
              <p:cNvSpPr txBox="1"/>
              <p:nvPr/>
            </p:nvSpPr>
            <p:spPr>
              <a:xfrm>
                <a:off x="4727106" y="4481201"/>
                <a:ext cx="345543" cy="2154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</a:t>
                </a:r>
                <a:r>
                  <a:rPr lang="en-US" altLang="zh-CN" sz="800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32</a:t>
                </a:r>
                <a:endParaRPr lang="zh-CN" altLang="en-US" baseline="-25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214" name="弧形 213">
              <a:extLst>
                <a:ext uri="{FF2B5EF4-FFF2-40B4-BE49-F238E27FC236}">
                  <a16:creationId xmlns:a16="http://schemas.microsoft.com/office/drawing/2014/main" id="{90481766-0F3F-F21F-46DC-EC7281238195}"/>
                </a:ext>
              </a:extLst>
            </p:cNvPr>
            <p:cNvSpPr/>
            <p:nvPr/>
          </p:nvSpPr>
          <p:spPr>
            <a:xfrm rot="10800000">
              <a:off x="2522546" y="1761957"/>
              <a:ext cx="792013" cy="834233"/>
            </a:xfrm>
            <a:prstGeom prst="arc">
              <a:avLst>
                <a:gd name="adj1" fmla="val 15866993"/>
                <a:gd name="adj2" fmla="val 1143261"/>
              </a:avLst>
            </a:prstGeom>
            <a:ln w="12700">
              <a:solidFill>
                <a:srgbClr val="C55A11"/>
              </a:solidFill>
              <a:prstDash val="sysDot"/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grpSp>
          <p:nvGrpSpPr>
            <p:cNvPr id="215" name="组合 214">
              <a:extLst>
                <a:ext uri="{FF2B5EF4-FFF2-40B4-BE49-F238E27FC236}">
                  <a16:creationId xmlns:a16="http://schemas.microsoft.com/office/drawing/2014/main" id="{0199BACF-A124-4D3C-2C86-EA479AEDE0A4}"/>
                </a:ext>
              </a:extLst>
            </p:cNvPr>
            <p:cNvGrpSpPr/>
            <p:nvPr/>
          </p:nvGrpSpPr>
          <p:grpSpPr>
            <a:xfrm>
              <a:off x="3795949" y="1743612"/>
              <a:ext cx="345543" cy="215444"/>
              <a:chOff x="4732284" y="4478928"/>
              <a:chExt cx="345543" cy="215444"/>
            </a:xfrm>
          </p:grpSpPr>
          <p:sp>
            <p:nvSpPr>
              <p:cNvPr id="216" name="矩形 215">
                <a:extLst>
                  <a:ext uri="{FF2B5EF4-FFF2-40B4-BE49-F238E27FC236}">
                    <a16:creationId xmlns:a16="http://schemas.microsoft.com/office/drawing/2014/main" id="{2EF186F5-A33E-A3CD-DF6B-E9C729FABB35}"/>
                  </a:ext>
                </a:extLst>
              </p:cNvPr>
              <p:cNvSpPr/>
              <p:nvPr/>
            </p:nvSpPr>
            <p:spPr>
              <a:xfrm>
                <a:off x="4743048" y="4506759"/>
                <a:ext cx="239789" cy="116350"/>
              </a:xfrm>
              <a:prstGeom prst="rect">
                <a:avLst/>
              </a:prstGeom>
              <a:solidFill>
                <a:srgbClr val="C55A11"/>
              </a:solidFill>
              <a:ln>
                <a:prstDash val="sysDot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500" baseline="-250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17" name="文本框 216">
                <a:extLst>
                  <a:ext uri="{FF2B5EF4-FFF2-40B4-BE49-F238E27FC236}">
                    <a16:creationId xmlns:a16="http://schemas.microsoft.com/office/drawing/2014/main" id="{1E6E095D-BFC0-ADD0-C0E9-357A500081E1}"/>
                  </a:ext>
                </a:extLst>
              </p:cNvPr>
              <p:cNvSpPr txBox="1"/>
              <p:nvPr/>
            </p:nvSpPr>
            <p:spPr>
              <a:xfrm>
                <a:off x="4732284" y="4478928"/>
                <a:ext cx="345543" cy="2154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</a:t>
                </a:r>
                <a:r>
                  <a:rPr lang="en-US" altLang="zh-CN" sz="800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32</a:t>
                </a:r>
                <a:endParaRPr lang="zh-CN" altLang="en-US" baseline="-25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218" name="弧形 217">
              <a:extLst>
                <a:ext uri="{FF2B5EF4-FFF2-40B4-BE49-F238E27FC236}">
                  <a16:creationId xmlns:a16="http://schemas.microsoft.com/office/drawing/2014/main" id="{9A746705-5F6B-1AD6-36F7-AAF9D97D054F}"/>
                </a:ext>
              </a:extLst>
            </p:cNvPr>
            <p:cNvSpPr/>
            <p:nvPr/>
          </p:nvSpPr>
          <p:spPr>
            <a:xfrm rot="5592824">
              <a:off x="2194260" y="816847"/>
              <a:ext cx="1480754" cy="2042459"/>
            </a:xfrm>
            <a:prstGeom prst="arc">
              <a:avLst>
                <a:gd name="adj1" fmla="val 16299507"/>
                <a:gd name="adj2" fmla="val 20655801"/>
              </a:avLst>
            </a:prstGeom>
            <a:ln w="12700">
              <a:solidFill>
                <a:srgbClr val="C55A11"/>
              </a:solidFill>
              <a:prstDash val="sysDot"/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27" name="文本框 226">
              <a:extLst>
                <a:ext uri="{FF2B5EF4-FFF2-40B4-BE49-F238E27FC236}">
                  <a16:creationId xmlns:a16="http://schemas.microsoft.com/office/drawing/2014/main" id="{E2299BCA-E5A0-81B2-20C9-112C212D37E9}"/>
                </a:ext>
              </a:extLst>
            </p:cNvPr>
            <p:cNvSpPr txBox="1"/>
            <p:nvPr/>
          </p:nvSpPr>
          <p:spPr>
            <a:xfrm>
              <a:off x="1478528" y="2759980"/>
              <a:ext cx="68580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Physical </a:t>
              </a:r>
            </a:p>
            <a:p>
              <a:pPr algn="ctr"/>
              <a:r>
                <a:rPr lang="en-US" altLang="zh-CN" sz="1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vehicle</a:t>
              </a:r>
              <a:endParaRPr lang="zh-CN" altLang="en-US" sz="1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28" name="文本框 227">
              <a:extLst>
                <a:ext uri="{FF2B5EF4-FFF2-40B4-BE49-F238E27FC236}">
                  <a16:creationId xmlns:a16="http://schemas.microsoft.com/office/drawing/2014/main" id="{D0793FA7-CB9A-4F10-4837-83DB0C9143AE}"/>
                </a:ext>
              </a:extLst>
            </p:cNvPr>
            <p:cNvSpPr txBox="1"/>
            <p:nvPr/>
          </p:nvSpPr>
          <p:spPr>
            <a:xfrm>
              <a:off x="1509923" y="3290822"/>
              <a:ext cx="68580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Virtual vehicle</a:t>
              </a:r>
              <a:endParaRPr lang="zh-CN" altLang="en-US" sz="1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29" name="文本框 228">
              <a:extLst>
                <a:ext uri="{FF2B5EF4-FFF2-40B4-BE49-F238E27FC236}">
                  <a16:creationId xmlns:a16="http://schemas.microsoft.com/office/drawing/2014/main" id="{4BE40CD2-736C-B077-4433-7934585FF5E4}"/>
                </a:ext>
              </a:extLst>
            </p:cNvPr>
            <p:cNvSpPr txBox="1"/>
            <p:nvPr/>
          </p:nvSpPr>
          <p:spPr>
            <a:xfrm>
              <a:off x="2275269" y="483668"/>
              <a:ext cx="368300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L</a:t>
              </a:r>
              <a:r>
                <a:rPr lang="en-US" altLang="zh-CN" sz="10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  <a:endParaRPr lang="zh-CN" altLang="en-US" sz="1000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30" name="文本框 229">
              <a:extLst>
                <a:ext uri="{FF2B5EF4-FFF2-40B4-BE49-F238E27FC236}">
                  <a16:creationId xmlns:a16="http://schemas.microsoft.com/office/drawing/2014/main" id="{8403FD6D-077B-2E14-E441-A5EDD014653F}"/>
                </a:ext>
              </a:extLst>
            </p:cNvPr>
            <p:cNvSpPr txBox="1"/>
            <p:nvPr/>
          </p:nvSpPr>
          <p:spPr>
            <a:xfrm>
              <a:off x="3258881" y="498119"/>
              <a:ext cx="368300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L</a:t>
              </a:r>
              <a:r>
                <a:rPr lang="en-US" altLang="zh-CN" sz="10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6</a:t>
              </a:r>
              <a:endParaRPr lang="zh-CN" altLang="en-US" sz="1000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31" name="文本框 230">
              <a:extLst>
                <a:ext uri="{FF2B5EF4-FFF2-40B4-BE49-F238E27FC236}">
                  <a16:creationId xmlns:a16="http://schemas.microsoft.com/office/drawing/2014/main" id="{F2EF7D48-FA57-3CA4-C3E0-7C4907A0A331}"/>
                </a:ext>
              </a:extLst>
            </p:cNvPr>
            <p:cNvSpPr txBox="1"/>
            <p:nvPr/>
          </p:nvSpPr>
          <p:spPr>
            <a:xfrm>
              <a:off x="2243963" y="3106912"/>
              <a:ext cx="368300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L</a:t>
              </a:r>
              <a:r>
                <a:rPr lang="en-US" altLang="zh-CN" sz="10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7</a:t>
              </a:r>
              <a:endParaRPr lang="zh-CN" altLang="en-US" sz="1000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32" name="文本框 231">
              <a:extLst>
                <a:ext uri="{FF2B5EF4-FFF2-40B4-BE49-F238E27FC236}">
                  <a16:creationId xmlns:a16="http://schemas.microsoft.com/office/drawing/2014/main" id="{476C9DDF-19A3-51D4-0E5F-EB2D4C77CDAD}"/>
                </a:ext>
              </a:extLst>
            </p:cNvPr>
            <p:cNvSpPr txBox="1"/>
            <p:nvPr/>
          </p:nvSpPr>
          <p:spPr>
            <a:xfrm>
              <a:off x="3198992" y="3129337"/>
              <a:ext cx="368300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L</a:t>
              </a:r>
              <a:r>
                <a:rPr lang="en-US" altLang="zh-CN" sz="10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8</a:t>
              </a:r>
              <a:endParaRPr lang="zh-CN" altLang="en-US" sz="1000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34" name="矩形 233">
              <a:extLst>
                <a:ext uri="{FF2B5EF4-FFF2-40B4-BE49-F238E27FC236}">
                  <a16:creationId xmlns:a16="http://schemas.microsoft.com/office/drawing/2014/main" id="{0D0BBCEA-3B5B-2B68-D518-FB7D0298B0FA}"/>
                </a:ext>
              </a:extLst>
            </p:cNvPr>
            <p:cNvSpPr/>
            <p:nvPr/>
          </p:nvSpPr>
          <p:spPr>
            <a:xfrm>
              <a:off x="959056" y="2628675"/>
              <a:ext cx="239789" cy="116349"/>
            </a:xfrm>
            <a:prstGeom prst="rect">
              <a:avLst/>
            </a:prstGeom>
            <a:solidFill>
              <a:srgbClr val="2E75B6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500" baseline="-25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37" name="矩形 236">
              <a:extLst>
                <a:ext uri="{FF2B5EF4-FFF2-40B4-BE49-F238E27FC236}">
                  <a16:creationId xmlns:a16="http://schemas.microsoft.com/office/drawing/2014/main" id="{4E360B54-96A2-0084-F8B8-56CB449F1662}"/>
                </a:ext>
              </a:extLst>
            </p:cNvPr>
            <p:cNvSpPr/>
            <p:nvPr/>
          </p:nvSpPr>
          <p:spPr>
            <a:xfrm>
              <a:off x="1312490" y="2628675"/>
              <a:ext cx="239789" cy="116350"/>
            </a:xfrm>
            <a:prstGeom prst="rect">
              <a:avLst/>
            </a:prstGeom>
            <a:solidFill>
              <a:srgbClr val="7C7C7C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500" baseline="-25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41" name="矩形 240">
              <a:extLst>
                <a:ext uri="{FF2B5EF4-FFF2-40B4-BE49-F238E27FC236}">
                  <a16:creationId xmlns:a16="http://schemas.microsoft.com/office/drawing/2014/main" id="{D61A1809-2DE8-E3AA-FDF3-FB798C2BDC9A}"/>
                </a:ext>
              </a:extLst>
            </p:cNvPr>
            <p:cNvSpPr/>
            <p:nvPr/>
          </p:nvSpPr>
          <p:spPr>
            <a:xfrm>
              <a:off x="956291" y="2982676"/>
              <a:ext cx="239789" cy="116350"/>
            </a:xfrm>
            <a:prstGeom prst="rect">
              <a:avLst/>
            </a:prstGeom>
            <a:solidFill>
              <a:srgbClr val="C55A1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500" baseline="-25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243" name="组合 242">
              <a:extLst>
                <a:ext uri="{FF2B5EF4-FFF2-40B4-BE49-F238E27FC236}">
                  <a16:creationId xmlns:a16="http://schemas.microsoft.com/office/drawing/2014/main" id="{D2D56FCC-13D3-4889-D19A-263E80D49815}"/>
                </a:ext>
              </a:extLst>
            </p:cNvPr>
            <p:cNvGrpSpPr/>
            <p:nvPr/>
          </p:nvGrpSpPr>
          <p:grpSpPr>
            <a:xfrm>
              <a:off x="1320040" y="2982676"/>
              <a:ext cx="253741" cy="772626"/>
              <a:chOff x="4750789" y="4596617"/>
              <a:chExt cx="253741" cy="772626"/>
            </a:xfrm>
          </p:grpSpPr>
          <p:sp>
            <p:nvSpPr>
              <p:cNvPr id="244" name="矩形 243">
                <a:extLst>
                  <a:ext uri="{FF2B5EF4-FFF2-40B4-BE49-F238E27FC236}">
                    <a16:creationId xmlns:a16="http://schemas.microsoft.com/office/drawing/2014/main" id="{3A32C2FB-54BF-AFCF-CA2C-DE8B48A2D262}"/>
                  </a:ext>
                </a:extLst>
              </p:cNvPr>
              <p:cNvSpPr/>
              <p:nvPr/>
            </p:nvSpPr>
            <p:spPr>
              <a:xfrm>
                <a:off x="4750789" y="4596617"/>
                <a:ext cx="239789" cy="116350"/>
              </a:xfrm>
              <a:prstGeom prst="rect">
                <a:avLst/>
              </a:prstGeom>
              <a:solidFill>
                <a:schemeClr val="accent6">
                  <a:lumMod val="75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500" baseline="-250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45" name="文本框 244">
                <a:extLst>
                  <a:ext uri="{FF2B5EF4-FFF2-40B4-BE49-F238E27FC236}">
                    <a16:creationId xmlns:a16="http://schemas.microsoft.com/office/drawing/2014/main" id="{AB897E47-45C1-9B24-0ED6-1A85C6AE8464}"/>
                  </a:ext>
                </a:extLst>
              </p:cNvPr>
              <p:cNvSpPr txBox="1"/>
              <p:nvPr/>
            </p:nvSpPr>
            <p:spPr>
              <a:xfrm>
                <a:off x="4754958" y="5214995"/>
                <a:ext cx="249572" cy="15424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</a:t>
                </a:r>
                <a:r>
                  <a:rPr lang="en-US" altLang="zh-CN" sz="800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4</a:t>
                </a:r>
                <a:endParaRPr lang="zh-CN" altLang="en-US" baseline="-25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246" name="组合 245">
              <a:extLst>
                <a:ext uri="{FF2B5EF4-FFF2-40B4-BE49-F238E27FC236}">
                  <a16:creationId xmlns:a16="http://schemas.microsoft.com/office/drawing/2014/main" id="{2259E92E-BCE5-0DAB-F187-B2E937BE0ECB}"/>
                </a:ext>
              </a:extLst>
            </p:cNvPr>
            <p:cNvGrpSpPr/>
            <p:nvPr/>
          </p:nvGrpSpPr>
          <p:grpSpPr>
            <a:xfrm>
              <a:off x="956499" y="3176523"/>
              <a:ext cx="255083" cy="154248"/>
              <a:chOff x="4730966" y="4522816"/>
              <a:chExt cx="255083" cy="154248"/>
            </a:xfrm>
          </p:grpSpPr>
          <p:sp>
            <p:nvSpPr>
              <p:cNvPr id="247" name="矩形 246">
                <a:extLst>
                  <a:ext uri="{FF2B5EF4-FFF2-40B4-BE49-F238E27FC236}">
                    <a16:creationId xmlns:a16="http://schemas.microsoft.com/office/drawing/2014/main" id="{D0D80CA8-3621-351B-76BA-0C172166A771}"/>
                  </a:ext>
                </a:extLst>
              </p:cNvPr>
              <p:cNvSpPr/>
              <p:nvPr/>
            </p:nvSpPr>
            <p:spPr>
              <a:xfrm>
                <a:off x="4730966" y="4542641"/>
                <a:ext cx="239789" cy="116350"/>
              </a:xfrm>
              <a:prstGeom prst="rect">
                <a:avLst/>
              </a:prstGeom>
              <a:solidFill>
                <a:srgbClr val="2E75B6"/>
              </a:solidFill>
              <a:ln>
                <a:prstDash val="sysDot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500" baseline="-250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48" name="文本框 247">
                <a:extLst>
                  <a:ext uri="{FF2B5EF4-FFF2-40B4-BE49-F238E27FC236}">
                    <a16:creationId xmlns:a16="http://schemas.microsoft.com/office/drawing/2014/main" id="{9E8CB40D-8912-A379-E865-CFE634460A89}"/>
                  </a:ext>
                </a:extLst>
              </p:cNvPr>
              <p:cNvSpPr txBox="1"/>
              <p:nvPr/>
            </p:nvSpPr>
            <p:spPr>
              <a:xfrm>
                <a:off x="4740371" y="4522816"/>
                <a:ext cx="245678" cy="15424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</a:t>
                </a:r>
                <a:r>
                  <a:rPr lang="en-US" altLang="zh-CN" sz="800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:endParaRPr lang="zh-CN" altLang="en-US" baseline="-25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249" name="组合 248">
              <a:extLst>
                <a:ext uri="{FF2B5EF4-FFF2-40B4-BE49-F238E27FC236}">
                  <a16:creationId xmlns:a16="http://schemas.microsoft.com/office/drawing/2014/main" id="{B821D073-9414-2F62-1629-88F78C484C5E}"/>
                </a:ext>
              </a:extLst>
            </p:cNvPr>
            <p:cNvGrpSpPr/>
            <p:nvPr/>
          </p:nvGrpSpPr>
          <p:grpSpPr>
            <a:xfrm>
              <a:off x="1324637" y="3195258"/>
              <a:ext cx="312092" cy="154248"/>
              <a:chOff x="4750815" y="4537246"/>
              <a:chExt cx="312092" cy="154248"/>
            </a:xfrm>
          </p:grpSpPr>
          <p:sp>
            <p:nvSpPr>
              <p:cNvPr id="250" name="矩形 249">
                <a:extLst>
                  <a:ext uri="{FF2B5EF4-FFF2-40B4-BE49-F238E27FC236}">
                    <a16:creationId xmlns:a16="http://schemas.microsoft.com/office/drawing/2014/main" id="{E3A6A9F9-BED5-AE86-46C3-D1CD79A9C376}"/>
                  </a:ext>
                </a:extLst>
              </p:cNvPr>
              <p:cNvSpPr/>
              <p:nvPr/>
            </p:nvSpPr>
            <p:spPr>
              <a:xfrm>
                <a:off x="4750815" y="4549986"/>
                <a:ext cx="239789" cy="116350"/>
              </a:xfrm>
              <a:prstGeom prst="rect">
                <a:avLst/>
              </a:prstGeom>
              <a:solidFill>
                <a:srgbClr val="7C7C7C"/>
              </a:solidFill>
              <a:ln>
                <a:prstDash val="sysDot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500" baseline="-250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51" name="文本框 250">
                <a:extLst>
                  <a:ext uri="{FF2B5EF4-FFF2-40B4-BE49-F238E27FC236}">
                    <a16:creationId xmlns:a16="http://schemas.microsoft.com/office/drawing/2014/main" id="{DF36A571-FA1E-444E-B675-62216D449F37}"/>
                  </a:ext>
                </a:extLst>
              </p:cNvPr>
              <p:cNvSpPr txBox="1"/>
              <p:nvPr/>
            </p:nvSpPr>
            <p:spPr>
              <a:xfrm>
                <a:off x="4762579" y="4537246"/>
                <a:ext cx="300328" cy="15424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</a:t>
                </a:r>
                <a:r>
                  <a:rPr lang="en-US" altLang="zh-CN" sz="800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21</a:t>
                </a:r>
                <a:endParaRPr lang="zh-CN" altLang="en-US" baseline="-25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252" name="组合 251">
              <a:extLst>
                <a:ext uri="{FF2B5EF4-FFF2-40B4-BE49-F238E27FC236}">
                  <a16:creationId xmlns:a16="http://schemas.microsoft.com/office/drawing/2014/main" id="{2938652C-FEAE-383E-B53F-6959CD0F3BB0}"/>
                </a:ext>
              </a:extLst>
            </p:cNvPr>
            <p:cNvGrpSpPr/>
            <p:nvPr/>
          </p:nvGrpSpPr>
          <p:grpSpPr>
            <a:xfrm>
              <a:off x="958722" y="3388915"/>
              <a:ext cx="655101" cy="342926"/>
              <a:chOff x="4738733" y="4469623"/>
              <a:chExt cx="655101" cy="342926"/>
            </a:xfrm>
          </p:grpSpPr>
          <p:sp>
            <p:nvSpPr>
              <p:cNvPr id="253" name="矩形 252">
                <a:extLst>
                  <a:ext uri="{FF2B5EF4-FFF2-40B4-BE49-F238E27FC236}">
                    <a16:creationId xmlns:a16="http://schemas.microsoft.com/office/drawing/2014/main" id="{9DF8330F-1B35-95DC-14B9-C5E280954898}"/>
                  </a:ext>
                </a:extLst>
              </p:cNvPr>
              <p:cNvSpPr/>
              <p:nvPr/>
            </p:nvSpPr>
            <p:spPr>
              <a:xfrm>
                <a:off x="4738733" y="4696199"/>
                <a:ext cx="239789" cy="116350"/>
              </a:xfrm>
              <a:prstGeom prst="rect">
                <a:avLst/>
              </a:prstGeom>
              <a:solidFill>
                <a:srgbClr val="C55A11"/>
              </a:solidFill>
              <a:ln>
                <a:prstDash val="sysDot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500" baseline="-250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54" name="文本框 253">
                <a:extLst>
                  <a:ext uri="{FF2B5EF4-FFF2-40B4-BE49-F238E27FC236}">
                    <a16:creationId xmlns:a16="http://schemas.microsoft.com/office/drawing/2014/main" id="{5205DB4B-E3C9-D68C-9A16-67D947698994}"/>
                  </a:ext>
                </a:extLst>
              </p:cNvPr>
              <p:cNvSpPr txBox="1"/>
              <p:nvPr/>
            </p:nvSpPr>
            <p:spPr>
              <a:xfrm>
                <a:off x="5104220" y="4469623"/>
                <a:ext cx="289614" cy="15424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</a:t>
                </a:r>
                <a:r>
                  <a:rPr lang="en-US" altLang="zh-CN" sz="800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31</a:t>
                </a:r>
                <a:endParaRPr lang="zh-CN" altLang="en-US" baseline="-25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258" name="组合 257">
              <a:extLst>
                <a:ext uri="{FF2B5EF4-FFF2-40B4-BE49-F238E27FC236}">
                  <a16:creationId xmlns:a16="http://schemas.microsoft.com/office/drawing/2014/main" id="{17E5712A-3AFF-AE45-7383-D767CF9996CA}"/>
                </a:ext>
              </a:extLst>
            </p:cNvPr>
            <p:cNvGrpSpPr/>
            <p:nvPr/>
          </p:nvGrpSpPr>
          <p:grpSpPr>
            <a:xfrm>
              <a:off x="4144812" y="1738219"/>
              <a:ext cx="337285" cy="215444"/>
              <a:chOff x="4739851" y="4478222"/>
              <a:chExt cx="337285" cy="215444"/>
            </a:xfrm>
          </p:grpSpPr>
          <p:sp>
            <p:nvSpPr>
              <p:cNvPr id="259" name="矩形 258">
                <a:extLst>
                  <a:ext uri="{FF2B5EF4-FFF2-40B4-BE49-F238E27FC236}">
                    <a16:creationId xmlns:a16="http://schemas.microsoft.com/office/drawing/2014/main" id="{33A27D73-EC68-D5D2-0E4E-50C3F5F17B7C}"/>
                  </a:ext>
                </a:extLst>
              </p:cNvPr>
              <p:cNvSpPr/>
              <p:nvPr/>
            </p:nvSpPr>
            <p:spPr>
              <a:xfrm>
                <a:off x="4743048" y="4506759"/>
                <a:ext cx="239789" cy="116350"/>
              </a:xfrm>
              <a:prstGeom prst="rect">
                <a:avLst/>
              </a:prstGeom>
              <a:solidFill>
                <a:srgbClr val="7C7C7C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500" baseline="-250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60" name="文本框 259">
                <a:extLst>
                  <a:ext uri="{FF2B5EF4-FFF2-40B4-BE49-F238E27FC236}">
                    <a16:creationId xmlns:a16="http://schemas.microsoft.com/office/drawing/2014/main" id="{0D4CEFA1-33AE-1982-E562-0463400FD59F}"/>
                  </a:ext>
                </a:extLst>
              </p:cNvPr>
              <p:cNvSpPr txBox="1"/>
              <p:nvPr/>
            </p:nvSpPr>
            <p:spPr>
              <a:xfrm>
                <a:off x="4739851" y="4478222"/>
                <a:ext cx="337285" cy="2154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</a:t>
                </a:r>
                <a:r>
                  <a:rPr lang="en-US" altLang="zh-CN" sz="800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22</a:t>
                </a:r>
                <a:endParaRPr lang="zh-CN" altLang="en-US" baseline="-25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261" name="组合 260">
              <a:extLst>
                <a:ext uri="{FF2B5EF4-FFF2-40B4-BE49-F238E27FC236}">
                  <a16:creationId xmlns:a16="http://schemas.microsoft.com/office/drawing/2014/main" id="{2128B5E2-F98F-DC9C-56FB-FD341644D65C}"/>
                </a:ext>
              </a:extLst>
            </p:cNvPr>
            <p:cNvGrpSpPr/>
            <p:nvPr/>
          </p:nvGrpSpPr>
          <p:grpSpPr>
            <a:xfrm>
              <a:off x="2956957" y="1035513"/>
              <a:ext cx="175683" cy="384253"/>
              <a:chOff x="4208443" y="2985095"/>
              <a:chExt cx="175683" cy="384253"/>
            </a:xfrm>
          </p:grpSpPr>
          <p:sp>
            <p:nvSpPr>
              <p:cNvPr id="262" name="矩形 261">
                <a:extLst>
                  <a:ext uri="{FF2B5EF4-FFF2-40B4-BE49-F238E27FC236}">
                    <a16:creationId xmlns:a16="http://schemas.microsoft.com/office/drawing/2014/main" id="{37072D93-2D90-4AB3-43F4-86F78FF5E1C5}"/>
                  </a:ext>
                </a:extLst>
              </p:cNvPr>
              <p:cNvSpPr/>
              <p:nvPr/>
            </p:nvSpPr>
            <p:spPr>
              <a:xfrm rot="5400000">
                <a:off x="4162838" y="3047231"/>
                <a:ext cx="239789" cy="116350"/>
              </a:xfrm>
              <a:prstGeom prst="rect">
                <a:avLst/>
              </a:prstGeom>
              <a:solidFill>
                <a:srgbClr val="C55A1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500" baseline="-250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63" name="文本框 262">
                <a:extLst>
                  <a:ext uri="{FF2B5EF4-FFF2-40B4-BE49-F238E27FC236}">
                    <a16:creationId xmlns:a16="http://schemas.microsoft.com/office/drawing/2014/main" id="{B6FBB536-2B0A-B6F9-829F-FDA81CC32815}"/>
                  </a:ext>
                </a:extLst>
              </p:cNvPr>
              <p:cNvSpPr txBox="1"/>
              <p:nvPr/>
            </p:nvSpPr>
            <p:spPr>
              <a:xfrm rot="5400000">
                <a:off x="4104158" y="3089380"/>
                <a:ext cx="384253" cy="17568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</a:t>
                </a:r>
                <a:r>
                  <a:rPr lang="en-US" altLang="zh-CN" sz="800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31</a:t>
                </a:r>
                <a:endParaRPr lang="zh-CN" altLang="en-US" baseline="-25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</p:grpSp>
      <p:sp>
        <p:nvSpPr>
          <p:cNvPr id="264" name="文本框 263">
            <a:extLst>
              <a:ext uri="{FF2B5EF4-FFF2-40B4-BE49-F238E27FC236}">
                <a16:creationId xmlns:a16="http://schemas.microsoft.com/office/drawing/2014/main" id="{DB50BB07-F0C9-C140-C74B-5AB274E58EF2}"/>
              </a:ext>
            </a:extLst>
          </p:cNvPr>
          <p:cNvSpPr txBox="1"/>
          <p:nvPr/>
        </p:nvSpPr>
        <p:spPr>
          <a:xfrm>
            <a:off x="828414" y="1523205"/>
            <a:ext cx="215788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altLang="zh-CN" sz="14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Step1. Vehicles are mapped to virtual lanes according to conflict points.</a:t>
            </a:r>
            <a:endParaRPr lang="zh-CN" altLang="en-US" sz="14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267" name="直接箭头连接符 266">
            <a:extLst>
              <a:ext uri="{FF2B5EF4-FFF2-40B4-BE49-F238E27FC236}">
                <a16:creationId xmlns:a16="http://schemas.microsoft.com/office/drawing/2014/main" id="{94EB94FE-B7F0-9DAE-09AD-A505009C279D}"/>
              </a:ext>
            </a:extLst>
          </p:cNvPr>
          <p:cNvCxnSpPr>
            <a:cxnSpLocks/>
          </p:cNvCxnSpPr>
          <p:nvPr/>
        </p:nvCxnSpPr>
        <p:spPr>
          <a:xfrm>
            <a:off x="5981993" y="3757654"/>
            <a:ext cx="2089945" cy="0"/>
          </a:xfrm>
          <a:prstGeom prst="straightConnector1">
            <a:avLst/>
          </a:prstGeom>
          <a:ln w="28575">
            <a:solidFill>
              <a:schemeClr val="accent5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8" name="矩形 267">
            <a:extLst>
              <a:ext uri="{FF2B5EF4-FFF2-40B4-BE49-F238E27FC236}">
                <a16:creationId xmlns:a16="http://schemas.microsoft.com/office/drawing/2014/main" id="{0E19541B-E50F-AB81-E318-245827A18A1C}"/>
              </a:ext>
            </a:extLst>
          </p:cNvPr>
          <p:cNvSpPr/>
          <p:nvPr/>
        </p:nvSpPr>
        <p:spPr>
          <a:xfrm>
            <a:off x="6782571" y="3659229"/>
            <a:ext cx="317500" cy="196850"/>
          </a:xfrm>
          <a:prstGeom prst="rect">
            <a:avLst/>
          </a:prstGeom>
          <a:solidFill>
            <a:srgbClr val="2E75B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sz="800" baseline="-25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CN" altLang="en-US" sz="800" baseline="-25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9" name="矩形 268">
            <a:extLst>
              <a:ext uri="{FF2B5EF4-FFF2-40B4-BE49-F238E27FC236}">
                <a16:creationId xmlns:a16="http://schemas.microsoft.com/office/drawing/2014/main" id="{DA43BD26-2985-4504-ECE2-897B3B4D5166}"/>
              </a:ext>
            </a:extLst>
          </p:cNvPr>
          <p:cNvSpPr/>
          <p:nvPr/>
        </p:nvSpPr>
        <p:spPr>
          <a:xfrm>
            <a:off x="6223532" y="3659229"/>
            <a:ext cx="317500" cy="196850"/>
          </a:xfrm>
          <a:prstGeom prst="rect">
            <a:avLst/>
          </a:prstGeom>
          <a:solidFill>
            <a:srgbClr val="548235"/>
          </a:solidFill>
          <a:ln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sz="800" baseline="-25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endParaRPr lang="zh-CN" altLang="en-US" sz="800" baseline="-25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0" name="矩形 269">
            <a:extLst>
              <a:ext uri="{FF2B5EF4-FFF2-40B4-BE49-F238E27FC236}">
                <a16:creationId xmlns:a16="http://schemas.microsoft.com/office/drawing/2014/main" id="{D9E2E847-C2ED-4EF4-BB72-81E27962AEB6}"/>
              </a:ext>
            </a:extLst>
          </p:cNvPr>
          <p:cNvSpPr/>
          <p:nvPr/>
        </p:nvSpPr>
        <p:spPr>
          <a:xfrm>
            <a:off x="7339466" y="3659228"/>
            <a:ext cx="400078" cy="198935"/>
          </a:xfrm>
          <a:prstGeom prst="rect">
            <a:avLst/>
          </a:prstGeom>
          <a:solidFill>
            <a:srgbClr val="C55A11"/>
          </a:solidFill>
          <a:ln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sz="800" baseline="-25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32</a:t>
            </a:r>
            <a:endParaRPr lang="zh-CN" altLang="en-US" sz="800" baseline="-25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1" name="文本框 270">
            <a:extLst>
              <a:ext uri="{FF2B5EF4-FFF2-40B4-BE49-F238E27FC236}">
                <a16:creationId xmlns:a16="http://schemas.microsoft.com/office/drawing/2014/main" id="{4997C356-5A6F-E3AB-3325-3C19FCDA890D}"/>
              </a:ext>
            </a:extLst>
          </p:cNvPr>
          <p:cNvSpPr txBox="1"/>
          <p:nvPr/>
        </p:nvSpPr>
        <p:spPr>
          <a:xfrm>
            <a:off x="7779838" y="3516779"/>
            <a:ext cx="3683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altLang="zh-CN" sz="10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CN" altLang="en-US" sz="10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72" name="直接箭头连接符 271">
            <a:extLst>
              <a:ext uri="{FF2B5EF4-FFF2-40B4-BE49-F238E27FC236}">
                <a16:creationId xmlns:a16="http://schemas.microsoft.com/office/drawing/2014/main" id="{5DD4D592-EE19-724F-557A-7E3323345866}"/>
              </a:ext>
            </a:extLst>
          </p:cNvPr>
          <p:cNvCxnSpPr>
            <a:cxnSpLocks/>
          </p:cNvCxnSpPr>
          <p:nvPr/>
        </p:nvCxnSpPr>
        <p:spPr>
          <a:xfrm>
            <a:off x="5981992" y="4281060"/>
            <a:ext cx="2089945" cy="0"/>
          </a:xfrm>
          <a:prstGeom prst="straightConnector1">
            <a:avLst/>
          </a:prstGeom>
          <a:ln w="28575">
            <a:solidFill>
              <a:schemeClr val="accent3">
                <a:lumMod val="75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3" name="矩形 272">
            <a:extLst>
              <a:ext uri="{FF2B5EF4-FFF2-40B4-BE49-F238E27FC236}">
                <a16:creationId xmlns:a16="http://schemas.microsoft.com/office/drawing/2014/main" id="{09740FC8-9129-78A2-4120-AA36BF9C9D67}"/>
              </a:ext>
            </a:extLst>
          </p:cNvPr>
          <p:cNvSpPr/>
          <p:nvPr/>
        </p:nvSpPr>
        <p:spPr>
          <a:xfrm>
            <a:off x="6789156" y="4182635"/>
            <a:ext cx="351837" cy="175873"/>
          </a:xfrm>
          <a:prstGeom prst="rect">
            <a:avLst/>
          </a:prstGeom>
          <a:solidFill>
            <a:srgbClr val="7C7C7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sz="800" baseline="-25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21</a:t>
            </a:r>
            <a:endParaRPr lang="zh-CN" altLang="en-US" sz="800" baseline="-25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4" name="矩形 273">
            <a:extLst>
              <a:ext uri="{FF2B5EF4-FFF2-40B4-BE49-F238E27FC236}">
                <a16:creationId xmlns:a16="http://schemas.microsoft.com/office/drawing/2014/main" id="{EA21BC35-6AB6-0BFE-7CC2-BA4DC5D34697}"/>
              </a:ext>
            </a:extLst>
          </p:cNvPr>
          <p:cNvSpPr/>
          <p:nvPr/>
        </p:nvSpPr>
        <p:spPr>
          <a:xfrm>
            <a:off x="7360417" y="4182635"/>
            <a:ext cx="317500" cy="196850"/>
          </a:xfrm>
          <a:prstGeom prst="rect">
            <a:avLst/>
          </a:prstGeom>
          <a:solidFill>
            <a:srgbClr val="548235"/>
          </a:solidFill>
          <a:ln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sz="800" baseline="-25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endParaRPr lang="zh-CN" altLang="en-US" sz="800" baseline="-25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5" name="矩形 274">
            <a:extLst>
              <a:ext uri="{FF2B5EF4-FFF2-40B4-BE49-F238E27FC236}">
                <a16:creationId xmlns:a16="http://schemas.microsoft.com/office/drawing/2014/main" id="{B2D64324-6B19-2366-55FC-659A52C0052A}"/>
              </a:ext>
            </a:extLst>
          </p:cNvPr>
          <p:cNvSpPr/>
          <p:nvPr/>
        </p:nvSpPr>
        <p:spPr>
          <a:xfrm>
            <a:off x="6223531" y="4182635"/>
            <a:ext cx="351837" cy="196849"/>
          </a:xfrm>
          <a:prstGeom prst="rect">
            <a:avLst/>
          </a:prstGeom>
          <a:solidFill>
            <a:srgbClr val="C55A11"/>
          </a:solidFill>
          <a:ln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sz="800" baseline="-25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32</a:t>
            </a:r>
            <a:endParaRPr lang="zh-CN" altLang="en-US" sz="800" baseline="-25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6" name="文本框 275">
            <a:extLst>
              <a:ext uri="{FF2B5EF4-FFF2-40B4-BE49-F238E27FC236}">
                <a16:creationId xmlns:a16="http://schemas.microsoft.com/office/drawing/2014/main" id="{0861EF4C-5A62-D597-AF61-58E34263B342}"/>
              </a:ext>
            </a:extLst>
          </p:cNvPr>
          <p:cNvSpPr txBox="1"/>
          <p:nvPr/>
        </p:nvSpPr>
        <p:spPr>
          <a:xfrm>
            <a:off x="7764598" y="4059524"/>
            <a:ext cx="3683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altLang="zh-CN" sz="10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zh-CN" altLang="en-US" sz="10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77" name="直接箭头连接符 276">
            <a:extLst>
              <a:ext uri="{FF2B5EF4-FFF2-40B4-BE49-F238E27FC236}">
                <a16:creationId xmlns:a16="http://schemas.microsoft.com/office/drawing/2014/main" id="{7551DDE1-406E-4B14-3ED4-1BEDA79495D8}"/>
              </a:ext>
            </a:extLst>
          </p:cNvPr>
          <p:cNvCxnSpPr>
            <a:cxnSpLocks/>
          </p:cNvCxnSpPr>
          <p:nvPr/>
        </p:nvCxnSpPr>
        <p:spPr>
          <a:xfrm>
            <a:off x="5981992" y="4752010"/>
            <a:ext cx="2089945" cy="0"/>
          </a:xfrm>
          <a:prstGeom prst="straightConnector1">
            <a:avLst/>
          </a:prstGeom>
          <a:ln w="28575">
            <a:solidFill>
              <a:srgbClr val="C55A1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8" name="矩形 277">
            <a:extLst>
              <a:ext uri="{FF2B5EF4-FFF2-40B4-BE49-F238E27FC236}">
                <a16:creationId xmlns:a16="http://schemas.microsoft.com/office/drawing/2014/main" id="{56BAAB39-30B7-64A6-8347-B3F8E01DE672}"/>
              </a:ext>
            </a:extLst>
          </p:cNvPr>
          <p:cNvSpPr/>
          <p:nvPr/>
        </p:nvSpPr>
        <p:spPr>
          <a:xfrm>
            <a:off x="6789156" y="4639669"/>
            <a:ext cx="397909" cy="195151"/>
          </a:xfrm>
          <a:prstGeom prst="rect">
            <a:avLst/>
          </a:prstGeom>
          <a:solidFill>
            <a:srgbClr val="C55A1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sz="800" baseline="-25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32</a:t>
            </a:r>
            <a:endParaRPr lang="zh-CN" altLang="en-US" sz="800" baseline="-25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9" name="文本框 278">
            <a:extLst>
              <a:ext uri="{FF2B5EF4-FFF2-40B4-BE49-F238E27FC236}">
                <a16:creationId xmlns:a16="http://schemas.microsoft.com/office/drawing/2014/main" id="{2A127AAB-7759-7C19-1422-6014E9CC36A9}"/>
              </a:ext>
            </a:extLst>
          </p:cNvPr>
          <p:cNvSpPr txBox="1"/>
          <p:nvPr/>
        </p:nvSpPr>
        <p:spPr>
          <a:xfrm>
            <a:off x="7769998" y="4491873"/>
            <a:ext cx="3683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altLang="zh-CN" sz="10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zh-CN" altLang="en-US" sz="10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0" name="矩形 279">
            <a:extLst>
              <a:ext uri="{FF2B5EF4-FFF2-40B4-BE49-F238E27FC236}">
                <a16:creationId xmlns:a16="http://schemas.microsoft.com/office/drawing/2014/main" id="{74902A34-2E06-32A3-723E-E22799B640B2}"/>
              </a:ext>
            </a:extLst>
          </p:cNvPr>
          <p:cNvSpPr/>
          <p:nvPr/>
        </p:nvSpPr>
        <p:spPr>
          <a:xfrm>
            <a:off x="7389312" y="4652149"/>
            <a:ext cx="350232" cy="182669"/>
          </a:xfrm>
          <a:prstGeom prst="rect">
            <a:avLst/>
          </a:prstGeom>
          <a:solidFill>
            <a:srgbClr val="7C7C7C"/>
          </a:solidFill>
          <a:ln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sz="800" baseline="-25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21</a:t>
            </a:r>
            <a:endParaRPr lang="zh-CN" altLang="en-US" sz="800" baseline="-25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1" name="矩形 280">
            <a:extLst>
              <a:ext uri="{FF2B5EF4-FFF2-40B4-BE49-F238E27FC236}">
                <a16:creationId xmlns:a16="http://schemas.microsoft.com/office/drawing/2014/main" id="{568A677B-ECE5-089B-363B-35ABE3E6B952}"/>
              </a:ext>
            </a:extLst>
          </p:cNvPr>
          <p:cNvSpPr/>
          <p:nvPr/>
        </p:nvSpPr>
        <p:spPr>
          <a:xfrm>
            <a:off x="6208212" y="4626969"/>
            <a:ext cx="317500" cy="196850"/>
          </a:xfrm>
          <a:prstGeom prst="rect">
            <a:avLst/>
          </a:prstGeom>
          <a:solidFill>
            <a:srgbClr val="2E75B6"/>
          </a:solidFill>
          <a:ln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sz="800" baseline="-25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CN" altLang="en-US" sz="800" baseline="-25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82" name="直接箭头连接符 281">
            <a:extLst>
              <a:ext uri="{FF2B5EF4-FFF2-40B4-BE49-F238E27FC236}">
                <a16:creationId xmlns:a16="http://schemas.microsoft.com/office/drawing/2014/main" id="{53CA2478-0410-4633-74FF-FB873908A4C3}"/>
              </a:ext>
            </a:extLst>
          </p:cNvPr>
          <p:cNvCxnSpPr>
            <a:cxnSpLocks/>
          </p:cNvCxnSpPr>
          <p:nvPr/>
        </p:nvCxnSpPr>
        <p:spPr>
          <a:xfrm>
            <a:off x="5981992" y="5164973"/>
            <a:ext cx="2089945" cy="0"/>
          </a:xfrm>
          <a:prstGeom prst="straightConnector1">
            <a:avLst/>
          </a:prstGeom>
          <a:ln w="28575">
            <a:solidFill>
              <a:srgbClr val="C55A1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3" name="文本框 282">
            <a:extLst>
              <a:ext uri="{FF2B5EF4-FFF2-40B4-BE49-F238E27FC236}">
                <a16:creationId xmlns:a16="http://schemas.microsoft.com/office/drawing/2014/main" id="{1A1E851B-D217-C42D-6257-4BF90AE1958F}"/>
              </a:ext>
            </a:extLst>
          </p:cNvPr>
          <p:cNvSpPr txBox="1"/>
          <p:nvPr/>
        </p:nvSpPr>
        <p:spPr>
          <a:xfrm>
            <a:off x="7787464" y="4902084"/>
            <a:ext cx="3683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altLang="zh-CN" sz="10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endParaRPr lang="zh-CN" altLang="en-US" sz="10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4" name="矩形 283">
            <a:extLst>
              <a:ext uri="{FF2B5EF4-FFF2-40B4-BE49-F238E27FC236}">
                <a16:creationId xmlns:a16="http://schemas.microsoft.com/office/drawing/2014/main" id="{28500C64-C16B-C31E-88A4-F2D686712DD9}"/>
              </a:ext>
            </a:extLst>
          </p:cNvPr>
          <p:cNvSpPr/>
          <p:nvPr/>
        </p:nvSpPr>
        <p:spPr>
          <a:xfrm>
            <a:off x="6790351" y="5065119"/>
            <a:ext cx="317500" cy="196850"/>
          </a:xfrm>
          <a:prstGeom prst="rect">
            <a:avLst/>
          </a:prstGeom>
          <a:solidFill>
            <a:srgbClr val="54823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sz="800" baseline="-25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endParaRPr lang="zh-CN" altLang="en-US" sz="800" baseline="-25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5" name="矩形 284">
            <a:extLst>
              <a:ext uri="{FF2B5EF4-FFF2-40B4-BE49-F238E27FC236}">
                <a16:creationId xmlns:a16="http://schemas.microsoft.com/office/drawing/2014/main" id="{540C34D2-1701-E2F8-C971-24095DF3B8C2}"/>
              </a:ext>
            </a:extLst>
          </p:cNvPr>
          <p:cNvSpPr/>
          <p:nvPr/>
        </p:nvSpPr>
        <p:spPr>
          <a:xfrm>
            <a:off x="7389312" y="5083650"/>
            <a:ext cx="317500" cy="196850"/>
          </a:xfrm>
          <a:prstGeom prst="rect">
            <a:avLst/>
          </a:prstGeom>
          <a:solidFill>
            <a:srgbClr val="2E75B6"/>
          </a:solidFill>
          <a:ln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sz="800" baseline="-25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CN" altLang="en-US" sz="800" baseline="-25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6" name="矩形 285">
            <a:extLst>
              <a:ext uri="{FF2B5EF4-FFF2-40B4-BE49-F238E27FC236}">
                <a16:creationId xmlns:a16="http://schemas.microsoft.com/office/drawing/2014/main" id="{30789079-879F-8534-40FA-C076B20DB8E8}"/>
              </a:ext>
            </a:extLst>
          </p:cNvPr>
          <p:cNvSpPr/>
          <p:nvPr/>
        </p:nvSpPr>
        <p:spPr>
          <a:xfrm>
            <a:off x="6227422" y="5069186"/>
            <a:ext cx="347946" cy="192782"/>
          </a:xfrm>
          <a:prstGeom prst="rect">
            <a:avLst/>
          </a:prstGeom>
          <a:solidFill>
            <a:srgbClr val="7C7C7C"/>
          </a:solidFill>
          <a:ln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sz="800" baseline="-25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21</a:t>
            </a:r>
            <a:endParaRPr lang="zh-CN" altLang="en-US" sz="800" baseline="-25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7" name="矩形 286">
            <a:extLst>
              <a:ext uri="{FF2B5EF4-FFF2-40B4-BE49-F238E27FC236}">
                <a16:creationId xmlns:a16="http://schemas.microsoft.com/office/drawing/2014/main" id="{3185DC52-58F2-4515-12AF-817113EEF916}"/>
              </a:ext>
            </a:extLst>
          </p:cNvPr>
          <p:cNvSpPr/>
          <p:nvPr/>
        </p:nvSpPr>
        <p:spPr>
          <a:xfrm>
            <a:off x="9010892" y="2146550"/>
            <a:ext cx="317500" cy="196850"/>
          </a:xfrm>
          <a:prstGeom prst="rect">
            <a:avLst/>
          </a:prstGeom>
          <a:solidFill>
            <a:srgbClr val="2E75B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sz="800" baseline="-25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CN" altLang="en-US" sz="800" baseline="-25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8" name="矩形 287">
            <a:extLst>
              <a:ext uri="{FF2B5EF4-FFF2-40B4-BE49-F238E27FC236}">
                <a16:creationId xmlns:a16="http://schemas.microsoft.com/office/drawing/2014/main" id="{6D16F9B5-B84B-60BB-89F9-C3C57CE81374}"/>
              </a:ext>
            </a:extLst>
          </p:cNvPr>
          <p:cNvSpPr/>
          <p:nvPr/>
        </p:nvSpPr>
        <p:spPr>
          <a:xfrm>
            <a:off x="9710949" y="1576048"/>
            <a:ext cx="356475" cy="229238"/>
          </a:xfrm>
          <a:prstGeom prst="rect">
            <a:avLst/>
          </a:prstGeom>
          <a:solidFill>
            <a:srgbClr val="C55A1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sz="800" baseline="-25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32</a:t>
            </a:r>
            <a:endParaRPr lang="zh-CN" altLang="en-US" sz="800" baseline="-25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9" name="矩形 288">
            <a:extLst>
              <a:ext uri="{FF2B5EF4-FFF2-40B4-BE49-F238E27FC236}">
                <a16:creationId xmlns:a16="http://schemas.microsoft.com/office/drawing/2014/main" id="{5C6A047D-1575-3C18-E83C-8F98C3A260DB}"/>
              </a:ext>
            </a:extLst>
          </p:cNvPr>
          <p:cNvSpPr/>
          <p:nvPr/>
        </p:nvSpPr>
        <p:spPr>
          <a:xfrm>
            <a:off x="10462834" y="2144802"/>
            <a:ext cx="349509" cy="198597"/>
          </a:xfrm>
          <a:prstGeom prst="rect">
            <a:avLst/>
          </a:prstGeom>
          <a:solidFill>
            <a:srgbClr val="7C7C7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sz="800" baseline="-25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21</a:t>
            </a:r>
            <a:endParaRPr lang="zh-CN" altLang="en-US" sz="800" baseline="-25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0" name="矩形 289">
            <a:extLst>
              <a:ext uri="{FF2B5EF4-FFF2-40B4-BE49-F238E27FC236}">
                <a16:creationId xmlns:a16="http://schemas.microsoft.com/office/drawing/2014/main" id="{769B14D1-CB7E-1FFD-59CE-E3754287CFF9}"/>
              </a:ext>
            </a:extLst>
          </p:cNvPr>
          <p:cNvSpPr/>
          <p:nvPr/>
        </p:nvSpPr>
        <p:spPr>
          <a:xfrm>
            <a:off x="9761411" y="2870270"/>
            <a:ext cx="317500" cy="196850"/>
          </a:xfrm>
          <a:prstGeom prst="rect">
            <a:avLst/>
          </a:prstGeom>
          <a:solidFill>
            <a:srgbClr val="54823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sz="800" baseline="-25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endParaRPr lang="zh-CN" altLang="en-US" sz="800" baseline="-25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1" name="弧形 290">
            <a:extLst>
              <a:ext uri="{FF2B5EF4-FFF2-40B4-BE49-F238E27FC236}">
                <a16:creationId xmlns:a16="http://schemas.microsoft.com/office/drawing/2014/main" id="{50BA6616-1591-C88B-CB7F-53E49E5ABB1B}"/>
              </a:ext>
            </a:extLst>
          </p:cNvPr>
          <p:cNvSpPr/>
          <p:nvPr/>
        </p:nvSpPr>
        <p:spPr>
          <a:xfrm>
            <a:off x="9430154" y="1658726"/>
            <a:ext cx="1183539" cy="1183539"/>
          </a:xfrm>
          <a:prstGeom prst="arc">
            <a:avLst>
              <a:gd name="adj1" fmla="val 16200000"/>
              <a:gd name="adj2" fmla="val 20930719"/>
            </a:avLst>
          </a:prstGeom>
          <a:ln w="19050">
            <a:solidFill>
              <a:schemeClr val="tx1"/>
            </a:solidFill>
            <a:prstDash val="sysDash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2" name="弧形 291">
            <a:extLst>
              <a:ext uri="{FF2B5EF4-FFF2-40B4-BE49-F238E27FC236}">
                <a16:creationId xmlns:a16="http://schemas.microsoft.com/office/drawing/2014/main" id="{A2891814-50A8-FE72-7679-DCC5A034C8F2}"/>
              </a:ext>
            </a:extLst>
          </p:cNvPr>
          <p:cNvSpPr/>
          <p:nvPr/>
        </p:nvSpPr>
        <p:spPr>
          <a:xfrm rot="5400000">
            <a:off x="9415381" y="1761902"/>
            <a:ext cx="1183539" cy="1183539"/>
          </a:xfrm>
          <a:prstGeom prst="arc">
            <a:avLst>
              <a:gd name="adj1" fmla="val 16200000"/>
              <a:gd name="adj2" fmla="val 21322451"/>
            </a:avLst>
          </a:prstGeom>
          <a:ln w="19050">
            <a:solidFill>
              <a:schemeClr val="tx1"/>
            </a:solidFill>
            <a:prstDash val="sysDash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3" name="弧形 292">
            <a:extLst>
              <a:ext uri="{FF2B5EF4-FFF2-40B4-BE49-F238E27FC236}">
                <a16:creationId xmlns:a16="http://schemas.microsoft.com/office/drawing/2014/main" id="{FA07D775-60CC-0777-A2CB-88D3B9CE4615}"/>
              </a:ext>
            </a:extLst>
          </p:cNvPr>
          <p:cNvSpPr/>
          <p:nvPr/>
        </p:nvSpPr>
        <p:spPr>
          <a:xfrm rot="10800000">
            <a:off x="9136673" y="1788374"/>
            <a:ext cx="1183539" cy="1183539"/>
          </a:xfrm>
          <a:prstGeom prst="arc">
            <a:avLst>
              <a:gd name="adj1" fmla="val 16200000"/>
              <a:gd name="adj2" fmla="val 83439"/>
            </a:avLst>
          </a:prstGeom>
          <a:ln w="19050">
            <a:solidFill>
              <a:schemeClr val="tx1"/>
            </a:solidFill>
            <a:prstDash val="sysDash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4" name="弧形 293">
            <a:extLst>
              <a:ext uri="{FF2B5EF4-FFF2-40B4-BE49-F238E27FC236}">
                <a16:creationId xmlns:a16="http://schemas.microsoft.com/office/drawing/2014/main" id="{9202BE7B-2A4C-9B2E-5B26-8A89F8C80C59}"/>
              </a:ext>
            </a:extLst>
          </p:cNvPr>
          <p:cNvSpPr/>
          <p:nvPr/>
        </p:nvSpPr>
        <p:spPr>
          <a:xfrm rot="16494868">
            <a:off x="9116888" y="1655954"/>
            <a:ext cx="1183539" cy="1183539"/>
          </a:xfrm>
          <a:prstGeom prst="arc">
            <a:avLst>
              <a:gd name="adj1" fmla="val 16550847"/>
              <a:gd name="adj2" fmla="val 21395440"/>
            </a:avLst>
          </a:prstGeom>
          <a:ln w="19050">
            <a:solidFill>
              <a:schemeClr val="tx1"/>
            </a:solidFill>
            <a:prstDash val="sysDash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5" name="文本框 294">
            <a:extLst>
              <a:ext uri="{FF2B5EF4-FFF2-40B4-BE49-F238E27FC236}">
                <a16:creationId xmlns:a16="http://schemas.microsoft.com/office/drawing/2014/main" id="{8AF31A4B-71F0-7CBC-FDE0-83AAD73A8135}"/>
              </a:ext>
            </a:extLst>
          </p:cNvPr>
          <p:cNvSpPr txBox="1"/>
          <p:nvPr/>
        </p:nvSpPr>
        <p:spPr>
          <a:xfrm>
            <a:off x="9057347" y="1466732"/>
            <a:ext cx="44445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zh-CN" sz="16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CN" altLang="en-US" sz="16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6" name="文本框 295">
            <a:extLst>
              <a:ext uri="{FF2B5EF4-FFF2-40B4-BE49-F238E27FC236}">
                <a16:creationId xmlns:a16="http://schemas.microsoft.com/office/drawing/2014/main" id="{96645AC5-FB60-1629-D294-EC9439F7B5C1}"/>
              </a:ext>
            </a:extLst>
          </p:cNvPr>
          <p:cNvSpPr txBox="1"/>
          <p:nvPr/>
        </p:nvSpPr>
        <p:spPr>
          <a:xfrm>
            <a:off x="10266076" y="1461444"/>
            <a:ext cx="44445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zh-CN" sz="16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zh-CN" altLang="en-US" sz="16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7" name="文本框 296">
            <a:extLst>
              <a:ext uri="{FF2B5EF4-FFF2-40B4-BE49-F238E27FC236}">
                <a16:creationId xmlns:a16="http://schemas.microsoft.com/office/drawing/2014/main" id="{2470EFAE-D6E5-FBA8-2156-69610F57C830}"/>
              </a:ext>
            </a:extLst>
          </p:cNvPr>
          <p:cNvSpPr txBox="1"/>
          <p:nvPr/>
        </p:nvSpPr>
        <p:spPr>
          <a:xfrm>
            <a:off x="10367892" y="2631008"/>
            <a:ext cx="44445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zh-CN" sz="16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zh-CN" altLang="en-US" sz="16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8" name="文本框 297">
            <a:extLst>
              <a:ext uri="{FF2B5EF4-FFF2-40B4-BE49-F238E27FC236}">
                <a16:creationId xmlns:a16="http://schemas.microsoft.com/office/drawing/2014/main" id="{C26502F6-A9CC-28DA-B248-4AB83BC7A8FC}"/>
              </a:ext>
            </a:extLst>
          </p:cNvPr>
          <p:cNvSpPr txBox="1"/>
          <p:nvPr/>
        </p:nvSpPr>
        <p:spPr>
          <a:xfrm>
            <a:off x="9029391" y="2648834"/>
            <a:ext cx="44445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zh-CN" sz="16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endParaRPr lang="zh-CN" altLang="en-US" sz="16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9" name="矩形 298">
            <a:extLst>
              <a:ext uri="{FF2B5EF4-FFF2-40B4-BE49-F238E27FC236}">
                <a16:creationId xmlns:a16="http://schemas.microsoft.com/office/drawing/2014/main" id="{16AA62BC-53D7-F148-5840-AF781342545C}"/>
              </a:ext>
            </a:extLst>
          </p:cNvPr>
          <p:cNvSpPr/>
          <p:nvPr/>
        </p:nvSpPr>
        <p:spPr>
          <a:xfrm>
            <a:off x="9005251" y="4201885"/>
            <a:ext cx="317500" cy="196850"/>
          </a:xfrm>
          <a:prstGeom prst="rect">
            <a:avLst/>
          </a:prstGeom>
          <a:solidFill>
            <a:srgbClr val="2E75B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sz="800" baseline="-25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CN" altLang="en-US" sz="800" baseline="-25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0" name="矩形 299">
            <a:extLst>
              <a:ext uri="{FF2B5EF4-FFF2-40B4-BE49-F238E27FC236}">
                <a16:creationId xmlns:a16="http://schemas.microsoft.com/office/drawing/2014/main" id="{3DD63AA1-1DAD-BEA9-7DF7-4695CB7C2336}"/>
              </a:ext>
            </a:extLst>
          </p:cNvPr>
          <p:cNvSpPr/>
          <p:nvPr/>
        </p:nvSpPr>
        <p:spPr>
          <a:xfrm>
            <a:off x="9705309" y="3631382"/>
            <a:ext cx="354272" cy="204357"/>
          </a:xfrm>
          <a:prstGeom prst="rect">
            <a:avLst/>
          </a:prstGeom>
          <a:solidFill>
            <a:srgbClr val="C55A1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sz="800" baseline="-25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32</a:t>
            </a:r>
            <a:endParaRPr lang="zh-CN" altLang="en-US" sz="800" baseline="-25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1" name="矩形 300">
            <a:extLst>
              <a:ext uri="{FF2B5EF4-FFF2-40B4-BE49-F238E27FC236}">
                <a16:creationId xmlns:a16="http://schemas.microsoft.com/office/drawing/2014/main" id="{773570B7-96A7-9784-C2EA-FCDE92C51C6A}"/>
              </a:ext>
            </a:extLst>
          </p:cNvPr>
          <p:cNvSpPr/>
          <p:nvPr/>
        </p:nvSpPr>
        <p:spPr>
          <a:xfrm>
            <a:off x="10457193" y="4200138"/>
            <a:ext cx="414793" cy="250808"/>
          </a:xfrm>
          <a:prstGeom prst="rect">
            <a:avLst/>
          </a:prstGeom>
          <a:solidFill>
            <a:srgbClr val="7C7C7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sz="800" baseline="-25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21</a:t>
            </a:r>
            <a:endParaRPr lang="zh-CN" altLang="en-US" sz="800" baseline="-25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2" name="矩形 301">
            <a:extLst>
              <a:ext uri="{FF2B5EF4-FFF2-40B4-BE49-F238E27FC236}">
                <a16:creationId xmlns:a16="http://schemas.microsoft.com/office/drawing/2014/main" id="{A89C63E6-B11C-1339-B839-B42674A36C7D}"/>
              </a:ext>
            </a:extLst>
          </p:cNvPr>
          <p:cNvSpPr/>
          <p:nvPr/>
        </p:nvSpPr>
        <p:spPr>
          <a:xfrm>
            <a:off x="9755770" y="4925605"/>
            <a:ext cx="317500" cy="196850"/>
          </a:xfrm>
          <a:prstGeom prst="rect">
            <a:avLst/>
          </a:prstGeom>
          <a:solidFill>
            <a:srgbClr val="54823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sz="800" baseline="-25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endParaRPr lang="zh-CN" altLang="en-US" sz="800" baseline="-25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3" name="弧形 302">
            <a:extLst>
              <a:ext uri="{FF2B5EF4-FFF2-40B4-BE49-F238E27FC236}">
                <a16:creationId xmlns:a16="http://schemas.microsoft.com/office/drawing/2014/main" id="{550F2717-66F3-986F-3124-7FD7CCD63764}"/>
              </a:ext>
            </a:extLst>
          </p:cNvPr>
          <p:cNvSpPr/>
          <p:nvPr/>
        </p:nvSpPr>
        <p:spPr>
          <a:xfrm>
            <a:off x="9424513" y="3714061"/>
            <a:ext cx="1183539" cy="1183539"/>
          </a:xfrm>
          <a:prstGeom prst="arc">
            <a:avLst>
              <a:gd name="adj1" fmla="val 16200000"/>
              <a:gd name="adj2" fmla="val 20930719"/>
            </a:avLst>
          </a:prstGeom>
          <a:ln w="19050">
            <a:solidFill>
              <a:schemeClr val="tx1"/>
            </a:solidFill>
            <a:prstDash val="sysDash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4" name="弧形 303">
            <a:extLst>
              <a:ext uri="{FF2B5EF4-FFF2-40B4-BE49-F238E27FC236}">
                <a16:creationId xmlns:a16="http://schemas.microsoft.com/office/drawing/2014/main" id="{92572DAD-0443-F246-C699-E90B1B81729D}"/>
              </a:ext>
            </a:extLst>
          </p:cNvPr>
          <p:cNvSpPr/>
          <p:nvPr/>
        </p:nvSpPr>
        <p:spPr>
          <a:xfrm rot="5400000">
            <a:off x="9409740" y="3817237"/>
            <a:ext cx="1183539" cy="1183539"/>
          </a:xfrm>
          <a:prstGeom prst="arc">
            <a:avLst>
              <a:gd name="adj1" fmla="val 16200000"/>
              <a:gd name="adj2" fmla="val 21322451"/>
            </a:avLst>
          </a:prstGeom>
          <a:ln w="19050">
            <a:solidFill>
              <a:schemeClr val="tx1"/>
            </a:solidFill>
            <a:prstDash val="sysDash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5" name="弧形 304">
            <a:extLst>
              <a:ext uri="{FF2B5EF4-FFF2-40B4-BE49-F238E27FC236}">
                <a16:creationId xmlns:a16="http://schemas.microsoft.com/office/drawing/2014/main" id="{AB179B9C-8F72-8AF9-7143-265FBEFA03F7}"/>
              </a:ext>
            </a:extLst>
          </p:cNvPr>
          <p:cNvSpPr/>
          <p:nvPr/>
        </p:nvSpPr>
        <p:spPr>
          <a:xfrm rot="10800000">
            <a:off x="9131032" y="3843709"/>
            <a:ext cx="1183539" cy="1183539"/>
          </a:xfrm>
          <a:prstGeom prst="arc">
            <a:avLst>
              <a:gd name="adj1" fmla="val 16200000"/>
              <a:gd name="adj2" fmla="val 83439"/>
            </a:avLst>
          </a:prstGeom>
          <a:ln w="19050">
            <a:solidFill>
              <a:schemeClr val="tx1"/>
            </a:solidFill>
            <a:prstDash val="sysDash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6" name="弧形 305">
            <a:extLst>
              <a:ext uri="{FF2B5EF4-FFF2-40B4-BE49-F238E27FC236}">
                <a16:creationId xmlns:a16="http://schemas.microsoft.com/office/drawing/2014/main" id="{F02F522A-1360-2D27-D35A-0E5C419F7FD2}"/>
              </a:ext>
            </a:extLst>
          </p:cNvPr>
          <p:cNvSpPr/>
          <p:nvPr/>
        </p:nvSpPr>
        <p:spPr>
          <a:xfrm rot="16494868">
            <a:off x="9111247" y="3711289"/>
            <a:ext cx="1183539" cy="1183539"/>
          </a:xfrm>
          <a:prstGeom prst="arc">
            <a:avLst>
              <a:gd name="adj1" fmla="val 16550847"/>
              <a:gd name="adj2" fmla="val 21395440"/>
            </a:avLst>
          </a:prstGeom>
          <a:ln w="19050">
            <a:solidFill>
              <a:schemeClr val="tx1"/>
            </a:solidFill>
            <a:prstDash val="sysDash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7" name="文本框 306">
            <a:extLst>
              <a:ext uri="{FF2B5EF4-FFF2-40B4-BE49-F238E27FC236}">
                <a16:creationId xmlns:a16="http://schemas.microsoft.com/office/drawing/2014/main" id="{A64E55E6-4C50-B84B-C755-7D5596F57BFA}"/>
              </a:ext>
            </a:extLst>
          </p:cNvPr>
          <p:cNvSpPr txBox="1"/>
          <p:nvPr/>
        </p:nvSpPr>
        <p:spPr>
          <a:xfrm>
            <a:off x="9051706" y="3522067"/>
            <a:ext cx="44445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zh-CN" sz="16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CN" altLang="en-US" sz="16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8" name="文本框 307">
            <a:extLst>
              <a:ext uri="{FF2B5EF4-FFF2-40B4-BE49-F238E27FC236}">
                <a16:creationId xmlns:a16="http://schemas.microsoft.com/office/drawing/2014/main" id="{7833B851-D1F8-A74F-485B-30B21AAB174E}"/>
              </a:ext>
            </a:extLst>
          </p:cNvPr>
          <p:cNvSpPr txBox="1"/>
          <p:nvPr/>
        </p:nvSpPr>
        <p:spPr>
          <a:xfrm>
            <a:off x="10260435" y="3516779"/>
            <a:ext cx="44445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zh-CN" sz="16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zh-CN" altLang="en-US" sz="16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9" name="文本框 308">
            <a:extLst>
              <a:ext uri="{FF2B5EF4-FFF2-40B4-BE49-F238E27FC236}">
                <a16:creationId xmlns:a16="http://schemas.microsoft.com/office/drawing/2014/main" id="{3E3CF454-94D2-F69B-1F58-35916F1440CF}"/>
              </a:ext>
            </a:extLst>
          </p:cNvPr>
          <p:cNvSpPr txBox="1"/>
          <p:nvPr/>
        </p:nvSpPr>
        <p:spPr>
          <a:xfrm>
            <a:off x="10362251" y="4686343"/>
            <a:ext cx="44445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zh-CN" sz="16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zh-CN" altLang="en-US" sz="16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0" name="文本框 309">
            <a:extLst>
              <a:ext uri="{FF2B5EF4-FFF2-40B4-BE49-F238E27FC236}">
                <a16:creationId xmlns:a16="http://schemas.microsoft.com/office/drawing/2014/main" id="{9CC4B784-2AD4-A12B-3A3D-93A8A4D63C6A}"/>
              </a:ext>
            </a:extLst>
          </p:cNvPr>
          <p:cNvSpPr txBox="1"/>
          <p:nvPr/>
        </p:nvSpPr>
        <p:spPr>
          <a:xfrm>
            <a:off x="9023750" y="4704169"/>
            <a:ext cx="44445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zh-CN" sz="16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endParaRPr lang="zh-CN" altLang="en-US" sz="16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1" name="乘号 310">
            <a:extLst>
              <a:ext uri="{FF2B5EF4-FFF2-40B4-BE49-F238E27FC236}">
                <a16:creationId xmlns:a16="http://schemas.microsoft.com/office/drawing/2014/main" id="{2FDA3387-2B15-0B99-73B6-792DC57940A0}"/>
              </a:ext>
            </a:extLst>
          </p:cNvPr>
          <p:cNvSpPr/>
          <p:nvPr/>
        </p:nvSpPr>
        <p:spPr>
          <a:xfrm>
            <a:off x="9260243" y="4740050"/>
            <a:ext cx="331040" cy="331040"/>
          </a:xfrm>
          <a:prstGeom prst="mathMultiply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12" name="弧形 311">
            <a:extLst>
              <a:ext uri="{FF2B5EF4-FFF2-40B4-BE49-F238E27FC236}">
                <a16:creationId xmlns:a16="http://schemas.microsoft.com/office/drawing/2014/main" id="{186E7C9A-3E2F-7564-0E8C-6F57ABA1632E}"/>
              </a:ext>
            </a:extLst>
          </p:cNvPr>
          <p:cNvSpPr/>
          <p:nvPr/>
        </p:nvSpPr>
        <p:spPr>
          <a:xfrm rot="14093439">
            <a:off x="8847565" y="3764531"/>
            <a:ext cx="1183539" cy="1183539"/>
          </a:xfrm>
          <a:prstGeom prst="arc">
            <a:avLst>
              <a:gd name="adj1" fmla="val 16550847"/>
              <a:gd name="adj2" fmla="val 21395440"/>
            </a:avLst>
          </a:prstGeom>
          <a:ln w="19050">
            <a:solidFill>
              <a:schemeClr val="tx1"/>
            </a:solidFill>
            <a:prstDash val="sysDash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13" name="弧形 312">
            <a:extLst>
              <a:ext uri="{FF2B5EF4-FFF2-40B4-BE49-F238E27FC236}">
                <a16:creationId xmlns:a16="http://schemas.microsoft.com/office/drawing/2014/main" id="{2E26BEC9-D363-3A89-736A-CE3EC5FBD366}"/>
              </a:ext>
            </a:extLst>
          </p:cNvPr>
          <p:cNvSpPr/>
          <p:nvPr/>
        </p:nvSpPr>
        <p:spPr>
          <a:xfrm rot="7612179">
            <a:off x="9319823" y="4053943"/>
            <a:ext cx="1183539" cy="1183539"/>
          </a:xfrm>
          <a:prstGeom prst="arc">
            <a:avLst>
              <a:gd name="adj1" fmla="val 16550847"/>
              <a:gd name="adj2" fmla="val 21395440"/>
            </a:avLst>
          </a:prstGeom>
          <a:ln w="19050">
            <a:solidFill>
              <a:schemeClr val="tx1"/>
            </a:solidFill>
            <a:prstDash val="sysDash"/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14" name="文本框 313">
            <a:extLst>
              <a:ext uri="{FF2B5EF4-FFF2-40B4-BE49-F238E27FC236}">
                <a16:creationId xmlns:a16="http://schemas.microsoft.com/office/drawing/2014/main" id="{C2B7D8BD-EC49-6633-A1BA-01926904985F}"/>
              </a:ext>
            </a:extLst>
          </p:cNvPr>
          <p:cNvSpPr txBox="1"/>
          <p:nvPr/>
        </p:nvSpPr>
        <p:spPr>
          <a:xfrm>
            <a:off x="8483148" y="4008694"/>
            <a:ext cx="4711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baseline="-5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CN" altLang="en-US" baseline="-5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5" name="文本框 314">
            <a:extLst>
              <a:ext uri="{FF2B5EF4-FFF2-40B4-BE49-F238E27FC236}">
                <a16:creationId xmlns:a16="http://schemas.microsoft.com/office/drawing/2014/main" id="{8512D53D-E92D-A22C-8F3A-DA33B26C4FD1}"/>
              </a:ext>
            </a:extLst>
          </p:cNvPr>
          <p:cNvSpPr txBox="1"/>
          <p:nvPr/>
        </p:nvSpPr>
        <p:spPr>
          <a:xfrm>
            <a:off x="9755770" y="5305958"/>
            <a:ext cx="5301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i="1" baseline="-5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endParaRPr lang="zh-CN" altLang="en-US" baseline="-5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6" name="矩形 315">
            <a:extLst>
              <a:ext uri="{FF2B5EF4-FFF2-40B4-BE49-F238E27FC236}">
                <a16:creationId xmlns:a16="http://schemas.microsoft.com/office/drawing/2014/main" id="{8F75BBB6-4F17-4619-50B9-CD9354841862}"/>
              </a:ext>
            </a:extLst>
          </p:cNvPr>
          <p:cNvSpPr/>
          <p:nvPr/>
        </p:nvSpPr>
        <p:spPr>
          <a:xfrm>
            <a:off x="6272512" y="1413132"/>
            <a:ext cx="317500" cy="196850"/>
          </a:xfrm>
          <a:prstGeom prst="rect">
            <a:avLst/>
          </a:prstGeom>
          <a:solidFill>
            <a:srgbClr val="2E75B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sz="800" baseline="-25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CN" altLang="en-US" sz="800" baseline="-25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7" name="矩形 316">
            <a:extLst>
              <a:ext uri="{FF2B5EF4-FFF2-40B4-BE49-F238E27FC236}">
                <a16:creationId xmlns:a16="http://schemas.microsoft.com/office/drawing/2014/main" id="{500ECB70-7879-AE5A-37AD-1811182A15D5}"/>
              </a:ext>
            </a:extLst>
          </p:cNvPr>
          <p:cNvSpPr/>
          <p:nvPr/>
        </p:nvSpPr>
        <p:spPr>
          <a:xfrm>
            <a:off x="7799972" y="1091478"/>
            <a:ext cx="367495" cy="187822"/>
          </a:xfrm>
          <a:prstGeom prst="rect">
            <a:avLst/>
          </a:prstGeom>
          <a:solidFill>
            <a:srgbClr val="7C7C7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sz="800" baseline="-25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21</a:t>
            </a:r>
            <a:endParaRPr lang="zh-CN" altLang="en-US" sz="800" baseline="-25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8" name="矩形 317">
            <a:extLst>
              <a:ext uri="{FF2B5EF4-FFF2-40B4-BE49-F238E27FC236}">
                <a16:creationId xmlns:a16="http://schemas.microsoft.com/office/drawing/2014/main" id="{9C4DC97F-8254-450C-D4E0-CDC9937D02D3}"/>
              </a:ext>
            </a:extLst>
          </p:cNvPr>
          <p:cNvSpPr/>
          <p:nvPr/>
        </p:nvSpPr>
        <p:spPr>
          <a:xfrm>
            <a:off x="7230773" y="1811904"/>
            <a:ext cx="360651" cy="196850"/>
          </a:xfrm>
          <a:prstGeom prst="rect">
            <a:avLst/>
          </a:prstGeom>
          <a:solidFill>
            <a:srgbClr val="C55A1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sz="800" baseline="-25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32</a:t>
            </a:r>
            <a:endParaRPr lang="zh-CN" altLang="en-US" sz="800" baseline="-25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9" name="矩形 318">
            <a:extLst>
              <a:ext uri="{FF2B5EF4-FFF2-40B4-BE49-F238E27FC236}">
                <a16:creationId xmlns:a16="http://schemas.microsoft.com/office/drawing/2014/main" id="{E70F26A8-B3F5-90CD-D781-96E8192F1969}"/>
              </a:ext>
            </a:extLst>
          </p:cNvPr>
          <p:cNvSpPr/>
          <p:nvPr/>
        </p:nvSpPr>
        <p:spPr>
          <a:xfrm>
            <a:off x="5443350" y="1407719"/>
            <a:ext cx="317500" cy="196850"/>
          </a:xfrm>
          <a:prstGeom prst="rect">
            <a:avLst/>
          </a:prstGeom>
          <a:solidFill>
            <a:srgbClr val="54823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sz="800" baseline="-25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endParaRPr lang="zh-CN" altLang="en-US" sz="800" baseline="-25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320" name="直接箭头连接符 319">
            <a:extLst>
              <a:ext uri="{FF2B5EF4-FFF2-40B4-BE49-F238E27FC236}">
                <a16:creationId xmlns:a16="http://schemas.microsoft.com/office/drawing/2014/main" id="{7603AF1C-0A20-8362-D78F-A8C9F25BE954}"/>
              </a:ext>
            </a:extLst>
          </p:cNvPr>
          <p:cNvCxnSpPr>
            <a:cxnSpLocks/>
            <a:stCxn id="316" idx="3"/>
            <a:endCxn id="318" idx="1"/>
          </p:cNvCxnSpPr>
          <p:nvPr/>
        </p:nvCxnSpPr>
        <p:spPr>
          <a:xfrm>
            <a:off x="6590012" y="1511557"/>
            <a:ext cx="640761" cy="398772"/>
          </a:xfrm>
          <a:prstGeom prst="straightConnector1">
            <a:avLst/>
          </a:prstGeom>
          <a:ln w="19050">
            <a:solidFill>
              <a:srgbClr val="C55A1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1" name="直接箭头连接符 320">
            <a:extLst>
              <a:ext uri="{FF2B5EF4-FFF2-40B4-BE49-F238E27FC236}">
                <a16:creationId xmlns:a16="http://schemas.microsoft.com/office/drawing/2014/main" id="{8CDE8320-1F26-FB9E-F31B-9BBBE260D738}"/>
              </a:ext>
            </a:extLst>
          </p:cNvPr>
          <p:cNvCxnSpPr>
            <a:stCxn id="316" idx="1"/>
            <a:endCxn id="319" idx="3"/>
          </p:cNvCxnSpPr>
          <p:nvPr/>
        </p:nvCxnSpPr>
        <p:spPr>
          <a:xfrm flipH="1" flipV="1">
            <a:off x="5760850" y="1506144"/>
            <a:ext cx="511662" cy="5413"/>
          </a:xfrm>
          <a:prstGeom prst="straightConnector1">
            <a:avLst/>
          </a:prstGeom>
          <a:ln w="19050">
            <a:solidFill>
              <a:srgbClr val="54823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2" name="直接箭头连接符 321">
            <a:extLst>
              <a:ext uri="{FF2B5EF4-FFF2-40B4-BE49-F238E27FC236}">
                <a16:creationId xmlns:a16="http://schemas.microsoft.com/office/drawing/2014/main" id="{CD3BC320-C3BA-1DE0-95BD-8C3EAAA90D70}"/>
              </a:ext>
            </a:extLst>
          </p:cNvPr>
          <p:cNvCxnSpPr>
            <a:cxnSpLocks/>
            <a:stCxn id="316" idx="0"/>
            <a:endCxn id="317" idx="1"/>
          </p:cNvCxnSpPr>
          <p:nvPr/>
        </p:nvCxnSpPr>
        <p:spPr>
          <a:xfrm flipV="1">
            <a:off x="6431262" y="1185389"/>
            <a:ext cx="1368710" cy="227743"/>
          </a:xfrm>
          <a:prstGeom prst="straightConnector1">
            <a:avLst/>
          </a:prstGeom>
          <a:ln w="19050">
            <a:solidFill>
              <a:srgbClr val="7C7C7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3" name="矩形 322">
            <a:extLst>
              <a:ext uri="{FF2B5EF4-FFF2-40B4-BE49-F238E27FC236}">
                <a16:creationId xmlns:a16="http://schemas.microsoft.com/office/drawing/2014/main" id="{45E80283-D00B-878A-997C-059F885E2A1C}"/>
              </a:ext>
            </a:extLst>
          </p:cNvPr>
          <p:cNvSpPr/>
          <p:nvPr/>
        </p:nvSpPr>
        <p:spPr>
          <a:xfrm>
            <a:off x="5420552" y="1376354"/>
            <a:ext cx="364067" cy="251883"/>
          </a:xfrm>
          <a:prstGeom prst="rect">
            <a:avLst/>
          </a:prstGeom>
          <a:noFill/>
          <a:ln w="1905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4" name="矩形 323">
            <a:extLst>
              <a:ext uri="{FF2B5EF4-FFF2-40B4-BE49-F238E27FC236}">
                <a16:creationId xmlns:a16="http://schemas.microsoft.com/office/drawing/2014/main" id="{A565C7DF-5F09-19F6-A5F8-BEDFC37EB667}"/>
              </a:ext>
            </a:extLst>
          </p:cNvPr>
          <p:cNvSpPr/>
          <p:nvPr/>
        </p:nvSpPr>
        <p:spPr>
          <a:xfrm>
            <a:off x="7203053" y="1780367"/>
            <a:ext cx="413772" cy="251883"/>
          </a:xfrm>
          <a:prstGeom prst="rect">
            <a:avLst/>
          </a:prstGeom>
          <a:noFill/>
          <a:ln w="1905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5" name="文本框 324">
            <a:extLst>
              <a:ext uri="{FF2B5EF4-FFF2-40B4-BE49-F238E27FC236}">
                <a16:creationId xmlns:a16="http://schemas.microsoft.com/office/drawing/2014/main" id="{6AAA2FB6-6B6A-B615-4B2F-DC8B1B4A0EE7}"/>
              </a:ext>
            </a:extLst>
          </p:cNvPr>
          <p:cNvSpPr txBox="1"/>
          <p:nvPr/>
        </p:nvSpPr>
        <p:spPr>
          <a:xfrm>
            <a:off x="5670338" y="2082113"/>
            <a:ext cx="3226668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altLang="zh-CN" sz="14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Step2. Display the rectangular table of candidate vehicles, the red dotted box selects the vehicle to be considered for V</a:t>
            </a:r>
            <a:r>
              <a:rPr lang="en-US" altLang="zh-CN" sz="1400" baseline="-25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sz="14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en-US" sz="14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326" name="文本框 325">
            <a:extLst>
              <a:ext uri="{FF2B5EF4-FFF2-40B4-BE49-F238E27FC236}">
                <a16:creationId xmlns:a16="http://schemas.microsoft.com/office/drawing/2014/main" id="{D6CA9884-F1D9-44D4-6F6C-ED85E5CDA01F}"/>
              </a:ext>
            </a:extLst>
          </p:cNvPr>
          <p:cNvSpPr txBox="1"/>
          <p:nvPr/>
        </p:nvSpPr>
        <p:spPr>
          <a:xfrm>
            <a:off x="6077197" y="5407378"/>
            <a:ext cx="221832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altLang="zh-CN" sz="14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Step 3. Deadlock detection</a:t>
            </a:r>
            <a:endParaRPr lang="zh-CN" altLang="en-US" sz="14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327" name="文本框 326">
            <a:extLst>
              <a:ext uri="{FF2B5EF4-FFF2-40B4-BE49-F238E27FC236}">
                <a16:creationId xmlns:a16="http://schemas.microsoft.com/office/drawing/2014/main" id="{D840313B-D001-1253-5474-38383BB5B2A9}"/>
              </a:ext>
            </a:extLst>
          </p:cNvPr>
          <p:cNvSpPr txBox="1"/>
          <p:nvPr/>
        </p:nvSpPr>
        <p:spPr>
          <a:xfrm>
            <a:off x="10182756" y="2962057"/>
            <a:ext cx="151859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altLang="zh-CN" sz="14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Step4. Deadlock ring formation</a:t>
            </a:r>
            <a:endParaRPr lang="zh-CN" altLang="en-US" sz="14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328" name="直接箭头连接符 327">
            <a:extLst>
              <a:ext uri="{FF2B5EF4-FFF2-40B4-BE49-F238E27FC236}">
                <a16:creationId xmlns:a16="http://schemas.microsoft.com/office/drawing/2014/main" id="{3F196AFF-6111-7F22-0E4A-200DF34A85FC}"/>
              </a:ext>
            </a:extLst>
          </p:cNvPr>
          <p:cNvCxnSpPr/>
          <p:nvPr/>
        </p:nvCxnSpPr>
        <p:spPr>
          <a:xfrm>
            <a:off x="9863624" y="3157701"/>
            <a:ext cx="0" cy="317501"/>
          </a:xfrm>
          <a:prstGeom prst="straightConnector1">
            <a:avLst/>
          </a:prstGeom>
          <a:ln w="1905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9" name="文本框 328">
            <a:extLst>
              <a:ext uri="{FF2B5EF4-FFF2-40B4-BE49-F238E27FC236}">
                <a16:creationId xmlns:a16="http://schemas.microsoft.com/office/drawing/2014/main" id="{57EFB8D9-2932-A721-3EE9-548ABDC67FC7}"/>
              </a:ext>
            </a:extLst>
          </p:cNvPr>
          <p:cNvSpPr txBox="1"/>
          <p:nvPr/>
        </p:nvSpPr>
        <p:spPr>
          <a:xfrm>
            <a:off x="10193412" y="5133748"/>
            <a:ext cx="147819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altLang="zh-CN" sz="14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Step5 .Deadlock ring resolution </a:t>
            </a:r>
            <a:endParaRPr lang="zh-CN" altLang="en-US" sz="14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331" name="矩形 330">
            <a:extLst>
              <a:ext uri="{FF2B5EF4-FFF2-40B4-BE49-F238E27FC236}">
                <a16:creationId xmlns:a16="http://schemas.microsoft.com/office/drawing/2014/main" id="{825B5EA4-9D1F-62B4-6AEA-D8A96A9D875C}"/>
              </a:ext>
            </a:extLst>
          </p:cNvPr>
          <p:cNvSpPr/>
          <p:nvPr/>
        </p:nvSpPr>
        <p:spPr>
          <a:xfrm>
            <a:off x="7768203" y="1058683"/>
            <a:ext cx="432822" cy="246222"/>
          </a:xfrm>
          <a:prstGeom prst="rect">
            <a:avLst/>
          </a:prstGeom>
          <a:noFill/>
          <a:ln w="1905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2" name="矩形 331">
            <a:extLst>
              <a:ext uri="{FF2B5EF4-FFF2-40B4-BE49-F238E27FC236}">
                <a16:creationId xmlns:a16="http://schemas.microsoft.com/office/drawing/2014/main" id="{09A79670-0D68-28F0-3B49-2698E76444FC}"/>
              </a:ext>
            </a:extLst>
          </p:cNvPr>
          <p:cNvSpPr/>
          <p:nvPr/>
        </p:nvSpPr>
        <p:spPr>
          <a:xfrm>
            <a:off x="8318233" y="1082450"/>
            <a:ext cx="352380" cy="196850"/>
          </a:xfrm>
          <a:prstGeom prst="rect">
            <a:avLst/>
          </a:prstGeom>
          <a:solidFill>
            <a:srgbClr val="7C7C7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sz="800" baseline="-25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22</a:t>
            </a:r>
            <a:endParaRPr lang="zh-CN" altLang="en-US" sz="800" baseline="-25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333" name="直接箭头连接符 332">
            <a:extLst>
              <a:ext uri="{FF2B5EF4-FFF2-40B4-BE49-F238E27FC236}">
                <a16:creationId xmlns:a16="http://schemas.microsoft.com/office/drawing/2014/main" id="{975333AB-0765-28A2-AA7F-1F46C29D0B49}"/>
              </a:ext>
            </a:extLst>
          </p:cNvPr>
          <p:cNvCxnSpPr>
            <a:cxnSpLocks/>
            <a:stCxn id="316" idx="0"/>
          </p:cNvCxnSpPr>
          <p:nvPr/>
        </p:nvCxnSpPr>
        <p:spPr>
          <a:xfrm flipV="1">
            <a:off x="6431262" y="436675"/>
            <a:ext cx="945741" cy="976457"/>
          </a:xfrm>
          <a:prstGeom prst="straightConnector1">
            <a:avLst/>
          </a:prstGeom>
          <a:ln w="19050">
            <a:solidFill>
              <a:srgbClr val="C55A1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4" name="直接箭头连接符 333">
            <a:extLst>
              <a:ext uri="{FF2B5EF4-FFF2-40B4-BE49-F238E27FC236}">
                <a16:creationId xmlns:a16="http://schemas.microsoft.com/office/drawing/2014/main" id="{F766BE4A-95DE-6AB9-8674-B20B55C48EA6}"/>
              </a:ext>
            </a:extLst>
          </p:cNvPr>
          <p:cNvCxnSpPr>
            <a:cxnSpLocks/>
            <a:stCxn id="316" idx="3"/>
            <a:endCxn id="332" idx="2"/>
          </p:cNvCxnSpPr>
          <p:nvPr/>
        </p:nvCxnSpPr>
        <p:spPr>
          <a:xfrm flipV="1">
            <a:off x="6590012" y="1279300"/>
            <a:ext cx="1904411" cy="232257"/>
          </a:xfrm>
          <a:prstGeom prst="straightConnector1">
            <a:avLst/>
          </a:prstGeom>
          <a:ln w="19050">
            <a:solidFill>
              <a:srgbClr val="7C7C7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5" name="矩形 404">
            <a:extLst>
              <a:ext uri="{FF2B5EF4-FFF2-40B4-BE49-F238E27FC236}">
                <a16:creationId xmlns:a16="http://schemas.microsoft.com/office/drawing/2014/main" id="{9DE7E1B1-DB45-607A-7CFA-4AF50B2E9421}"/>
              </a:ext>
            </a:extLst>
          </p:cNvPr>
          <p:cNvSpPr/>
          <p:nvPr/>
        </p:nvSpPr>
        <p:spPr>
          <a:xfrm>
            <a:off x="7200046" y="239832"/>
            <a:ext cx="353914" cy="196843"/>
          </a:xfrm>
          <a:prstGeom prst="rect">
            <a:avLst/>
          </a:prstGeom>
          <a:solidFill>
            <a:srgbClr val="C55A1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sz="800" baseline="-25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31</a:t>
            </a:r>
            <a:endParaRPr lang="zh-CN" altLang="en-US" sz="800" baseline="-25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07" name="文本框 406">
            <a:extLst>
              <a:ext uri="{FF2B5EF4-FFF2-40B4-BE49-F238E27FC236}">
                <a16:creationId xmlns:a16="http://schemas.microsoft.com/office/drawing/2014/main" id="{5A5C7635-ABBE-0B0A-9808-2D91D53727E3}"/>
              </a:ext>
            </a:extLst>
          </p:cNvPr>
          <p:cNvSpPr txBox="1"/>
          <p:nvPr/>
        </p:nvSpPr>
        <p:spPr>
          <a:xfrm>
            <a:off x="1239856" y="4074912"/>
            <a:ext cx="35886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sz="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CN" altLang="en-US" sz="8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08" name="文本框 407">
            <a:extLst>
              <a:ext uri="{FF2B5EF4-FFF2-40B4-BE49-F238E27FC236}">
                <a16:creationId xmlns:a16="http://schemas.microsoft.com/office/drawing/2014/main" id="{0ADF2343-BF14-911C-EF79-A065B1A41E48}"/>
              </a:ext>
            </a:extLst>
          </p:cNvPr>
          <p:cNvSpPr txBox="1"/>
          <p:nvPr/>
        </p:nvSpPr>
        <p:spPr>
          <a:xfrm>
            <a:off x="1664355" y="4081177"/>
            <a:ext cx="345017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sz="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21</a:t>
            </a:r>
            <a:endParaRPr lang="zh-CN" altLang="en-US" sz="8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09" name="文本框 408">
            <a:extLst>
              <a:ext uri="{FF2B5EF4-FFF2-40B4-BE49-F238E27FC236}">
                <a16:creationId xmlns:a16="http://schemas.microsoft.com/office/drawing/2014/main" id="{C8D93C42-70AA-6559-6B4F-EBF5594B9C0C}"/>
              </a:ext>
            </a:extLst>
          </p:cNvPr>
          <p:cNvSpPr txBox="1"/>
          <p:nvPr/>
        </p:nvSpPr>
        <p:spPr>
          <a:xfrm>
            <a:off x="1238931" y="4578621"/>
            <a:ext cx="345017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sz="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32</a:t>
            </a:r>
            <a:endParaRPr lang="zh-CN" altLang="en-US" sz="8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28" name="矩形 527">
            <a:extLst>
              <a:ext uri="{FF2B5EF4-FFF2-40B4-BE49-F238E27FC236}">
                <a16:creationId xmlns:a16="http://schemas.microsoft.com/office/drawing/2014/main" id="{03720164-9DF6-7600-4CA9-7FD6C19652EE}"/>
              </a:ext>
            </a:extLst>
          </p:cNvPr>
          <p:cNvSpPr/>
          <p:nvPr/>
        </p:nvSpPr>
        <p:spPr>
          <a:xfrm rot="5400000">
            <a:off x="2933947" y="1619325"/>
            <a:ext cx="334923" cy="142683"/>
          </a:xfrm>
          <a:prstGeom prst="rect">
            <a:avLst/>
          </a:prstGeom>
          <a:solidFill>
            <a:srgbClr val="C55A1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500" baseline="-25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29" name="矩形 528">
            <a:extLst>
              <a:ext uri="{FF2B5EF4-FFF2-40B4-BE49-F238E27FC236}">
                <a16:creationId xmlns:a16="http://schemas.microsoft.com/office/drawing/2014/main" id="{C52CFB09-3B1F-0245-CD58-DC381CDD0486}"/>
              </a:ext>
            </a:extLst>
          </p:cNvPr>
          <p:cNvSpPr/>
          <p:nvPr/>
        </p:nvSpPr>
        <p:spPr>
          <a:xfrm rot="10800000">
            <a:off x="2002280" y="2533725"/>
            <a:ext cx="334923" cy="142683"/>
          </a:xfrm>
          <a:prstGeom prst="rect">
            <a:avLst/>
          </a:prstGeom>
          <a:solidFill>
            <a:srgbClr val="C55A1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500" baseline="-25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30" name="文本框 529">
            <a:extLst>
              <a:ext uri="{FF2B5EF4-FFF2-40B4-BE49-F238E27FC236}">
                <a16:creationId xmlns:a16="http://schemas.microsoft.com/office/drawing/2014/main" id="{2C646CA5-F556-835A-61F1-C78F60D0C45C}"/>
              </a:ext>
            </a:extLst>
          </p:cNvPr>
          <p:cNvSpPr txBox="1"/>
          <p:nvPr/>
        </p:nvSpPr>
        <p:spPr>
          <a:xfrm rot="5400000">
            <a:off x="2928382" y="1588509"/>
            <a:ext cx="34605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sz="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52</a:t>
            </a:r>
            <a:endParaRPr lang="zh-CN" altLang="en-US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31" name="文本框 530">
            <a:extLst>
              <a:ext uri="{FF2B5EF4-FFF2-40B4-BE49-F238E27FC236}">
                <a16:creationId xmlns:a16="http://schemas.microsoft.com/office/drawing/2014/main" id="{3A1ACDC8-AB91-2DD8-57A8-2C038C24D09C}"/>
              </a:ext>
            </a:extLst>
          </p:cNvPr>
          <p:cNvSpPr txBox="1"/>
          <p:nvPr/>
        </p:nvSpPr>
        <p:spPr>
          <a:xfrm>
            <a:off x="1996715" y="2497345"/>
            <a:ext cx="34605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sz="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51</a:t>
            </a:r>
            <a:endParaRPr lang="zh-CN" altLang="en-US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33" name="矩形 532">
            <a:extLst>
              <a:ext uri="{FF2B5EF4-FFF2-40B4-BE49-F238E27FC236}">
                <a16:creationId xmlns:a16="http://schemas.microsoft.com/office/drawing/2014/main" id="{A6F10A05-19C3-E605-95FA-9B5A1551105C}"/>
              </a:ext>
            </a:extLst>
          </p:cNvPr>
          <p:cNvSpPr/>
          <p:nvPr/>
        </p:nvSpPr>
        <p:spPr>
          <a:xfrm rot="10800000">
            <a:off x="4847080" y="2506151"/>
            <a:ext cx="334923" cy="142683"/>
          </a:xfrm>
          <a:prstGeom prst="rect">
            <a:avLst/>
          </a:prstGeom>
          <a:solidFill>
            <a:srgbClr val="7C7C7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500" baseline="-25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34" name="文本框 533">
            <a:extLst>
              <a:ext uri="{FF2B5EF4-FFF2-40B4-BE49-F238E27FC236}">
                <a16:creationId xmlns:a16="http://schemas.microsoft.com/office/drawing/2014/main" id="{4287A76F-4695-EDC7-5086-F9C472D29529}"/>
              </a:ext>
            </a:extLst>
          </p:cNvPr>
          <p:cNvSpPr txBox="1"/>
          <p:nvPr/>
        </p:nvSpPr>
        <p:spPr>
          <a:xfrm>
            <a:off x="4850724" y="2459593"/>
            <a:ext cx="34605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sz="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62</a:t>
            </a:r>
            <a:endParaRPr lang="zh-CN" altLang="en-US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35" name="矩形 534">
            <a:extLst>
              <a:ext uri="{FF2B5EF4-FFF2-40B4-BE49-F238E27FC236}">
                <a16:creationId xmlns:a16="http://schemas.microsoft.com/office/drawing/2014/main" id="{25196119-B922-2FEE-F31C-F65CBE00962D}"/>
              </a:ext>
            </a:extLst>
          </p:cNvPr>
          <p:cNvSpPr/>
          <p:nvPr/>
        </p:nvSpPr>
        <p:spPr>
          <a:xfrm rot="16200000">
            <a:off x="3945833" y="1754846"/>
            <a:ext cx="334923" cy="142683"/>
          </a:xfrm>
          <a:prstGeom prst="rect">
            <a:avLst/>
          </a:prstGeom>
          <a:solidFill>
            <a:srgbClr val="7C7C7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500" baseline="-25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36" name="文本框 535">
            <a:extLst>
              <a:ext uri="{FF2B5EF4-FFF2-40B4-BE49-F238E27FC236}">
                <a16:creationId xmlns:a16="http://schemas.microsoft.com/office/drawing/2014/main" id="{F81A1EE1-2346-9AD8-5318-B0A9DC6F0F96}"/>
              </a:ext>
            </a:extLst>
          </p:cNvPr>
          <p:cNvSpPr txBox="1"/>
          <p:nvPr/>
        </p:nvSpPr>
        <p:spPr>
          <a:xfrm rot="5400000">
            <a:off x="3949219" y="1724030"/>
            <a:ext cx="34605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sz="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61</a:t>
            </a:r>
            <a:endParaRPr lang="zh-CN" altLang="en-US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37" name="矩形 536">
            <a:extLst>
              <a:ext uri="{FF2B5EF4-FFF2-40B4-BE49-F238E27FC236}">
                <a16:creationId xmlns:a16="http://schemas.microsoft.com/office/drawing/2014/main" id="{60007531-5203-A19D-1B26-3CC4993813F6}"/>
              </a:ext>
            </a:extLst>
          </p:cNvPr>
          <p:cNvSpPr/>
          <p:nvPr/>
        </p:nvSpPr>
        <p:spPr>
          <a:xfrm rot="10800000">
            <a:off x="1928215" y="3560040"/>
            <a:ext cx="334923" cy="142683"/>
          </a:xfrm>
          <a:prstGeom prst="rect">
            <a:avLst/>
          </a:prstGeom>
          <a:solidFill>
            <a:srgbClr val="54823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500" baseline="-25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39" name="矩形 538">
            <a:extLst>
              <a:ext uri="{FF2B5EF4-FFF2-40B4-BE49-F238E27FC236}">
                <a16:creationId xmlns:a16="http://schemas.microsoft.com/office/drawing/2014/main" id="{1542F7D3-9B14-54CE-6C6D-7873B7DE94F4}"/>
              </a:ext>
            </a:extLst>
          </p:cNvPr>
          <p:cNvSpPr/>
          <p:nvPr/>
        </p:nvSpPr>
        <p:spPr>
          <a:xfrm rot="16200000">
            <a:off x="2876383" y="4430334"/>
            <a:ext cx="334923" cy="142683"/>
          </a:xfrm>
          <a:prstGeom prst="rect">
            <a:avLst/>
          </a:prstGeom>
          <a:solidFill>
            <a:srgbClr val="54823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500" baseline="-25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41" name="文本框 540">
            <a:extLst>
              <a:ext uri="{FF2B5EF4-FFF2-40B4-BE49-F238E27FC236}">
                <a16:creationId xmlns:a16="http://schemas.microsoft.com/office/drawing/2014/main" id="{756BC484-EA79-45E2-47A1-2512987D8CEE}"/>
              </a:ext>
            </a:extLst>
          </p:cNvPr>
          <p:cNvSpPr txBox="1"/>
          <p:nvPr/>
        </p:nvSpPr>
        <p:spPr>
          <a:xfrm>
            <a:off x="1959393" y="3523660"/>
            <a:ext cx="34605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sz="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72</a:t>
            </a:r>
            <a:endParaRPr lang="zh-CN" altLang="en-US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38" name="文本框 537">
            <a:extLst>
              <a:ext uri="{FF2B5EF4-FFF2-40B4-BE49-F238E27FC236}">
                <a16:creationId xmlns:a16="http://schemas.microsoft.com/office/drawing/2014/main" id="{5BFA0577-A416-29CA-95FF-9005ED0E5776}"/>
              </a:ext>
            </a:extLst>
          </p:cNvPr>
          <p:cNvSpPr txBox="1"/>
          <p:nvPr/>
        </p:nvSpPr>
        <p:spPr>
          <a:xfrm rot="5400000">
            <a:off x="2885218" y="4390846"/>
            <a:ext cx="34605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sz="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71</a:t>
            </a:r>
            <a:endParaRPr lang="zh-CN" altLang="en-US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43" name="矩形 542">
            <a:extLst>
              <a:ext uri="{FF2B5EF4-FFF2-40B4-BE49-F238E27FC236}">
                <a16:creationId xmlns:a16="http://schemas.microsoft.com/office/drawing/2014/main" id="{8AF63A12-5518-EB34-9C0A-C65C4612C4C3}"/>
              </a:ext>
            </a:extLst>
          </p:cNvPr>
          <p:cNvSpPr/>
          <p:nvPr/>
        </p:nvSpPr>
        <p:spPr>
          <a:xfrm rot="10800000">
            <a:off x="4892246" y="3516779"/>
            <a:ext cx="334923" cy="142683"/>
          </a:xfrm>
          <a:prstGeom prst="rect">
            <a:avLst/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500" baseline="-25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44" name="矩形 543">
            <a:extLst>
              <a:ext uri="{FF2B5EF4-FFF2-40B4-BE49-F238E27FC236}">
                <a16:creationId xmlns:a16="http://schemas.microsoft.com/office/drawing/2014/main" id="{4EDAED34-43B1-4664-AD3E-BE93C5B18AA8}"/>
              </a:ext>
            </a:extLst>
          </p:cNvPr>
          <p:cNvSpPr/>
          <p:nvPr/>
        </p:nvSpPr>
        <p:spPr>
          <a:xfrm rot="16200000">
            <a:off x="3981417" y="4437267"/>
            <a:ext cx="334923" cy="142683"/>
          </a:xfrm>
          <a:prstGeom prst="rect">
            <a:avLst/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500" baseline="-25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45" name="文本框 544">
            <a:extLst>
              <a:ext uri="{FF2B5EF4-FFF2-40B4-BE49-F238E27FC236}">
                <a16:creationId xmlns:a16="http://schemas.microsoft.com/office/drawing/2014/main" id="{F48CEC6B-FF54-D871-50F8-F808F21AA44F}"/>
              </a:ext>
            </a:extLst>
          </p:cNvPr>
          <p:cNvSpPr txBox="1"/>
          <p:nvPr/>
        </p:nvSpPr>
        <p:spPr>
          <a:xfrm rot="5400000">
            <a:off x="3986644" y="4419027"/>
            <a:ext cx="34605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sz="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82</a:t>
            </a:r>
            <a:endParaRPr lang="zh-CN" altLang="en-US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42" name="文本框 541">
            <a:extLst>
              <a:ext uri="{FF2B5EF4-FFF2-40B4-BE49-F238E27FC236}">
                <a16:creationId xmlns:a16="http://schemas.microsoft.com/office/drawing/2014/main" id="{194E5702-05FA-0D4A-8A9F-2F9C8DE7EA70}"/>
              </a:ext>
            </a:extLst>
          </p:cNvPr>
          <p:cNvSpPr txBox="1"/>
          <p:nvPr/>
        </p:nvSpPr>
        <p:spPr>
          <a:xfrm>
            <a:off x="4885753" y="3475202"/>
            <a:ext cx="34605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sz="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81</a:t>
            </a:r>
            <a:endParaRPr lang="zh-CN" altLang="en-US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46" name="文本框 545">
            <a:extLst>
              <a:ext uri="{FF2B5EF4-FFF2-40B4-BE49-F238E27FC236}">
                <a16:creationId xmlns:a16="http://schemas.microsoft.com/office/drawing/2014/main" id="{15F042B9-3FC8-1885-6AB4-FDCEABAE7A0A}"/>
              </a:ext>
            </a:extLst>
          </p:cNvPr>
          <p:cNvSpPr txBox="1"/>
          <p:nvPr/>
        </p:nvSpPr>
        <p:spPr>
          <a:xfrm>
            <a:off x="4057784" y="6421325"/>
            <a:ext cx="51956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Figure 3 Collision point deadlock detection-crack</a:t>
            </a:r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555" name="椭圆 554">
            <a:extLst>
              <a:ext uri="{FF2B5EF4-FFF2-40B4-BE49-F238E27FC236}">
                <a16:creationId xmlns:a16="http://schemas.microsoft.com/office/drawing/2014/main" id="{4154B614-6EC1-871B-70F0-0F391C538173}"/>
              </a:ext>
            </a:extLst>
          </p:cNvPr>
          <p:cNvSpPr/>
          <p:nvPr/>
        </p:nvSpPr>
        <p:spPr>
          <a:xfrm>
            <a:off x="3576782" y="3136800"/>
            <a:ext cx="46600" cy="41802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56" name="椭圆 555">
            <a:extLst>
              <a:ext uri="{FF2B5EF4-FFF2-40B4-BE49-F238E27FC236}">
                <a16:creationId xmlns:a16="http://schemas.microsoft.com/office/drawing/2014/main" id="{667A062D-C729-BBAD-F0AF-5F384903CDEC}"/>
              </a:ext>
            </a:extLst>
          </p:cNvPr>
          <p:cNvSpPr/>
          <p:nvPr/>
        </p:nvSpPr>
        <p:spPr>
          <a:xfrm>
            <a:off x="3459307" y="3067120"/>
            <a:ext cx="46600" cy="41802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57" name="椭圆 556">
            <a:extLst>
              <a:ext uri="{FF2B5EF4-FFF2-40B4-BE49-F238E27FC236}">
                <a16:creationId xmlns:a16="http://schemas.microsoft.com/office/drawing/2014/main" id="{10A75696-F11F-58DD-D67C-C945D7B34CB0}"/>
              </a:ext>
            </a:extLst>
          </p:cNvPr>
          <p:cNvSpPr/>
          <p:nvPr/>
        </p:nvSpPr>
        <p:spPr>
          <a:xfrm>
            <a:off x="3554557" y="2984337"/>
            <a:ext cx="46600" cy="41802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58" name="椭圆 557">
            <a:extLst>
              <a:ext uri="{FF2B5EF4-FFF2-40B4-BE49-F238E27FC236}">
                <a16:creationId xmlns:a16="http://schemas.microsoft.com/office/drawing/2014/main" id="{663E2C57-0986-714B-7B7B-12FB67802AE0}"/>
              </a:ext>
            </a:extLst>
          </p:cNvPr>
          <p:cNvSpPr/>
          <p:nvPr/>
        </p:nvSpPr>
        <p:spPr>
          <a:xfrm>
            <a:off x="3659941" y="3067120"/>
            <a:ext cx="46600" cy="41802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AC87482F-0E97-B60A-0E9A-539CFAF876E1}"/>
              </a:ext>
            </a:extLst>
          </p:cNvPr>
          <p:cNvSpPr/>
          <p:nvPr/>
        </p:nvSpPr>
        <p:spPr>
          <a:xfrm>
            <a:off x="1230190" y="4347439"/>
            <a:ext cx="294059" cy="162511"/>
          </a:xfrm>
          <a:prstGeom prst="rect">
            <a:avLst/>
          </a:prstGeom>
          <a:solidFill>
            <a:srgbClr val="7C7C7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500" baseline="-25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0C7BC492-B0D9-8C1B-5BDE-75FE9948B0CE}"/>
              </a:ext>
            </a:extLst>
          </p:cNvPr>
          <p:cNvSpPr/>
          <p:nvPr/>
        </p:nvSpPr>
        <p:spPr>
          <a:xfrm>
            <a:off x="1669878" y="4343751"/>
            <a:ext cx="294059" cy="162511"/>
          </a:xfrm>
          <a:prstGeom prst="rect">
            <a:avLst/>
          </a:prstGeom>
          <a:solidFill>
            <a:srgbClr val="C55A1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500" baseline="-25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6C19E00E-9952-ECA7-911E-BF0277A0F29C}"/>
              </a:ext>
            </a:extLst>
          </p:cNvPr>
          <p:cNvSpPr/>
          <p:nvPr/>
        </p:nvSpPr>
        <p:spPr>
          <a:xfrm>
            <a:off x="1230118" y="5180712"/>
            <a:ext cx="294059" cy="162511"/>
          </a:xfrm>
          <a:prstGeom prst="rect">
            <a:avLst/>
          </a:prstGeom>
          <a:solidFill>
            <a:srgbClr val="7C7C7C"/>
          </a:solidFill>
          <a:ln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500" baseline="-25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9150AF17-531A-03C2-90CE-AB6071C51484}"/>
              </a:ext>
            </a:extLst>
          </p:cNvPr>
          <p:cNvSpPr txBox="1"/>
          <p:nvPr/>
        </p:nvSpPr>
        <p:spPr>
          <a:xfrm>
            <a:off x="1231029" y="4327757"/>
            <a:ext cx="345017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sz="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22</a:t>
            </a:r>
            <a:endParaRPr lang="zh-CN" altLang="en-US" sz="8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3D31E20B-5433-4F48-94A5-89435A58E99F}"/>
              </a:ext>
            </a:extLst>
          </p:cNvPr>
          <p:cNvSpPr txBox="1"/>
          <p:nvPr/>
        </p:nvSpPr>
        <p:spPr>
          <a:xfrm>
            <a:off x="1664355" y="4325542"/>
            <a:ext cx="345017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sz="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31</a:t>
            </a:r>
            <a:endParaRPr lang="zh-CN" altLang="en-US" sz="8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014BC0EF-962F-87DC-067B-A96507AD7C66}"/>
              </a:ext>
            </a:extLst>
          </p:cNvPr>
          <p:cNvSpPr txBox="1"/>
          <p:nvPr/>
        </p:nvSpPr>
        <p:spPr>
          <a:xfrm>
            <a:off x="1685313" y="4572527"/>
            <a:ext cx="375221" cy="3009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sz="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endParaRPr lang="zh-CN" altLang="en-US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774531CE-61B0-DCB9-61F7-56B7F00EC75F}"/>
              </a:ext>
            </a:extLst>
          </p:cNvPr>
          <p:cNvSpPr txBox="1"/>
          <p:nvPr/>
        </p:nvSpPr>
        <p:spPr>
          <a:xfrm>
            <a:off x="1215649" y="5163544"/>
            <a:ext cx="36829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sz="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22</a:t>
            </a:r>
            <a:endParaRPr lang="zh-CN" altLang="en-US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3F50650-1891-E3ED-54B0-5B07D01B7BD7}"/>
              </a:ext>
            </a:extLst>
          </p:cNvPr>
          <p:cNvSpPr txBox="1"/>
          <p:nvPr/>
        </p:nvSpPr>
        <p:spPr>
          <a:xfrm>
            <a:off x="1228788" y="5441524"/>
            <a:ext cx="35516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sz="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32</a:t>
            </a:r>
            <a:endParaRPr lang="zh-CN" altLang="en-US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430955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9A09D9-8D7E-AD49-2441-2FB0FB40FB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6" name="组合 405">
            <a:extLst>
              <a:ext uri="{FF2B5EF4-FFF2-40B4-BE49-F238E27FC236}">
                <a16:creationId xmlns:a16="http://schemas.microsoft.com/office/drawing/2014/main" id="{5EF2AC3D-D708-4236-BBF2-CFDE035C3E5D}"/>
              </a:ext>
            </a:extLst>
          </p:cNvPr>
          <p:cNvGrpSpPr/>
          <p:nvPr/>
        </p:nvGrpSpPr>
        <p:grpSpPr>
          <a:xfrm>
            <a:off x="1211371" y="1105667"/>
            <a:ext cx="4677710" cy="4375978"/>
            <a:chOff x="943431" y="483668"/>
            <a:chExt cx="3814419" cy="3132995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020E834D-CA23-ECC8-3226-DD1555C06C10}"/>
                </a:ext>
              </a:extLst>
            </p:cNvPr>
            <p:cNvSpPr txBox="1"/>
            <p:nvPr/>
          </p:nvSpPr>
          <p:spPr>
            <a:xfrm>
              <a:off x="4389550" y="1885643"/>
              <a:ext cx="368300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L</a:t>
              </a:r>
              <a:r>
                <a:rPr lang="en-US" altLang="zh-CN" sz="10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zh-CN" altLang="en-US" sz="1000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7" name="文本框 16">
              <a:extLst>
                <a:ext uri="{FF2B5EF4-FFF2-40B4-BE49-F238E27FC236}">
                  <a16:creationId xmlns:a16="http://schemas.microsoft.com/office/drawing/2014/main" id="{C954FBFC-090A-FDD3-0A51-57569D4B4419}"/>
                </a:ext>
              </a:extLst>
            </p:cNvPr>
            <p:cNvSpPr txBox="1"/>
            <p:nvPr/>
          </p:nvSpPr>
          <p:spPr>
            <a:xfrm>
              <a:off x="1018065" y="1676817"/>
              <a:ext cx="368300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L</a:t>
              </a:r>
              <a:r>
                <a:rPr lang="en-US" altLang="zh-CN" sz="10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lang="zh-CN" altLang="en-US" sz="1000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A62D730F-94B9-62BD-9590-2BBFA3AE4BA2}"/>
                </a:ext>
              </a:extLst>
            </p:cNvPr>
            <p:cNvSpPr txBox="1"/>
            <p:nvPr/>
          </p:nvSpPr>
          <p:spPr>
            <a:xfrm>
              <a:off x="2863247" y="498119"/>
              <a:ext cx="368300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L</a:t>
              </a:r>
              <a:r>
                <a:rPr lang="en-US" altLang="zh-CN" sz="10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endParaRPr lang="zh-CN" altLang="en-US" sz="1000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D60207A8-AF86-3002-9E30-1E7E903F4F86}"/>
                </a:ext>
              </a:extLst>
            </p:cNvPr>
            <p:cNvSpPr txBox="1"/>
            <p:nvPr/>
          </p:nvSpPr>
          <p:spPr>
            <a:xfrm>
              <a:off x="2612263" y="3103052"/>
              <a:ext cx="368300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L</a:t>
              </a:r>
              <a:r>
                <a:rPr lang="en-US" altLang="zh-CN" sz="10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endParaRPr lang="zh-CN" altLang="en-US" sz="1000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163" name="组合 162">
              <a:extLst>
                <a:ext uri="{FF2B5EF4-FFF2-40B4-BE49-F238E27FC236}">
                  <a16:creationId xmlns:a16="http://schemas.microsoft.com/office/drawing/2014/main" id="{FE2BBF2A-1119-9557-2EB1-B5C620F8E186}"/>
                </a:ext>
              </a:extLst>
            </p:cNvPr>
            <p:cNvGrpSpPr/>
            <p:nvPr/>
          </p:nvGrpSpPr>
          <p:grpSpPr>
            <a:xfrm>
              <a:off x="1285740" y="678416"/>
              <a:ext cx="3193253" cy="2526136"/>
              <a:chOff x="602275" y="466875"/>
              <a:chExt cx="6188450" cy="6215977"/>
            </a:xfrm>
          </p:grpSpPr>
          <p:cxnSp>
            <p:nvCxnSpPr>
              <p:cNvPr id="5" name="直接箭头连接符 4">
                <a:extLst>
                  <a:ext uri="{FF2B5EF4-FFF2-40B4-BE49-F238E27FC236}">
                    <a16:creationId xmlns:a16="http://schemas.microsoft.com/office/drawing/2014/main" id="{51D57877-CC14-F3BF-6623-EE6584A803E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12048" y="3796749"/>
                <a:ext cx="6157101" cy="0"/>
              </a:xfrm>
              <a:prstGeom prst="straightConnector1">
                <a:avLst/>
              </a:prstGeom>
              <a:ln w="28575">
                <a:solidFill>
                  <a:schemeClr val="accent5">
                    <a:lumMod val="75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" name="直接箭头连接符 6">
                <a:extLst>
                  <a:ext uri="{FF2B5EF4-FFF2-40B4-BE49-F238E27FC236}">
                    <a16:creationId xmlns:a16="http://schemas.microsoft.com/office/drawing/2014/main" id="{1D744012-BC02-2B82-79F3-B57402F3B58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410452" y="614446"/>
                <a:ext cx="0" cy="5961718"/>
              </a:xfrm>
              <a:prstGeom prst="straightConnector1">
                <a:avLst/>
              </a:prstGeom>
              <a:ln w="28575">
                <a:solidFill>
                  <a:schemeClr val="accent6">
                    <a:lumMod val="75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" name="直接箭头连接符 7">
                <a:extLst>
                  <a:ext uri="{FF2B5EF4-FFF2-40B4-BE49-F238E27FC236}">
                    <a16:creationId xmlns:a16="http://schemas.microsoft.com/office/drawing/2014/main" id="{D2F482FA-DACA-3AC6-01F8-47B554D5033B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612047" y="3261070"/>
                <a:ext cx="6157101" cy="25788"/>
              </a:xfrm>
              <a:prstGeom prst="straightConnector1">
                <a:avLst/>
              </a:prstGeom>
              <a:ln w="28575">
                <a:solidFill>
                  <a:schemeClr val="accent3">
                    <a:lumMod val="75000"/>
                  </a:schemeClr>
                </a:solidFill>
                <a:headEnd type="triangl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99" name="椭圆 98">
                <a:extLst>
                  <a:ext uri="{FF2B5EF4-FFF2-40B4-BE49-F238E27FC236}">
                    <a16:creationId xmlns:a16="http://schemas.microsoft.com/office/drawing/2014/main" id="{63D2EF3B-D5EB-B58F-0D35-93CBE57E2EF3}"/>
                  </a:ext>
                </a:extLst>
              </p:cNvPr>
              <p:cNvSpPr/>
              <p:nvPr/>
            </p:nvSpPr>
            <p:spPr>
              <a:xfrm>
                <a:off x="3373630" y="3714061"/>
                <a:ext cx="73643" cy="73643"/>
              </a:xfrm>
              <a:prstGeom prst="ellipse">
                <a:avLst/>
              </a:prstGeom>
              <a:solidFill>
                <a:srgbClr val="FF0000"/>
              </a:solidFill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grpSp>
            <p:nvGrpSpPr>
              <p:cNvPr id="127" name="组合 126">
                <a:extLst>
                  <a:ext uri="{FF2B5EF4-FFF2-40B4-BE49-F238E27FC236}">
                    <a16:creationId xmlns:a16="http://schemas.microsoft.com/office/drawing/2014/main" id="{A87C5763-828C-5685-B674-F990474906D6}"/>
                  </a:ext>
                </a:extLst>
              </p:cNvPr>
              <p:cNvGrpSpPr/>
              <p:nvPr/>
            </p:nvGrpSpPr>
            <p:grpSpPr>
              <a:xfrm>
                <a:off x="4514002" y="466875"/>
                <a:ext cx="2276723" cy="2104148"/>
                <a:chOff x="3950267" y="2333"/>
                <a:chExt cx="2276723" cy="2104148"/>
              </a:xfrm>
            </p:grpSpPr>
            <p:cxnSp>
              <p:nvCxnSpPr>
                <p:cNvPr id="108" name="直接箭头连接符 107">
                  <a:extLst>
                    <a:ext uri="{FF2B5EF4-FFF2-40B4-BE49-F238E27FC236}">
                      <a16:creationId xmlns:a16="http://schemas.microsoft.com/office/drawing/2014/main" id="{2AC48E46-DBBE-939A-FA7C-92D2486E296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4557305" y="2093804"/>
                  <a:ext cx="1669685" cy="6993"/>
                </a:xfrm>
                <a:prstGeom prst="straightConnector1">
                  <a:avLst/>
                </a:prstGeom>
                <a:ln w="28575">
                  <a:solidFill>
                    <a:schemeClr val="accent3">
                      <a:lumMod val="75000"/>
                    </a:schemeClr>
                  </a:solidFill>
                  <a:headEnd type="triangl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24" name="弧形 123">
                  <a:extLst>
                    <a:ext uri="{FF2B5EF4-FFF2-40B4-BE49-F238E27FC236}">
                      <a16:creationId xmlns:a16="http://schemas.microsoft.com/office/drawing/2014/main" id="{B2F67F28-F123-344C-5B58-44D3B6944A17}"/>
                    </a:ext>
                  </a:extLst>
                </p:cNvPr>
                <p:cNvSpPr/>
                <p:nvPr/>
              </p:nvSpPr>
              <p:spPr>
                <a:xfrm rot="10800000">
                  <a:off x="3953470" y="441190"/>
                  <a:ext cx="1309297" cy="1665291"/>
                </a:xfrm>
                <a:prstGeom prst="arc">
                  <a:avLst/>
                </a:prstGeom>
                <a:ln w="28575">
                  <a:solidFill>
                    <a:schemeClr val="accent3">
                      <a:lumMod val="75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cxnSp>
              <p:nvCxnSpPr>
                <p:cNvPr id="125" name="直接箭头连接符 124">
                  <a:extLst>
                    <a:ext uri="{FF2B5EF4-FFF2-40B4-BE49-F238E27FC236}">
                      <a16:creationId xmlns:a16="http://schemas.microsoft.com/office/drawing/2014/main" id="{50C47616-09BC-BA91-985B-F87CDC1E3B0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3950267" y="2333"/>
                  <a:ext cx="2" cy="1307229"/>
                </a:xfrm>
                <a:prstGeom prst="straightConnector1">
                  <a:avLst/>
                </a:prstGeom>
                <a:ln w="28575">
                  <a:solidFill>
                    <a:schemeClr val="accent3">
                      <a:lumMod val="75000"/>
                    </a:schemeClr>
                  </a:solidFill>
                  <a:headEnd type="triangl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29" name="组合 128">
                <a:extLst>
                  <a:ext uri="{FF2B5EF4-FFF2-40B4-BE49-F238E27FC236}">
                    <a16:creationId xmlns:a16="http://schemas.microsoft.com/office/drawing/2014/main" id="{82DD7CE6-017D-EAAD-E0B7-9DE77F996942}"/>
                  </a:ext>
                </a:extLst>
              </p:cNvPr>
              <p:cNvGrpSpPr/>
              <p:nvPr/>
            </p:nvGrpSpPr>
            <p:grpSpPr>
              <a:xfrm flipH="1">
                <a:off x="636107" y="533629"/>
                <a:ext cx="2276724" cy="2104154"/>
                <a:chOff x="3891183" y="77330"/>
                <a:chExt cx="2276724" cy="2104154"/>
              </a:xfrm>
            </p:grpSpPr>
            <p:cxnSp>
              <p:nvCxnSpPr>
                <p:cNvPr id="130" name="直接箭头连接符 129">
                  <a:extLst>
                    <a:ext uri="{FF2B5EF4-FFF2-40B4-BE49-F238E27FC236}">
                      <a16:creationId xmlns:a16="http://schemas.microsoft.com/office/drawing/2014/main" id="{4D527C34-AC28-6F56-4815-B72FDA4E6DE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4498227" y="2168797"/>
                  <a:ext cx="1669680" cy="6993"/>
                </a:xfrm>
                <a:prstGeom prst="straightConnector1">
                  <a:avLst/>
                </a:prstGeom>
                <a:ln w="28575">
                  <a:solidFill>
                    <a:srgbClr val="C55A11"/>
                  </a:solidFill>
                  <a:headEnd type="non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31" name="弧形 130">
                  <a:extLst>
                    <a:ext uri="{FF2B5EF4-FFF2-40B4-BE49-F238E27FC236}">
                      <a16:creationId xmlns:a16="http://schemas.microsoft.com/office/drawing/2014/main" id="{386C8F38-C8FB-0F97-91DE-FEEEDA662AE2}"/>
                    </a:ext>
                  </a:extLst>
                </p:cNvPr>
                <p:cNvSpPr/>
                <p:nvPr/>
              </p:nvSpPr>
              <p:spPr>
                <a:xfrm rot="10800000">
                  <a:off x="3894386" y="516189"/>
                  <a:ext cx="1309290" cy="1665295"/>
                </a:xfrm>
                <a:prstGeom prst="arc">
                  <a:avLst/>
                </a:prstGeom>
                <a:ln w="28575">
                  <a:solidFill>
                    <a:srgbClr val="C55A11"/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cxnSp>
              <p:nvCxnSpPr>
                <p:cNvPr id="132" name="直接箭头连接符 131">
                  <a:extLst>
                    <a:ext uri="{FF2B5EF4-FFF2-40B4-BE49-F238E27FC236}">
                      <a16:creationId xmlns:a16="http://schemas.microsoft.com/office/drawing/2014/main" id="{0C7C9410-5242-0DD4-F695-EEB53EC2345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3891183" y="77330"/>
                  <a:ext cx="2" cy="1307227"/>
                </a:xfrm>
                <a:prstGeom prst="straightConnector1">
                  <a:avLst/>
                </a:prstGeom>
                <a:ln w="28575">
                  <a:solidFill>
                    <a:srgbClr val="C55A11"/>
                  </a:solidFill>
                  <a:headEnd type="non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41" name="组合 140">
                <a:extLst>
                  <a:ext uri="{FF2B5EF4-FFF2-40B4-BE49-F238E27FC236}">
                    <a16:creationId xmlns:a16="http://schemas.microsoft.com/office/drawing/2014/main" id="{506E3DC5-6118-3659-061F-9EA484B00413}"/>
                  </a:ext>
                </a:extLst>
              </p:cNvPr>
              <p:cNvGrpSpPr/>
              <p:nvPr/>
            </p:nvGrpSpPr>
            <p:grpSpPr>
              <a:xfrm rot="16200000" flipH="1">
                <a:off x="589694" y="4418720"/>
                <a:ext cx="2276713" cy="2251551"/>
                <a:chOff x="4065421" y="82588"/>
                <a:chExt cx="2276713" cy="2251551"/>
              </a:xfrm>
            </p:grpSpPr>
            <p:cxnSp>
              <p:nvCxnSpPr>
                <p:cNvPr id="143" name="直接箭头连接符 142">
                  <a:extLst>
                    <a:ext uri="{FF2B5EF4-FFF2-40B4-BE49-F238E27FC236}">
                      <a16:creationId xmlns:a16="http://schemas.microsoft.com/office/drawing/2014/main" id="{19A46FC6-3315-4BDC-E41A-170125FB9D1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4672444" y="2321443"/>
                  <a:ext cx="1669690" cy="6992"/>
                </a:xfrm>
                <a:prstGeom prst="straightConnector1">
                  <a:avLst/>
                </a:prstGeom>
                <a:ln w="28575">
                  <a:solidFill>
                    <a:srgbClr val="548235"/>
                  </a:solidFill>
                  <a:headEnd type="non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44" name="弧形 143">
                  <a:extLst>
                    <a:ext uri="{FF2B5EF4-FFF2-40B4-BE49-F238E27FC236}">
                      <a16:creationId xmlns:a16="http://schemas.microsoft.com/office/drawing/2014/main" id="{2295BF95-0F49-EB7B-2CCC-65B767283E59}"/>
                    </a:ext>
                  </a:extLst>
                </p:cNvPr>
                <p:cNvSpPr/>
                <p:nvPr/>
              </p:nvSpPr>
              <p:spPr>
                <a:xfrm rot="10800000">
                  <a:off x="4068601" y="668840"/>
                  <a:ext cx="1309296" cy="1665299"/>
                </a:xfrm>
                <a:prstGeom prst="arc">
                  <a:avLst/>
                </a:prstGeom>
                <a:ln w="28575">
                  <a:solidFill>
                    <a:srgbClr val="548235"/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cxnSp>
              <p:nvCxnSpPr>
                <p:cNvPr id="145" name="直接箭头连接符 144">
                  <a:extLst>
                    <a:ext uri="{FF2B5EF4-FFF2-40B4-BE49-F238E27FC236}">
                      <a16:creationId xmlns:a16="http://schemas.microsoft.com/office/drawing/2014/main" id="{B9377F07-49CD-C5A1-846E-4F8DFB92F72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16200000" flipH="1">
                  <a:off x="3338102" y="809907"/>
                  <a:ext cx="1454637" cy="0"/>
                </a:xfrm>
                <a:prstGeom prst="straightConnector1">
                  <a:avLst/>
                </a:prstGeom>
                <a:ln w="28575">
                  <a:solidFill>
                    <a:srgbClr val="548235"/>
                  </a:solidFill>
                  <a:headEnd type="non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47" name="组合 146">
                <a:extLst>
                  <a:ext uri="{FF2B5EF4-FFF2-40B4-BE49-F238E27FC236}">
                    <a16:creationId xmlns:a16="http://schemas.microsoft.com/office/drawing/2014/main" id="{1EB8286F-F7A4-6FA3-12E8-4EAFC2E6E7D8}"/>
                  </a:ext>
                </a:extLst>
              </p:cNvPr>
              <p:cNvGrpSpPr/>
              <p:nvPr/>
            </p:nvGrpSpPr>
            <p:grpSpPr>
              <a:xfrm rot="5400000">
                <a:off x="4531644" y="4393865"/>
                <a:ext cx="2276693" cy="2178717"/>
                <a:chOff x="4090441" y="175133"/>
                <a:chExt cx="2276693" cy="2178717"/>
              </a:xfrm>
            </p:grpSpPr>
            <p:cxnSp>
              <p:nvCxnSpPr>
                <p:cNvPr id="148" name="直接箭头连接符 147">
                  <a:extLst>
                    <a:ext uri="{FF2B5EF4-FFF2-40B4-BE49-F238E27FC236}">
                      <a16:creationId xmlns:a16="http://schemas.microsoft.com/office/drawing/2014/main" id="{8E8310CD-F4CF-4C9A-B487-3327305956A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4697446" y="2341170"/>
                  <a:ext cx="1669688" cy="6992"/>
                </a:xfrm>
                <a:prstGeom prst="straightConnector1">
                  <a:avLst/>
                </a:prstGeom>
                <a:ln w="28575">
                  <a:solidFill>
                    <a:srgbClr val="92D050"/>
                  </a:solidFill>
                  <a:headEnd type="triangl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49" name="弧形 148">
                  <a:extLst>
                    <a:ext uri="{FF2B5EF4-FFF2-40B4-BE49-F238E27FC236}">
                      <a16:creationId xmlns:a16="http://schemas.microsoft.com/office/drawing/2014/main" id="{0F242CC0-10E9-165B-C837-0D974699A245}"/>
                    </a:ext>
                  </a:extLst>
                </p:cNvPr>
                <p:cNvSpPr/>
                <p:nvPr/>
              </p:nvSpPr>
              <p:spPr>
                <a:xfrm rot="10800000">
                  <a:off x="4093611" y="688560"/>
                  <a:ext cx="1309289" cy="1665290"/>
                </a:xfrm>
                <a:prstGeom prst="arc">
                  <a:avLst/>
                </a:prstGeom>
                <a:ln w="28575">
                  <a:solidFill>
                    <a:srgbClr val="92D050"/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cxnSp>
              <p:nvCxnSpPr>
                <p:cNvPr id="150" name="直接箭头连接符 149">
                  <a:extLst>
                    <a:ext uri="{FF2B5EF4-FFF2-40B4-BE49-F238E27FC236}">
                      <a16:creationId xmlns:a16="http://schemas.microsoft.com/office/drawing/2014/main" id="{9BF79F29-FDDB-6FAF-1CEC-9535CD69500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16200000" flipH="1">
                  <a:off x="3399542" y="866032"/>
                  <a:ext cx="1381797" cy="0"/>
                </a:xfrm>
                <a:prstGeom prst="straightConnector1">
                  <a:avLst/>
                </a:prstGeom>
                <a:ln w="28575">
                  <a:solidFill>
                    <a:srgbClr val="92D050"/>
                  </a:solidFill>
                  <a:headEnd type="triangl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155" name="直接箭头连接符 154">
                <a:extLst>
                  <a:ext uri="{FF2B5EF4-FFF2-40B4-BE49-F238E27FC236}">
                    <a16:creationId xmlns:a16="http://schemas.microsoft.com/office/drawing/2014/main" id="{01AC2E7F-D839-0D13-43B6-D7324F9A273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957296" y="664739"/>
                <a:ext cx="0" cy="5817480"/>
              </a:xfrm>
              <a:prstGeom prst="straightConnector1">
                <a:avLst/>
              </a:prstGeom>
              <a:ln w="28575">
                <a:solidFill>
                  <a:srgbClr val="92D050"/>
                </a:solidFill>
                <a:headEnd type="triangl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95" name="椭圆 94">
                <a:extLst>
                  <a:ext uri="{FF2B5EF4-FFF2-40B4-BE49-F238E27FC236}">
                    <a16:creationId xmlns:a16="http://schemas.microsoft.com/office/drawing/2014/main" id="{CDF71F76-E872-0CC2-2C5B-A3AFA814AD1A}"/>
                  </a:ext>
                </a:extLst>
              </p:cNvPr>
              <p:cNvSpPr/>
              <p:nvPr/>
            </p:nvSpPr>
            <p:spPr>
              <a:xfrm>
                <a:off x="3920378" y="3230879"/>
                <a:ext cx="73643" cy="73643"/>
              </a:xfrm>
              <a:prstGeom prst="ellipse">
                <a:avLst/>
              </a:prstGeom>
              <a:solidFill>
                <a:srgbClr val="FF0000"/>
              </a:solidFill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97" name="椭圆 96">
                <a:extLst>
                  <a:ext uri="{FF2B5EF4-FFF2-40B4-BE49-F238E27FC236}">
                    <a16:creationId xmlns:a16="http://schemas.microsoft.com/office/drawing/2014/main" id="{88011543-A1F5-39A2-21FC-BED106AF9DD9}"/>
                  </a:ext>
                </a:extLst>
              </p:cNvPr>
              <p:cNvSpPr/>
              <p:nvPr/>
            </p:nvSpPr>
            <p:spPr>
              <a:xfrm>
                <a:off x="3922840" y="3696738"/>
                <a:ext cx="73643" cy="73643"/>
              </a:xfrm>
              <a:prstGeom prst="ellipse">
                <a:avLst/>
              </a:prstGeom>
              <a:solidFill>
                <a:srgbClr val="FF0000"/>
              </a:solidFill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6" name="椭圆 25">
                <a:extLst>
                  <a:ext uri="{FF2B5EF4-FFF2-40B4-BE49-F238E27FC236}">
                    <a16:creationId xmlns:a16="http://schemas.microsoft.com/office/drawing/2014/main" id="{A56ED173-8A72-83D0-3DE4-5ECC5BA9E275}"/>
                  </a:ext>
                </a:extLst>
              </p:cNvPr>
              <p:cNvSpPr/>
              <p:nvPr/>
            </p:nvSpPr>
            <p:spPr>
              <a:xfrm>
                <a:off x="3373630" y="3250036"/>
                <a:ext cx="73643" cy="73643"/>
              </a:xfrm>
              <a:prstGeom prst="ellipse">
                <a:avLst/>
              </a:prstGeom>
              <a:solidFill>
                <a:srgbClr val="FF0000"/>
              </a:solidFill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173" name="组合 172">
              <a:extLst>
                <a:ext uri="{FF2B5EF4-FFF2-40B4-BE49-F238E27FC236}">
                  <a16:creationId xmlns:a16="http://schemas.microsoft.com/office/drawing/2014/main" id="{40979AC1-AC4E-76D9-2844-F3912AB2A7AD}"/>
                </a:ext>
              </a:extLst>
            </p:cNvPr>
            <p:cNvGrpSpPr/>
            <p:nvPr/>
          </p:nvGrpSpPr>
          <p:grpSpPr>
            <a:xfrm>
              <a:off x="2102378" y="1936917"/>
              <a:ext cx="305972" cy="215444"/>
              <a:chOff x="4735191" y="4486831"/>
              <a:chExt cx="305972" cy="215444"/>
            </a:xfrm>
          </p:grpSpPr>
          <p:sp>
            <p:nvSpPr>
              <p:cNvPr id="171" name="矩形 170">
                <a:extLst>
                  <a:ext uri="{FF2B5EF4-FFF2-40B4-BE49-F238E27FC236}">
                    <a16:creationId xmlns:a16="http://schemas.microsoft.com/office/drawing/2014/main" id="{1268F81B-E86F-9CD0-60A2-4EEFAD598224}"/>
                  </a:ext>
                </a:extLst>
              </p:cNvPr>
              <p:cNvSpPr/>
              <p:nvPr/>
            </p:nvSpPr>
            <p:spPr>
              <a:xfrm>
                <a:off x="4743048" y="4506759"/>
                <a:ext cx="239789" cy="116350"/>
              </a:xfrm>
              <a:prstGeom prst="rect">
                <a:avLst/>
              </a:prstGeom>
              <a:solidFill>
                <a:srgbClr val="2E75B6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500" baseline="-250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72" name="文本框 171">
                <a:extLst>
                  <a:ext uri="{FF2B5EF4-FFF2-40B4-BE49-F238E27FC236}">
                    <a16:creationId xmlns:a16="http://schemas.microsoft.com/office/drawing/2014/main" id="{F85BB50A-6BBB-9B3B-EAE4-38452C535327}"/>
                  </a:ext>
                </a:extLst>
              </p:cNvPr>
              <p:cNvSpPr txBox="1"/>
              <p:nvPr/>
            </p:nvSpPr>
            <p:spPr>
              <a:xfrm>
                <a:off x="4735191" y="4486831"/>
                <a:ext cx="305972" cy="2154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</a:t>
                </a:r>
                <a:r>
                  <a:rPr lang="en-US" altLang="zh-CN" sz="800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:endParaRPr lang="zh-CN" altLang="en-US" baseline="-25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175" name="组合 174">
              <a:extLst>
                <a:ext uri="{FF2B5EF4-FFF2-40B4-BE49-F238E27FC236}">
                  <a16:creationId xmlns:a16="http://schemas.microsoft.com/office/drawing/2014/main" id="{94022A6A-A1A7-F0CD-4437-4B05D6947E4C}"/>
                </a:ext>
              </a:extLst>
            </p:cNvPr>
            <p:cNvGrpSpPr/>
            <p:nvPr/>
          </p:nvGrpSpPr>
          <p:grpSpPr>
            <a:xfrm>
              <a:off x="2610289" y="1200668"/>
              <a:ext cx="215444" cy="309201"/>
              <a:chOff x="4019989" y="3195550"/>
              <a:chExt cx="215444" cy="309201"/>
            </a:xfrm>
          </p:grpSpPr>
          <p:sp>
            <p:nvSpPr>
              <p:cNvPr id="168" name="矩形 167">
                <a:extLst>
                  <a:ext uri="{FF2B5EF4-FFF2-40B4-BE49-F238E27FC236}">
                    <a16:creationId xmlns:a16="http://schemas.microsoft.com/office/drawing/2014/main" id="{720A8694-71BD-4D27-F66B-0B356DE89ACD}"/>
                  </a:ext>
                </a:extLst>
              </p:cNvPr>
              <p:cNvSpPr/>
              <p:nvPr/>
            </p:nvSpPr>
            <p:spPr>
              <a:xfrm rot="5400000">
                <a:off x="4019442" y="3257270"/>
                <a:ext cx="239789" cy="116350"/>
              </a:xfrm>
              <a:prstGeom prst="rect">
                <a:avLst/>
              </a:prstGeom>
              <a:solidFill>
                <a:srgbClr val="548235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400" baseline="-250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74" name="文本框 173">
                <a:extLst>
                  <a:ext uri="{FF2B5EF4-FFF2-40B4-BE49-F238E27FC236}">
                    <a16:creationId xmlns:a16="http://schemas.microsoft.com/office/drawing/2014/main" id="{6C6774B4-9FD4-FB6C-5D36-CC0AA15961C8}"/>
                  </a:ext>
                </a:extLst>
              </p:cNvPr>
              <p:cNvSpPr txBox="1"/>
              <p:nvPr/>
            </p:nvSpPr>
            <p:spPr>
              <a:xfrm rot="5400000">
                <a:off x="3977428" y="3246746"/>
                <a:ext cx="300566" cy="2154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</a:t>
                </a:r>
                <a:r>
                  <a:rPr lang="en-US" altLang="zh-CN" sz="800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4</a:t>
                </a:r>
                <a:endParaRPr lang="zh-CN" altLang="en-US" sz="8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179" name="组合 178">
              <a:extLst>
                <a:ext uri="{FF2B5EF4-FFF2-40B4-BE49-F238E27FC236}">
                  <a16:creationId xmlns:a16="http://schemas.microsoft.com/office/drawing/2014/main" id="{39F93619-574A-40D3-856B-E1C13EC6F50A}"/>
                </a:ext>
              </a:extLst>
            </p:cNvPr>
            <p:cNvGrpSpPr/>
            <p:nvPr/>
          </p:nvGrpSpPr>
          <p:grpSpPr>
            <a:xfrm>
              <a:off x="3486653" y="1740492"/>
              <a:ext cx="337285" cy="215444"/>
              <a:chOff x="4729495" y="4480495"/>
              <a:chExt cx="337285" cy="215444"/>
            </a:xfrm>
          </p:grpSpPr>
          <p:sp>
            <p:nvSpPr>
              <p:cNvPr id="180" name="矩形 179">
                <a:extLst>
                  <a:ext uri="{FF2B5EF4-FFF2-40B4-BE49-F238E27FC236}">
                    <a16:creationId xmlns:a16="http://schemas.microsoft.com/office/drawing/2014/main" id="{CD419EB4-EDE8-E556-7295-4C01C1F84DB1}"/>
                  </a:ext>
                </a:extLst>
              </p:cNvPr>
              <p:cNvSpPr/>
              <p:nvPr/>
            </p:nvSpPr>
            <p:spPr>
              <a:xfrm>
                <a:off x="4743048" y="4506759"/>
                <a:ext cx="239789" cy="116350"/>
              </a:xfrm>
              <a:prstGeom prst="rect">
                <a:avLst/>
              </a:prstGeom>
              <a:solidFill>
                <a:srgbClr val="7C7C7C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500" baseline="-250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81" name="文本框 180">
                <a:extLst>
                  <a:ext uri="{FF2B5EF4-FFF2-40B4-BE49-F238E27FC236}">
                    <a16:creationId xmlns:a16="http://schemas.microsoft.com/office/drawing/2014/main" id="{0F57E22F-040D-DADE-98D0-7450D687B65F}"/>
                  </a:ext>
                </a:extLst>
              </p:cNvPr>
              <p:cNvSpPr txBox="1"/>
              <p:nvPr/>
            </p:nvSpPr>
            <p:spPr>
              <a:xfrm>
                <a:off x="4729495" y="4480495"/>
                <a:ext cx="337285" cy="2154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</a:t>
                </a:r>
                <a:r>
                  <a:rPr lang="en-US" altLang="zh-CN" sz="800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21</a:t>
                </a:r>
                <a:endParaRPr lang="zh-CN" altLang="en-US" baseline="-25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183" name="组合 182">
              <a:extLst>
                <a:ext uri="{FF2B5EF4-FFF2-40B4-BE49-F238E27FC236}">
                  <a16:creationId xmlns:a16="http://schemas.microsoft.com/office/drawing/2014/main" id="{2EF61386-EE5A-39B1-4003-250417D81575}"/>
                </a:ext>
              </a:extLst>
            </p:cNvPr>
            <p:cNvGrpSpPr/>
            <p:nvPr/>
          </p:nvGrpSpPr>
          <p:grpSpPr>
            <a:xfrm>
              <a:off x="2895968" y="2438383"/>
              <a:ext cx="215444" cy="384253"/>
              <a:chOff x="4165271" y="2979244"/>
              <a:chExt cx="215444" cy="384253"/>
            </a:xfrm>
          </p:grpSpPr>
          <p:sp>
            <p:nvSpPr>
              <p:cNvPr id="177" name="矩形 176">
                <a:extLst>
                  <a:ext uri="{FF2B5EF4-FFF2-40B4-BE49-F238E27FC236}">
                    <a16:creationId xmlns:a16="http://schemas.microsoft.com/office/drawing/2014/main" id="{9FED53B4-286D-CC47-287A-A17D34FC7392}"/>
                  </a:ext>
                </a:extLst>
              </p:cNvPr>
              <p:cNvSpPr/>
              <p:nvPr/>
            </p:nvSpPr>
            <p:spPr>
              <a:xfrm rot="5400000">
                <a:off x="4162838" y="3047231"/>
                <a:ext cx="239789" cy="116350"/>
              </a:xfrm>
              <a:prstGeom prst="rect">
                <a:avLst/>
              </a:prstGeom>
              <a:solidFill>
                <a:srgbClr val="C55A1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500" baseline="-250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82" name="文本框 181">
                <a:extLst>
                  <a:ext uri="{FF2B5EF4-FFF2-40B4-BE49-F238E27FC236}">
                    <a16:creationId xmlns:a16="http://schemas.microsoft.com/office/drawing/2014/main" id="{457E3C65-8A57-4058-911C-425623DA43DD}"/>
                  </a:ext>
                </a:extLst>
              </p:cNvPr>
              <p:cNvSpPr txBox="1"/>
              <p:nvPr/>
            </p:nvSpPr>
            <p:spPr>
              <a:xfrm rot="5400000">
                <a:off x="4080866" y="3063649"/>
                <a:ext cx="384253" cy="2154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</a:t>
                </a:r>
                <a:r>
                  <a:rPr lang="en-US" altLang="zh-CN" sz="800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32</a:t>
                </a:r>
                <a:endParaRPr lang="zh-CN" altLang="en-US" baseline="-25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187" name="组合 186">
              <a:extLst>
                <a:ext uri="{FF2B5EF4-FFF2-40B4-BE49-F238E27FC236}">
                  <a16:creationId xmlns:a16="http://schemas.microsoft.com/office/drawing/2014/main" id="{1A20888A-A005-FA66-F3FC-732E8A4C80B3}"/>
                </a:ext>
              </a:extLst>
            </p:cNvPr>
            <p:cNvGrpSpPr/>
            <p:nvPr/>
          </p:nvGrpSpPr>
          <p:grpSpPr>
            <a:xfrm rot="5400000">
              <a:off x="2558485" y="1535106"/>
              <a:ext cx="305972" cy="215444"/>
              <a:chOff x="4800439" y="5242551"/>
              <a:chExt cx="305972" cy="215444"/>
            </a:xfrm>
          </p:grpSpPr>
          <p:sp>
            <p:nvSpPr>
              <p:cNvPr id="188" name="矩形 187">
                <a:extLst>
                  <a:ext uri="{FF2B5EF4-FFF2-40B4-BE49-F238E27FC236}">
                    <a16:creationId xmlns:a16="http://schemas.microsoft.com/office/drawing/2014/main" id="{893592AB-EBFA-E3BC-E106-614A4448696B}"/>
                  </a:ext>
                </a:extLst>
              </p:cNvPr>
              <p:cNvSpPr/>
              <p:nvPr/>
            </p:nvSpPr>
            <p:spPr>
              <a:xfrm>
                <a:off x="4812511" y="5278601"/>
                <a:ext cx="239789" cy="116350"/>
              </a:xfrm>
              <a:prstGeom prst="rect">
                <a:avLst/>
              </a:prstGeom>
              <a:solidFill>
                <a:srgbClr val="2E75B6"/>
              </a:solidFill>
              <a:ln>
                <a:prstDash val="sysDot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500" baseline="-250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89" name="文本框 188">
                <a:extLst>
                  <a:ext uri="{FF2B5EF4-FFF2-40B4-BE49-F238E27FC236}">
                    <a16:creationId xmlns:a16="http://schemas.microsoft.com/office/drawing/2014/main" id="{6172DB0B-3AED-5917-BEF0-90023E59FD3C}"/>
                  </a:ext>
                </a:extLst>
              </p:cNvPr>
              <p:cNvSpPr txBox="1"/>
              <p:nvPr/>
            </p:nvSpPr>
            <p:spPr>
              <a:xfrm>
                <a:off x="4800439" y="5242551"/>
                <a:ext cx="305972" cy="2154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</a:t>
                </a:r>
                <a:r>
                  <a:rPr lang="en-US" altLang="zh-CN" sz="800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:endParaRPr lang="zh-CN" altLang="en-US" baseline="-25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190" name="组合 189">
              <a:extLst>
                <a:ext uri="{FF2B5EF4-FFF2-40B4-BE49-F238E27FC236}">
                  <a16:creationId xmlns:a16="http://schemas.microsoft.com/office/drawing/2014/main" id="{E031CE4D-4498-7732-A771-32722D1C3979}"/>
                </a:ext>
              </a:extLst>
            </p:cNvPr>
            <p:cNvGrpSpPr/>
            <p:nvPr/>
          </p:nvGrpSpPr>
          <p:grpSpPr>
            <a:xfrm rot="5400000">
              <a:off x="2855416" y="2870221"/>
              <a:ext cx="312084" cy="215444"/>
              <a:chOff x="4812511" y="5234784"/>
              <a:chExt cx="312084" cy="215444"/>
            </a:xfrm>
          </p:grpSpPr>
          <p:sp>
            <p:nvSpPr>
              <p:cNvPr id="191" name="矩形 190">
                <a:extLst>
                  <a:ext uri="{FF2B5EF4-FFF2-40B4-BE49-F238E27FC236}">
                    <a16:creationId xmlns:a16="http://schemas.microsoft.com/office/drawing/2014/main" id="{C9503554-7115-6FC5-E5E5-AEA2D5AAE775}"/>
                  </a:ext>
                </a:extLst>
              </p:cNvPr>
              <p:cNvSpPr/>
              <p:nvPr/>
            </p:nvSpPr>
            <p:spPr>
              <a:xfrm>
                <a:off x="4812511" y="5278601"/>
                <a:ext cx="239789" cy="116350"/>
              </a:xfrm>
              <a:prstGeom prst="rect">
                <a:avLst/>
              </a:prstGeom>
              <a:solidFill>
                <a:srgbClr val="2E75B6"/>
              </a:solidFill>
              <a:ln>
                <a:prstDash val="sysDot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500" baseline="-250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92" name="文本框 191">
                <a:extLst>
                  <a:ext uri="{FF2B5EF4-FFF2-40B4-BE49-F238E27FC236}">
                    <a16:creationId xmlns:a16="http://schemas.microsoft.com/office/drawing/2014/main" id="{9FC6A4E3-2F1B-E11B-486A-7EC9202CCD39}"/>
                  </a:ext>
                </a:extLst>
              </p:cNvPr>
              <p:cNvSpPr txBox="1"/>
              <p:nvPr/>
            </p:nvSpPr>
            <p:spPr>
              <a:xfrm>
                <a:off x="4818623" y="5234784"/>
                <a:ext cx="305972" cy="2154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</a:t>
                </a:r>
                <a:r>
                  <a:rPr lang="en-US" altLang="zh-CN" sz="800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:endParaRPr lang="zh-CN" altLang="en-US" baseline="-25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193" name="弧形 192">
              <a:extLst>
                <a:ext uri="{FF2B5EF4-FFF2-40B4-BE49-F238E27FC236}">
                  <a16:creationId xmlns:a16="http://schemas.microsoft.com/office/drawing/2014/main" id="{4FA378A0-0BE3-BB73-0C10-C576BFD57DDE}"/>
                </a:ext>
              </a:extLst>
            </p:cNvPr>
            <p:cNvSpPr/>
            <p:nvPr/>
          </p:nvSpPr>
          <p:spPr>
            <a:xfrm rot="16200000">
              <a:off x="2264374" y="1572221"/>
              <a:ext cx="776682" cy="841375"/>
            </a:xfrm>
            <a:prstGeom prst="arc">
              <a:avLst>
                <a:gd name="adj1" fmla="val 16200000"/>
                <a:gd name="adj2" fmla="val 174746"/>
              </a:avLst>
            </a:prstGeom>
            <a:ln w="12700">
              <a:prstDash val="sysDot"/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4" name="弧形 193">
              <a:extLst>
                <a:ext uri="{FF2B5EF4-FFF2-40B4-BE49-F238E27FC236}">
                  <a16:creationId xmlns:a16="http://schemas.microsoft.com/office/drawing/2014/main" id="{D4948425-B51C-26D6-E6BC-0F547DBF7ED2}"/>
                </a:ext>
              </a:extLst>
            </p:cNvPr>
            <p:cNvSpPr/>
            <p:nvPr/>
          </p:nvSpPr>
          <p:spPr>
            <a:xfrm rot="10800000">
              <a:off x="2209800" y="1407719"/>
              <a:ext cx="1462524" cy="1537722"/>
            </a:xfrm>
            <a:prstGeom prst="arc">
              <a:avLst>
                <a:gd name="adj1" fmla="val 16193393"/>
                <a:gd name="adj2" fmla="val 466353"/>
              </a:avLst>
            </a:prstGeom>
            <a:ln w="12700">
              <a:prstDash val="sysDot"/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195" name="组合 194">
              <a:extLst>
                <a:ext uri="{FF2B5EF4-FFF2-40B4-BE49-F238E27FC236}">
                  <a16:creationId xmlns:a16="http://schemas.microsoft.com/office/drawing/2014/main" id="{8D7CE9BE-53B0-689C-E3E4-7AA174A129B4}"/>
                </a:ext>
              </a:extLst>
            </p:cNvPr>
            <p:cNvGrpSpPr/>
            <p:nvPr/>
          </p:nvGrpSpPr>
          <p:grpSpPr>
            <a:xfrm>
              <a:off x="1746902" y="1932854"/>
              <a:ext cx="305972" cy="215444"/>
              <a:chOff x="4730262" y="4482768"/>
              <a:chExt cx="305972" cy="215444"/>
            </a:xfrm>
          </p:grpSpPr>
          <p:sp>
            <p:nvSpPr>
              <p:cNvPr id="196" name="矩形 195">
                <a:extLst>
                  <a:ext uri="{FF2B5EF4-FFF2-40B4-BE49-F238E27FC236}">
                    <a16:creationId xmlns:a16="http://schemas.microsoft.com/office/drawing/2014/main" id="{EDFE0B1E-B660-A6D0-2406-293AD7737BF8}"/>
                  </a:ext>
                </a:extLst>
              </p:cNvPr>
              <p:cNvSpPr/>
              <p:nvPr/>
            </p:nvSpPr>
            <p:spPr>
              <a:xfrm>
                <a:off x="4743048" y="4506759"/>
                <a:ext cx="239789" cy="116350"/>
              </a:xfrm>
              <a:prstGeom prst="rect">
                <a:avLst/>
              </a:prstGeom>
              <a:solidFill>
                <a:schemeClr val="accent6">
                  <a:lumMod val="75000"/>
                </a:schemeClr>
              </a:solidFill>
              <a:ln>
                <a:prstDash val="sysDot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500" baseline="-250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97" name="文本框 196">
                <a:extLst>
                  <a:ext uri="{FF2B5EF4-FFF2-40B4-BE49-F238E27FC236}">
                    <a16:creationId xmlns:a16="http://schemas.microsoft.com/office/drawing/2014/main" id="{DF0CAF05-FD1C-0440-CDA2-186CDE643596}"/>
                  </a:ext>
                </a:extLst>
              </p:cNvPr>
              <p:cNvSpPr txBox="1"/>
              <p:nvPr/>
            </p:nvSpPr>
            <p:spPr>
              <a:xfrm>
                <a:off x="4730262" y="4482768"/>
                <a:ext cx="305972" cy="2154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</a:t>
                </a:r>
                <a:r>
                  <a:rPr lang="en-US" altLang="zh-CN" sz="800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4</a:t>
                </a:r>
                <a:endParaRPr lang="zh-CN" altLang="en-US" baseline="-25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198" name="组合 197">
              <a:extLst>
                <a:ext uri="{FF2B5EF4-FFF2-40B4-BE49-F238E27FC236}">
                  <a16:creationId xmlns:a16="http://schemas.microsoft.com/office/drawing/2014/main" id="{816937A0-7285-A0FC-A556-3821BDB676F5}"/>
                </a:ext>
              </a:extLst>
            </p:cNvPr>
            <p:cNvGrpSpPr/>
            <p:nvPr/>
          </p:nvGrpSpPr>
          <p:grpSpPr>
            <a:xfrm>
              <a:off x="3174243" y="1738277"/>
              <a:ext cx="305972" cy="215444"/>
              <a:chOff x="4741553" y="4485041"/>
              <a:chExt cx="305972" cy="215444"/>
            </a:xfrm>
          </p:grpSpPr>
          <p:sp>
            <p:nvSpPr>
              <p:cNvPr id="199" name="矩形 198">
                <a:extLst>
                  <a:ext uri="{FF2B5EF4-FFF2-40B4-BE49-F238E27FC236}">
                    <a16:creationId xmlns:a16="http://schemas.microsoft.com/office/drawing/2014/main" id="{AD6C45C9-B328-9211-5720-B05DE5DA045A}"/>
                  </a:ext>
                </a:extLst>
              </p:cNvPr>
              <p:cNvSpPr/>
              <p:nvPr/>
            </p:nvSpPr>
            <p:spPr>
              <a:xfrm>
                <a:off x="4743048" y="4506759"/>
                <a:ext cx="239789" cy="116350"/>
              </a:xfrm>
              <a:prstGeom prst="rect">
                <a:avLst/>
              </a:prstGeom>
              <a:solidFill>
                <a:schemeClr val="accent6">
                  <a:lumMod val="75000"/>
                </a:schemeClr>
              </a:solidFill>
              <a:ln>
                <a:prstDash val="sysDot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500" baseline="-250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00" name="文本框 199">
                <a:extLst>
                  <a:ext uri="{FF2B5EF4-FFF2-40B4-BE49-F238E27FC236}">
                    <a16:creationId xmlns:a16="http://schemas.microsoft.com/office/drawing/2014/main" id="{7581F583-9D76-877D-EB26-8ECD89E05901}"/>
                  </a:ext>
                </a:extLst>
              </p:cNvPr>
              <p:cNvSpPr txBox="1"/>
              <p:nvPr/>
            </p:nvSpPr>
            <p:spPr>
              <a:xfrm>
                <a:off x="4741553" y="4485041"/>
                <a:ext cx="305972" cy="2154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</a:t>
                </a:r>
                <a:r>
                  <a:rPr lang="en-US" altLang="zh-CN" sz="800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4</a:t>
                </a:r>
                <a:endParaRPr lang="zh-CN" altLang="en-US" baseline="-25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201" name="弧形 200">
              <a:extLst>
                <a:ext uri="{FF2B5EF4-FFF2-40B4-BE49-F238E27FC236}">
                  <a16:creationId xmlns:a16="http://schemas.microsoft.com/office/drawing/2014/main" id="{0EC03BB5-53D3-6DC1-8110-C161269C534F}"/>
                </a:ext>
              </a:extLst>
            </p:cNvPr>
            <p:cNvSpPr/>
            <p:nvPr/>
          </p:nvSpPr>
          <p:spPr>
            <a:xfrm rot="16200000">
              <a:off x="2022004" y="1133004"/>
              <a:ext cx="1240760" cy="1579581"/>
            </a:xfrm>
            <a:prstGeom prst="arc">
              <a:avLst>
                <a:gd name="adj1" fmla="val 16026635"/>
                <a:gd name="adj2" fmla="val 174746"/>
              </a:avLst>
            </a:prstGeom>
            <a:ln w="12700">
              <a:solidFill>
                <a:srgbClr val="92D050"/>
              </a:solidFill>
              <a:prstDash val="sysDot"/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2" name="弧形 201">
              <a:extLst>
                <a:ext uri="{FF2B5EF4-FFF2-40B4-BE49-F238E27FC236}">
                  <a16:creationId xmlns:a16="http://schemas.microsoft.com/office/drawing/2014/main" id="{BD8EBF64-C01E-CB5D-1BBA-806CC979DBA2}"/>
                </a:ext>
              </a:extLst>
            </p:cNvPr>
            <p:cNvSpPr/>
            <p:nvPr/>
          </p:nvSpPr>
          <p:spPr>
            <a:xfrm>
              <a:off x="2398441" y="1303427"/>
              <a:ext cx="897209" cy="841375"/>
            </a:xfrm>
            <a:prstGeom prst="arc">
              <a:avLst>
                <a:gd name="adj1" fmla="val 15767777"/>
                <a:gd name="adj2" fmla="val 98464"/>
              </a:avLst>
            </a:prstGeom>
            <a:ln w="12700">
              <a:solidFill>
                <a:srgbClr val="92D050"/>
              </a:solidFill>
              <a:prstDash val="sysDot"/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203" name="组合 202">
              <a:extLst>
                <a:ext uri="{FF2B5EF4-FFF2-40B4-BE49-F238E27FC236}">
                  <a16:creationId xmlns:a16="http://schemas.microsoft.com/office/drawing/2014/main" id="{0783B121-6DBF-B2CB-1F17-E0233DA87A61}"/>
                </a:ext>
              </a:extLst>
            </p:cNvPr>
            <p:cNvGrpSpPr/>
            <p:nvPr/>
          </p:nvGrpSpPr>
          <p:grpSpPr>
            <a:xfrm>
              <a:off x="2901146" y="2153212"/>
              <a:ext cx="215444" cy="384253"/>
              <a:chOff x="4170449" y="2974278"/>
              <a:chExt cx="215444" cy="384253"/>
            </a:xfrm>
          </p:grpSpPr>
          <p:sp>
            <p:nvSpPr>
              <p:cNvPr id="204" name="矩形 203">
                <a:extLst>
                  <a:ext uri="{FF2B5EF4-FFF2-40B4-BE49-F238E27FC236}">
                    <a16:creationId xmlns:a16="http://schemas.microsoft.com/office/drawing/2014/main" id="{98F1FC64-0793-C30E-11DC-110DEB2222A5}"/>
                  </a:ext>
                </a:extLst>
              </p:cNvPr>
              <p:cNvSpPr/>
              <p:nvPr/>
            </p:nvSpPr>
            <p:spPr>
              <a:xfrm rot="5400000">
                <a:off x="4162838" y="3047231"/>
                <a:ext cx="239789" cy="116350"/>
              </a:xfrm>
              <a:prstGeom prst="rect">
                <a:avLst/>
              </a:prstGeom>
              <a:solidFill>
                <a:srgbClr val="7C7C7C"/>
              </a:solidFill>
              <a:ln>
                <a:prstDash val="sysDot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500" baseline="-250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05" name="文本框 204">
                <a:extLst>
                  <a:ext uri="{FF2B5EF4-FFF2-40B4-BE49-F238E27FC236}">
                    <a16:creationId xmlns:a16="http://schemas.microsoft.com/office/drawing/2014/main" id="{51D543C5-1AE2-3187-314E-1C620699898E}"/>
                  </a:ext>
                </a:extLst>
              </p:cNvPr>
              <p:cNvSpPr txBox="1"/>
              <p:nvPr/>
            </p:nvSpPr>
            <p:spPr>
              <a:xfrm rot="5400000">
                <a:off x="4086044" y="3058683"/>
                <a:ext cx="384253" cy="2154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</a:t>
                </a:r>
                <a:r>
                  <a:rPr lang="en-US" altLang="zh-CN" sz="800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21</a:t>
                </a:r>
                <a:endParaRPr lang="zh-CN" altLang="en-US" baseline="-25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206" name="弧形 205">
              <a:extLst>
                <a:ext uri="{FF2B5EF4-FFF2-40B4-BE49-F238E27FC236}">
                  <a16:creationId xmlns:a16="http://schemas.microsoft.com/office/drawing/2014/main" id="{3F8F4E89-3660-15DA-021B-F2D8D8E72116}"/>
                </a:ext>
              </a:extLst>
            </p:cNvPr>
            <p:cNvSpPr/>
            <p:nvPr/>
          </p:nvSpPr>
          <p:spPr>
            <a:xfrm rot="5400000">
              <a:off x="2807892" y="1507804"/>
              <a:ext cx="792013" cy="834233"/>
            </a:xfrm>
            <a:prstGeom prst="arc">
              <a:avLst>
                <a:gd name="adj1" fmla="val 15866993"/>
                <a:gd name="adj2" fmla="val 1143261"/>
              </a:avLst>
            </a:prstGeom>
            <a:ln w="12700">
              <a:solidFill>
                <a:srgbClr val="7C7C7C"/>
              </a:solidFill>
              <a:prstDash val="sysDot"/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grpSp>
          <p:nvGrpSpPr>
            <p:cNvPr id="207" name="组合 206">
              <a:extLst>
                <a:ext uri="{FF2B5EF4-FFF2-40B4-BE49-F238E27FC236}">
                  <a16:creationId xmlns:a16="http://schemas.microsoft.com/office/drawing/2014/main" id="{5A20690A-CE7B-B4AA-31FD-CED6C484FBD6}"/>
                </a:ext>
              </a:extLst>
            </p:cNvPr>
            <p:cNvGrpSpPr/>
            <p:nvPr/>
          </p:nvGrpSpPr>
          <p:grpSpPr>
            <a:xfrm>
              <a:off x="2615982" y="882310"/>
              <a:ext cx="215444" cy="384253"/>
              <a:chOff x="4167860" y="2976551"/>
              <a:chExt cx="215444" cy="384253"/>
            </a:xfrm>
          </p:grpSpPr>
          <p:sp>
            <p:nvSpPr>
              <p:cNvPr id="208" name="矩形 207">
                <a:extLst>
                  <a:ext uri="{FF2B5EF4-FFF2-40B4-BE49-F238E27FC236}">
                    <a16:creationId xmlns:a16="http://schemas.microsoft.com/office/drawing/2014/main" id="{975243C4-11DE-CE62-078E-EFE7A3DDB558}"/>
                  </a:ext>
                </a:extLst>
              </p:cNvPr>
              <p:cNvSpPr/>
              <p:nvPr/>
            </p:nvSpPr>
            <p:spPr>
              <a:xfrm rot="5400000">
                <a:off x="4162838" y="3047231"/>
                <a:ext cx="239789" cy="116350"/>
              </a:xfrm>
              <a:prstGeom prst="rect">
                <a:avLst/>
              </a:prstGeom>
              <a:solidFill>
                <a:srgbClr val="7C7C7C"/>
              </a:solidFill>
              <a:ln>
                <a:prstDash val="sysDot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500" baseline="-250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09" name="文本框 208">
                <a:extLst>
                  <a:ext uri="{FF2B5EF4-FFF2-40B4-BE49-F238E27FC236}">
                    <a16:creationId xmlns:a16="http://schemas.microsoft.com/office/drawing/2014/main" id="{90335960-C48E-D623-CDA1-5186BC5F7767}"/>
                  </a:ext>
                </a:extLst>
              </p:cNvPr>
              <p:cNvSpPr txBox="1"/>
              <p:nvPr/>
            </p:nvSpPr>
            <p:spPr>
              <a:xfrm rot="5400000">
                <a:off x="4083455" y="3060956"/>
                <a:ext cx="384253" cy="2154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</a:t>
                </a:r>
                <a:r>
                  <a:rPr lang="en-US" altLang="zh-CN" sz="800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21</a:t>
                </a:r>
                <a:endParaRPr lang="zh-CN" altLang="en-US" baseline="-25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210" name="弧形 209">
              <a:extLst>
                <a:ext uri="{FF2B5EF4-FFF2-40B4-BE49-F238E27FC236}">
                  <a16:creationId xmlns:a16="http://schemas.microsoft.com/office/drawing/2014/main" id="{8C8EF063-449A-CCC7-EF02-E0341A917EAF}"/>
                </a:ext>
              </a:extLst>
            </p:cNvPr>
            <p:cNvSpPr/>
            <p:nvPr/>
          </p:nvSpPr>
          <p:spPr>
            <a:xfrm>
              <a:off x="2265680" y="1000761"/>
              <a:ext cx="1355333" cy="1219527"/>
            </a:xfrm>
            <a:prstGeom prst="arc">
              <a:avLst>
                <a:gd name="adj1" fmla="val 15554181"/>
                <a:gd name="adj2" fmla="val 738772"/>
              </a:avLst>
            </a:prstGeom>
            <a:ln w="12700">
              <a:solidFill>
                <a:srgbClr val="7C7C7C"/>
              </a:solidFill>
              <a:prstDash val="sysDot"/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grpSp>
          <p:nvGrpSpPr>
            <p:cNvPr id="211" name="组合 210">
              <a:extLst>
                <a:ext uri="{FF2B5EF4-FFF2-40B4-BE49-F238E27FC236}">
                  <a16:creationId xmlns:a16="http://schemas.microsoft.com/office/drawing/2014/main" id="{A6A10B03-1A8D-2200-30A4-980D702DAAF0}"/>
                </a:ext>
              </a:extLst>
            </p:cNvPr>
            <p:cNvGrpSpPr/>
            <p:nvPr/>
          </p:nvGrpSpPr>
          <p:grpSpPr>
            <a:xfrm>
              <a:off x="2397739" y="1924492"/>
              <a:ext cx="345543" cy="215444"/>
              <a:chOff x="4727106" y="4481201"/>
              <a:chExt cx="345543" cy="215444"/>
            </a:xfrm>
          </p:grpSpPr>
          <p:sp>
            <p:nvSpPr>
              <p:cNvPr id="212" name="矩形 211">
                <a:extLst>
                  <a:ext uri="{FF2B5EF4-FFF2-40B4-BE49-F238E27FC236}">
                    <a16:creationId xmlns:a16="http://schemas.microsoft.com/office/drawing/2014/main" id="{604BEC45-2309-4C87-A295-B780D3A632DA}"/>
                  </a:ext>
                </a:extLst>
              </p:cNvPr>
              <p:cNvSpPr/>
              <p:nvPr/>
            </p:nvSpPr>
            <p:spPr>
              <a:xfrm>
                <a:off x="4743048" y="4506759"/>
                <a:ext cx="239789" cy="116350"/>
              </a:xfrm>
              <a:prstGeom prst="rect">
                <a:avLst/>
              </a:prstGeom>
              <a:solidFill>
                <a:srgbClr val="C55A11"/>
              </a:solidFill>
              <a:ln>
                <a:prstDash val="sysDot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500" baseline="-250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13" name="文本框 212">
                <a:extLst>
                  <a:ext uri="{FF2B5EF4-FFF2-40B4-BE49-F238E27FC236}">
                    <a16:creationId xmlns:a16="http://schemas.microsoft.com/office/drawing/2014/main" id="{C01B7B37-408C-6462-FCAD-95CA8965D076}"/>
                  </a:ext>
                </a:extLst>
              </p:cNvPr>
              <p:cNvSpPr txBox="1"/>
              <p:nvPr/>
            </p:nvSpPr>
            <p:spPr>
              <a:xfrm>
                <a:off x="4727106" y="4481201"/>
                <a:ext cx="345543" cy="2154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</a:t>
                </a:r>
                <a:r>
                  <a:rPr lang="en-US" altLang="zh-CN" sz="800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32</a:t>
                </a:r>
                <a:endParaRPr lang="zh-CN" altLang="en-US" baseline="-25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214" name="弧形 213">
              <a:extLst>
                <a:ext uri="{FF2B5EF4-FFF2-40B4-BE49-F238E27FC236}">
                  <a16:creationId xmlns:a16="http://schemas.microsoft.com/office/drawing/2014/main" id="{BC85B225-1795-12D7-9C0A-A492419322C9}"/>
                </a:ext>
              </a:extLst>
            </p:cNvPr>
            <p:cNvSpPr/>
            <p:nvPr/>
          </p:nvSpPr>
          <p:spPr>
            <a:xfrm rot="10800000">
              <a:off x="2522546" y="1761957"/>
              <a:ext cx="792013" cy="834233"/>
            </a:xfrm>
            <a:prstGeom prst="arc">
              <a:avLst>
                <a:gd name="adj1" fmla="val 15866993"/>
                <a:gd name="adj2" fmla="val 1143261"/>
              </a:avLst>
            </a:prstGeom>
            <a:ln w="12700">
              <a:solidFill>
                <a:srgbClr val="C55A11"/>
              </a:solidFill>
              <a:prstDash val="sysDot"/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grpSp>
          <p:nvGrpSpPr>
            <p:cNvPr id="215" name="组合 214">
              <a:extLst>
                <a:ext uri="{FF2B5EF4-FFF2-40B4-BE49-F238E27FC236}">
                  <a16:creationId xmlns:a16="http://schemas.microsoft.com/office/drawing/2014/main" id="{D7CDF6FC-4203-2E62-4302-A535A5FF5EDD}"/>
                </a:ext>
              </a:extLst>
            </p:cNvPr>
            <p:cNvGrpSpPr/>
            <p:nvPr/>
          </p:nvGrpSpPr>
          <p:grpSpPr>
            <a:xfrm>
              <a:off x="3795949" y="1743612"/>
              <a:ext cx="345543" cy="215444"/>
              <a:chOff x="4732284" y="4478928"/>
              <a:chExt cx="345543" cy="215444"/>
            </a:xfrm>
          </p:grpSpPr>
          <p:sp>
            <p:nvSpPr>
              <p:cNvPr id="216" name="矩形 215">
                <a:extLst>
                  <a:ext uri="{FF2B5EF4-FFF2-40B4-BE49-F238E27FC236}">
                    <a16:creationId xmlns:a16="http://schemas.microsoft.com/office/drawing/2014/main" id="{F9031E45-F299-A4F3-648A-798FF591F548}"/>
                  </a:ext>
                </a:extLst>
              </p:cNvPr>
              <p:cNvSpPr/>
              <p:nvPr/>
            </p:nvSpPr>
            <p:spPr>
              <a:xfrm>
                <a:off x="4743048" y="4506759"/>
                <a:ext cx="239789" cy="116350"/>
              </a:xfrm>
              <a:prstGeom prst="rect">
                <a:avLst/>
              </a:prstGeom>
              <a:solidFill>
                <a:srgbClr val="C55A11"/>
              </a:solidFill>
              <a:ln>
                <a:prstDash val="sysDot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500" baseline="-250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17" name="文本框 216">
                <a:extLst>
                  <a:ext uri="{FF2B5EF4-FFF2-40B4-BE49-F238E27FC236}">
                    <a16:creationId xmlns:a16="http://schemas.microsoft.com/office/drawing/2014/main" id="{E531562B-826A-CEAD-6677-B37FCA091984}"/>
                  </a:ext>
                </a:extLst>
              </p:cNvPr>
              <p:cNvSpPr txBox="1"/>
              <p:nvPr/>
            </p:nvSpPr>
            <p:spPr>
              <a:xfrm>
                <a:off x="4732284" y="4478928"/>
                <a:ext cx="345543" cy="2154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</a:t>
                </a:r>
                <a:r>
                  <a:rPr lang="en-US" altLang="zh-CN" sz="800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32</a:t>
                </a:r>
                <a:endParaRPr lang="zh-CN" altLang="en-US" baseline="-25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218" name="弧形 217">
              <a:extLst>
                <a:ext uri="{FF2B5EF4-FFF2-40B4-BE49-F238E27FC236}">
                  <a16:creationId xmlns:a16="http://schemas.microsoft.com/office/drawing/2014/main" id="{0CBE44EF-6C50-94D3-F654-CA3ED365BFBA}"/>
                </a:ext>
              </a:extLst>
            </p:cNvPr>
            <p:cNvSpPr/>
            <p:nvPr/>
          </p:nvSpPr>
          <p:spPr>
            <a:xfrm rot="5592824">
              <a:off x="2194260" y="816847"/>
              <a:ext cx="1480754" cy="2042459"/>
            </a:xfrm>
            <a:prstGeom prst="arc">
              <a:avLst>
                <a:gd name="adj1" fmla="val 16299507"/>
                <a:gd name="adj2" fmla="val 20655801"/>
              </a:avLst>
            </a:prstGeom>
            <a:ln w="12700">
              <a:solidFill>
                <a:srgbClr val="C55A11"/>
              </a:solidFill>
              <a:prstDash val="sysDot"/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27" name="文本框 226">
              <a:extLst>
                <a:ext uri="{FF2B5EF4-FFF2-40B4-BE49-F238E27FC236}">
                  <a16:creationId xmlns:a16="http://schemas.microsoft.com/office/drawing/2014/main" id="{6A8D5A22-1915-BE96-7781-B531BB413E4B}"/>
                </a:ext>
              </a:extLst>
            </p:cNvPr>
            <p:cNvSpPr txBox="1"/>
            <p:nvPr/>
          </p:nvSpPr>
          <p:spPr>
            <a:xfrm>
              <a:off x="1476502" y="2600230"/>
              <a:ext cx="68580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Physical </a:t>
              </a:r>
            </a:p>
            <a:p>
              <a:pPr algn="ctr"/>
              <a:r>
                <a:rPr lang="en-US" altLang="zh-CN" sz="1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vehicle</a:t>
              </a:r>
              <a:endParaRPr lang="zh-CN" altLang="en-US" sz="1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28" name="文本框 227">
              <a:extLst>
                <a:ext uri="{FF2B5EF4-FFF2-40B4-BE49-F238E27FC236}">
                  <a16:creationId xmlns:a16="http://schemas.microsoft.com/office/drawing/2014/main" id="{B1AAEC0A-13F9-ACF9-F519-BD4856417E87}"/>
                </a:ext>
              </a:extLst>
            </p:cNvPr>
            <p:cNvSpPr txBox="1"/>
            <p:nvPr/>
          </p:nvSpPr>
          <p:spPr>
            <a:xfrm>
              <a:off x="1483136" y="3192889"/>
              <a:ext cx="68580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Virtual vehicle</a:t>
              </a:r>
              <a:endParaRPr lang="zh-CN" altLang="en-US" sz="1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29" name="文本框 228">
              <a:extLst>
                <a:ext uri="{FF2B5EF4-FFF2-40B4-BE49-F238E27FC236}">
                  <a16:creationId xmlns:a16="http://schemas.microsoft.com/office/drawing/2014/main" id="{1292ABA1-EFEE-44E6-9B66-1030D90EBAFB}"/>
                </a:ext>
              </a:extLst>
            </p:cNvPr>
            <p:cNvSpPr txBox="1"/>
            <p:nvPr/>
          </p:nvSpPr>
          <p:spPr>
            <a:xfrm>
              <a:off x="2275269" y="483668"/>
              <a:ext cx="368300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L</a:t>
              </a:r>
              <a:r>
                <a:rPr lang="en-US" altLang="zh-CN" sz="10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  <a:endParaRPr lang="zh-CN" altLang="en-US" sz="1000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30" name="文本框 229">
              <a:extLst>
                <a:ext uri="{FF2B5EF4-FFF2-40B4-BE49-F238E27FC236}">
                  <a16:creationId xmlns:a16="http://schemas.microsoft.com/office/drawing/2014/main" id="{985207FF-463B-94FD-FF0D-275BD7A1ECDF}"/>
                </a:ext>
              </a:extLst>
            </p:cNvPr>
            <p:cNvSpPr txBox="1"/>
            <p:nvPr/>
          </p:nvSpPr>
          <p:spPr>
            <a:xfrm>
              <a:off x="3258881" y="498119"/>
              <a:ext cx="368300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L</a:t>
              </a:r>
              <a:r>
                <a:rPr lang="en-US" altLang="zh-CN" sz="10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6</a:t>
              </a:r>
              <a:endParaRPr lang="zh-CN" altLang="en-US" sz="1000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31" name="文本框 230">
              <a:extLst>
                <a:ext uri="{FF2B5EF4-FFF2-40B4-BE49-F238E27FC236}">
                  <a16:creationId xmlns:a16="http://schemas.microsoft.com/office/drawing/2014/main" id="{D7478F91-42D4-A735-68BB-924B90FD207B}"/>
                </a:ext>
              </a:extLst>
            </p:cNvPr>
            <p:cNvSpPr txBox="1"/>
            <p:nvPr/>
          </p:nvSpPr>
          <p:spPr>
            <a:xfrm>
              <a:off x="2243963" y="3106912"/>
              <a:ext cx="368300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L</a:t>
              </a:r>
              <a:r>
                <a:rPr lang="en-US" altLang="zh-CN" sz="10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7</a:t>
              </a:r>
              <a:endParaRPr lang="zh-CN" altLang="en-US" sz="1000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32" name="文本框 231">
              <a:extLst>
                <a:ext uri="{FF2B5EF4-FFF2-40B4-BE49-F238E27FC236}">
                  <a16:creationId xmlns:a16="http://schemas.microsoft.com/office/drawing/2014/main" id="{4E1EC93D-49C8-2BC5-0328-DB8470C61CC7}"/>
                </a:ext>
              </a:extLst>
            </p:cNvPr>
            <p:cNvSpPr txBox="1"/>
            <p:nvPr/>
          </p:nvSpPr>
          <p:spPr>
            <a:xfrm>
              <a:off x="3198992" y="3129337"/>
              <a:ext cx="368300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L</a:t>
              </a:r>
              <a:r>
                <a:rPr lang="en-US" altLang="zh-CN" sz="10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8</a:t>
              </a:r>
              <a:endParaRPr lang="zh-CN" altLang="en-US" sz="1000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233" name="组合 232">
              <a:extLst>
                <a:ext uri="{FF2B5EF4-FFF2-40B4-BE49-F238E27FC236}">
                  <a16:creationId xmlns:a16="http://schemas.microsoft.com/office/drawing/2014/main" id="{3405E363-C6CD-CFD8-1526-FBA081713491}"/>
                </a:ext>
              </a:extLst>
            </p:cNvPr>
            <p:cNvGrpSpPr/>
            <p:nvPr/>
          </p:nvGrpSpPr>
          <p:grpSpPr>
            <a:xfrm>
              <a:off x="943431" y="2572862"/>
              <a:ext cx="305972" cy="215444"/>
              <a:chOff x="4727423" y="4450946"/>
              <a:chExt cx="305972" cy="215444"/>
            </a:xfrm>
          </p:grpSpPr>
          <p:sp>
            <p:nvSpPr>
              <p:cNvPr id="234" name="矩形 233">
                <a:extLst>
                  <a:ext uri="{FF2B5EF4-FFF2-40B4-BE49-F238E27FC236}">
                    <a16:creationId xmlns:a16="http://schemas.microsoft.com/office/drawing/2014/main" id="{AF599532-3F46-82B4-09C4-D9D280AE21B1}"/>
                  </a:ext>
                </a:extLst>
              </p:cNvPr>
              <p:cNvSpPr/>
              <p:nvPr/>
            </p:nvSpPr>
            <p:spPr>
              <a:xfrm>
                <a:off x="4743048" y="4506759"/>
                <a:ext cx="239789" cy="116350"/>
              </a:xfrm>
              <a:prstGeom prst="rect">
                <a:avLst/>
              </a:prstGeom>
              <a:solidFill>
                <a:srgbClr val="2E75B6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500" baseline="-250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35" name="文本框 234">
                <a:extLst>
                  <a:ext uri="{FF2B5EF4-FFF2-40B4-BE49-F238E27FC236}">
                    <a16:creationId xmlns:a16="http://schemas.microsoft.com/office/drawing/2014/main" id="{328D2B29-2859-CD4C-8CDF-6699615A06A0}"/>
                  </a:ext>
                </a:extLst>
              </p:cNvPr>
              <p:cNvSpPr txBox="1"/>
              <p:nvPr/>
            </p:nvSpPr>
            <p:spPr>
              <a:xfrm>
                <a:off x="4727423" y="4450946"/>
                <a:ext cx="305972" cy="2154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endParaRPr lang="zh-CN" altLang="en-US" baseline="-25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236" name="组合 235">
              <a:extLst>
                <a:ext uri="{FF2B5EF4-FFF2-40B4-BE49-F238E27FC236}">
                  <a16:creationId xmlns:a16="http://schemas.microsoft.com/office/drawing/2014/main" id="{1A720316-3082-ABEE-D796-264F98C3CBB8}"/>
                </a:ext>
              </a:extLst>
            </p:cNvPr>
            <p:cNvGrpSpPr/>
            <p:nvPr/>
          </p:nvGrpSpPr>
          <p:grpSpPr>
            <a:xfrm>
              <a:off x="1280814" y="2572862"/>
              <a:ext cx="337285" cy="215444"/>
              <a:chOff x="4711372" y="4450946"/>
              <a:chExt cx="337285" cy="215444"/>
            </a:xfrm>
          </p:grpSpPr>
          <p:sp>
            <p:nvSpPr>
              <p:cNvPr id="237" name="矩形 236">
                <a:extLst>
                  <a:ext uri="{FF2B5EF4-FFF2-40B4-BE49-F238E27FC236}">
                    <a16:creationId xmlns:a16="http://schemas.microsoft.com/office/drawing/2014/main" id="{EAACA89D-293D-951E-9E6B-2F5150290EF6}"/>
                  </a:ext>
                </a:extLst>
              </p:cNvPr>
              <p:cNvSpPr/>
              <p:nvPr/>
            </p:nvSpPr>
            <p:spPr>
              <a:xfrm>
                <a:off x="4743048" y="4506759"/>
                <a:ext cx="239789" cy="116350"/>
              </a:xfrm>
              <a:prstGeom prst="rect">
                <a:avLst/>
              </a:prstGeom>
              <a:solidFill>
                <a:srgbClr val="7C7C7C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500" baseline="-250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38" name="文本框 237">
                <a:extLst>
                  <a:ext uri="{FF2B5EF4-FFF2-40B4-BE49-F238E27FC236}">
                    <a16:creationId xmlns:a16="http://schemas.microsoft.com/office/drawing/2014/main" id="{2E7ECC84-7A43-3207-9541-9C227E3CA2EF}"/>
                  </a:ext>
                </a:extLst>
              </p:cNvPr>
              <p:cNvSpPr txBox="1"/>
              <p:nvPr/>
            </p:nvSpPr>
            <p:spPr>
              <a:xfrm>
                <a:off x="4711372" y="4450946"/>
                <a:ext cx="337285" cy="2154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endParaRPr lang="zh-CN" altLang="en-US" baseline="-25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240" name="组合 239">
              <a:extLst>
                <a:ext uri="{FF2B5EF4-FFF2-40B4-BE49-F238E27FC236}">
                  <a16:creationId xmlns:a16="http://schemas.microsoft.com/office/drawing/2014/main" id="{FBDD20D3-A90F-A14D-646D-B5D73279C945}"/>
                </a:ext>
              </a:extLst>
            </p:cNvPr>
            <p:cNvGrpSpPr/>
            <p:nvPr/>
          </p:nvGrpSpPr>
          <p:grpSpPr>
            <a:xfrm>
              <a:off x="943431" y="2837735"/>
              <a:ext cx="305972" cy="215444"/>
              <a:chOff x="4726617" y="4448617"/>
              <a:chExt cx="305972" cy="215444"/>
            </a:xfrm>
          </p:grpSpPr>
          <p:sp>
            <p:nvSpPr>
              <p:cNvPr id="241" name="矩形 240">
                <a:extLst>
                  <a:ext uri="{FF2B5EF4-FFF2-40B4-BE49-F238E27FC236}">
                    <a16:creationId xmlns:a16="http://schemas.microsoft.com/office/drawing/2014/main" id="{50581916-0CBC-8454-DCF1-EB1D8F6A68B4}"/>
                  </a:ext>
                </a:extLst>
              </p:cNvPr>
              <p:cNvSpPr/>
              <p:nvPr/>
            </p:nvSpPr>
            <p:spPr>
              <a:xfrm>
                <a:off x="4743048" y="4506759"/>
                <a:ext cx="239789" cy="116350"/>
              </a:xfrm>
              <a:prstGeom prst="rect">
                <a:avLst/>
              </a:prstGeom>
              <a:solidFill>
                <a:srgbClr val="C55A1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500" baseline="-250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42" name="文本框 241">
                <a:extLst>
                  <a:ext uri="{FF2B5EF4-FFF2-40B4-BE49-F238E27FC236}">
                    <a16:creationId xmlns:a16="http://schemas.microsoft.com/office/drawing/2014/main" id="{01DEF26C-9225-3C86-BC38-152B83D76AA8}"/>
                  </a:ext>
                </a:extLst>
              </p:cNvPr>
              <p:cNvSpPr txBox="1"/>
              <p:nvPr/>
            </p:nvSpPr>
            <p:spPr>
              <a:xfrm>
                <a:off x="4726617" y="4448617"/>
                <a:ext cx="305972" cy="2154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endParaRPr lang="zh-CN" altLang="en-US" baseline="-25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243" name="组合 242">
              <a:extLst>
                <a:ext uri="{FF2B5EF4-FFF2-40B4-BE49-F238E27FC236}">
                  <a16:creationId xmlns:a16="http://schemas.microsoft.com/office/drawing/2014/main" id="{29BEEB06-4FED-328C-E7FA-0687AC259EE1}"/>
                </a:ext>
              </a:extLst>
            </p:cNvPr>
            <p:cNvGrpSpPr/>
            <p:nvPr/>
          </p:nvGrpSpPr>
          <p:grpSpPr>
            <a:xfrm>
              <a:off x="1298948" y="2866634"/>
              <a:ext cx="305972" cy="215444"/>
              <a:chOff x="4729697" y="4480575"/>
              <a:chExt cx="305972" cy="215444"/>
            </a:xfrm>
          </p:grpSpPr>
          <p:sp>
            <p:nvSpPr>
              <p:cNvPr id="244" name="矩形 243">
                <a:extLst>
                  <a:ext uri="{FF2B5EF4-FFF2-40B4-BE49-F238E27FC236}">
                    <a16:creationId xmlns:a16="http://schemas.microsoft.com/office/drawing/2014/main" id="{CEC11E70-9EFB-7AC4-2F47-FF46700CAADA}"/>
                  </a:ext>
                </a:extLst>
              </p:cNvPr>
              <p:cNvSpPr/>
              <p:nvPr/>
            </p:nvSpPr>
            <p:spPr>
              <a:xfrm>
                <a:off x="4743048" y="4506759"/>
                <a:ext cx="239789" cy="116350"/>
              </a:xfrm>
              <a:prstGeom prst="rect">
                <a:avLst/>
              </a:prstGeom>
              <a:solidFill>
                <a:schemeClr val="accent6">
                  <a:lumMod val="75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500" baseline="-250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45" name="文本框 244">
                <a:extLst>
                  <a:ext uri="{FF2B5EF4-FFF2-40B4-BE49-F238E27FC236}">
                    <a16:creationId xmlns:a16="http://schemas.microsoft.com/office/drawing/2014/main" id="{C5E34204-B18F-F2F9-7DFF-B42070EB0487}"/>
                  </a:ext>
                </a:extLst>
              </p:cNvPr>
              <p:cNvSpPr txBox="1"/>
              <p:nvPr/>
            </p:nvSpPr>
            <p:spPr>
              <a:xfrm>
                <a:off x="4729697" y="4480575"/>
                <a:ext cx="305972" cy="2154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</a:t>
                </a:r>
                <a:r>
                  <a:rPr lang="en-US" altLang="zh-CN" sz="800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4</a:t>
                </a:r>
                <a:endParaRPr lang="zh-CN" altLang="en-US" baseline="-25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246" name="组合 245">
              <a:extLst>
                <a:ext uri="{FF2B5EF4-FFF2-40B4-BE49-F238E27FC236}">
                  <a16:creationId xmlns:a16="http://schemas.microsoft.com/office/drawing/2014/main" id="{A208391A-F0FB-32C0-6E45-524B7354CCE9}"/>
                </a:ext>
              </a:extLst>
            </p:cNvPr>
            <p:cNvGrpSpPr/>
            <p:nvPr/>
          </p:nvGrpSpPr>
          <p:grpSpPr>
            <a:xfrm>
              <a:off x="953979" y="3134888"/>
              <a:ext cx="305972" cy="215444"/>
              <a:chOff x="4728446" y="4481181"/>
              <a:chExt cx="305972" cy="215444"/>
            </a:xfrm>
          </p:grpSpPr>
          <p:sp>
            <p:nvSpPr>
              <p:cNvPr id="247" name="矩形 246">
                <a:extLst>
                  <a:ext uri="{FF2B5EF4-FFF2-40B4-BE49-F238E27FC236}">
                    <a16:creationId xmlns:a16="http://schemas.microsoft.com/office/drawing/2014/main" id="{ADD26955-0A86-B560-C0A4-E363E7CC3233}"/>
                  </a:ext>
                </a:extLst>
              </p:cNvPr>
              <p:cNvSpPr/>
              <p:nvPr/>
            </p:nvSpPr>
            <p:spPr>
              <a:xfrm>
                <a:off x="4743048" y="4506759"/>
                <a:ext cx="239789" cy="116350"/>
              </a:xfrm>
              <a:prstGeom prst="rect">
                <a:avLst/>
              </a:prstGeom>
              <a:solidFill>
                <a:srgbClr val="2E75B6"/>
              </a:solidFill>
              <a:ln>
                <a:prstDash val="sysDot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500" baseline="-250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48" name="文本框 247">
                <a:extLst>
                  <a:ext uri="{FF2B5EF4-FFF2-40B4-BE49-F238E27FC236}">
                    <a16:creationId xmlns:a16="http://schemas.microsoft.com/office/drawing/2014/main" id="{02CD42B7-5E05-ACC9-2794-4F0E6760035C}"/>
                  </a:ext>
                </a:extLst>
              </p:cNvPr>
              <p:cNvSpPr txBox="1"/>
              <p:nvPr/>
            </p:nvSpPr>
            <p:spPr>
              <a:xfrm>
                <a:off x="4728446" y="4481181"/>
                <a:ext cx="305972" cy="2154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</a:t>
                </a:r>
                <a:r>
                  <a:rPr lang="en-US" altLang="zh-CN" sz="800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:endParaRPr lang="zh-CN" altLang="en-US" baseline="-25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249" name="组合 248">
              <a:extLst>
                <a:ext uri="{FF2B5EF4-FFF2-40B4-BE49-F238E27FC236}">
                  <a16:creationId xmlns:a16="http://schemas.microsoft.com/office/drawing/2014/main" id="{467B194F-FE8E-E944-CE06-C56EE76DEA8A}"/>
                </a:ext>
              </a:extLst>
            </p:cNvPr>
            <p:cNvGrpSpPr/>
            <p:nvPr/>
          </p:nvGrpSpPr>
          <p:grpSpPr>
            <a:xfrm>
              <a:off x="1309898" y="3138361"/>
              <a:ext cx="337285" cy="215444"/>
              <a:chOff x="4736076" y="4480349"/>
              <a:chExt cx="337285" cy="215444"/>
            </a:xfrm>
          </p:grpSpPr>
          <p:sp>
            <p:nvSpPr>
              <p:cNvPr id="250" name="矩形 249">
                <a:extLst>
                  <a:ext uri="{FF2B5EF4-FFF2-40B4-BE49-F238E27FC236}">
                    <a16:creationId xmlns:a16="http://schemas.microsoft.com/office/drawing/2014/main" id="{3D5BD31B-1A24-7B92-D1E0-08A3D16D4C66}"/>
                  </a:ext>
                </a:extLst>
              </p:cNvPr>
              <p:cNvSpPr/>
              <p:nvPr/>
            </p:nvSpPr>
            <p:spPr>
              <a:xfrm>
                <a:off x="4743048" y="4506759"/>
                <a:ext cx="239789" cy="116350"/>
              </a:xfrm>
              <a:prstGeom prst="rect">
                <a:avLst/>
              </a:prstGeom>
              <a:solidFill>
                <a:srgbClr val="7C7C7C"/>
              </a:solidFill>
              <a:ln>
                <a:prstDash val="sysDot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500" baseline="-250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51" name="文本框 250">
                <a:extLst>
                  <a:ext uri="{FF2B5EF4-FFF2-40B4-BE49-F238E27FC236}">
                    <a16:creationId xmlns:a16="http://schemas.microsoft.com/office/drawing/2014/main" id="{D49648F5-60B5-7DEA-079A-F127352454F7}"/>
                  </a:ext>
                </a:extLst>
              </p:cNvPr>
              <p:cNvSpPr txBox="1"/>
              <p:nvPr/>
            </p:nvSpPr>
            <p:spPr>
              <a:xfrm>
                <a:off x="4736076" y="4480349"/>
                <a:ext cx="337285" cy="2154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</a:t>
                </a:r>
                <a:r>
                  <a:rPr lang="en-US" altLang="zh-CN" sz="800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21</a:t>
                </a:r>
                <a:endParaRPr lang="zh-CN" altLang="en-US" baseline="-25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252" name="组合 251">
              <a:extLst>
                <a:ext uri="{FF2B5EF4-FFF2-40B4-BE49-F238E27FC236}">
                  <a16:creationId xmlns:a16="http://schemas.microsoft.com/office/drawing/2014/main" id="{7B8AFEFF-4341-AA7D-FED5-7EFE3D14BF02}"/>
                </a:ext>
              </a:extLst>
            </p:cNvPr>
            <p:cNvGrpSpPr/>
            <p:nvPr/>
          </p:nvGrpSpPr>
          <p:grpSpPr>
            <a:xfrm>
              <a:off x="953979" y="3401219"/>
              <a:ext cx="305972" cy="215444"/>
              <a:chOff x="4733990" y="4481927"/>
              <a:chExt cx="305972" cy="215444"/>
            </a:xfrm>
          </p:grpSpPr>
          <p:sp>
            <p:nvSpPr>
              <p:cNvPr id="253" name="矩形 252">
                <a:extLst>
                  <a:ext uri="{FF2B5EF4-FFF2-40B4-BE49-F238E27FC236}">
                    <a16:creationId xmlns:a16="http://schemas.microsoft.com/office/drawing/2014/main" id="{FBACC216-F870-4AA3-CBA1-8FF82EB05C4D}"/>
                  </a:ext>
                </a:extLst>
              </p:cNvPr>
              <p:cNvSpPr/>
              <p:nvPr/>
            </p:nvSpPr>
            <p:spPr>
              <a:xfrm>
                <a:off x="4743048" y="4506759"/>
                <a:ext cx="239789" cy="116350"/>
              </a:xfrm>
              <a:prstGeom prst="rect">
                <a:avLst/>
              </a:prstGeom>
              <a:solidFill>
                <a:srgbClr val="C55A11"/>
              </a:solidFill>
              <a:ln>
                <a:prstDash val="sysDot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500" baseline="-250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54" name="文本框 253">
                <a:extLst>
                  <a:ext uri="{FF2B5EF4-FFF2-40B4-BE49-F238E27FC236}">
                    <a16:creationId xmlns:a16="http://schemas.microsoft.com/office/drawing/2014/main" id="{CA6566B6-B033-7377-1EEF-56808AE0CDB8}"/>
                  </a:ext>
                </a:extLst>
              </p:cNvPr>
              <p:cNvSpPr txBox="1"/>
              <p:nvPr/>
            </p:nvSpPr>
            <p:spPr>
              <a:xfrm>
                <a:off x="4733990" y="4481927"/>
                <a:ext cx="305972" cy="2154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</a:t>
                </a:r>
                <a:r>
                  <a:rPr lang="en-US" altLang="zh-CN" sz="800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3</a:t>
                </a:r>
                <a:endParaRPr lang="zh-CN" altLang="en-US" baseline="-25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255" name="组合 254">
              <a:extLst>
                <a:ext uri="{FF2B5EF4-FFF2-40B4-BE49-F238E27FC236}">
                  <a16:creationId xmlns:a16="http://schemas.microsoft.com/office/drawing/2014/main" id="{98F8C216-3CC9-C43C-3800-6550C0B5A5F1}"/>
                </a:ext>
              </a:extLst>
            </p:cNvPr>
            <p:cNvGrpSpPr/>
            <p:nvPr/>
          </p:nvGrpSpPr>
          <p:grpSpPr>
            <a:xfrm>
              <a:off x="1307435" y="3398810"/>
              <a:ext cx="305972" cy="215444"/>
              <a:chOff x="4730629" y="4474972"/>
              <a:chExt cx="305972" cy="215444"/>
            </a:xfrm>
          </p:grpSpPr>
          <p:sp>
            <p:nvSpPr>
              <p:cNvPr id="256" name="矩形 255">
                <a:extLst>
                  <a:ext uri="{FF2B5EF4-FFF2-40B4-BE49-F238E27FC236}">
                    <a16:creationId xmlns:a16="http://schemas.microsoft.com/office/drawing/2014/main" id="{798499E7-53E0-E7FD-A7A7-E27CE59C02EA}"/>
                  </a:ext>
                </a:extLst>
              </p:cNvPr>
              <p:cNvSpPr/>
              <p:nvPr/>
            </p:nvSpPr>
            <p:spPr>
              <a:xfrm>
                <a:off x="4743048" y="4506759"/>
                <a:ext cx="239789" cy="116350"/>
              </a:xfrm>
              <a:prstGeom prst="rect">
                <a:avLst/>
              </a:prstGeom>
              <a:solidFill>
                <a:schemeClr val="accent6">
                  <a:lumMod val="75000"/>
                </a:schemeClr>
              </a:solidFill>
              <a:ln>
                <a:prstDash val="sysDot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500" baseline="-250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57" name="文本框 256">
                <a:extLst>
                  <a:ext uri="{FF2B5EF4-FFF2-40B4-BE49-F238E27FC236}">
                    <a16:creationId xmlns:a16="http://schemas.microsoft.com/office/drawing/2014/main" id="{33DE749B-7E21-CF13-2B19-A065D2B6E48D}"/>
                  </a:ext>
                </a:extLst>
              </p:cNvPr>
              <p:cNvSpPr txBox="1"/>
              <p:nvPr/>
            </p:nvSpPr>
            <p:spPr>
              <a:xfrm>
                <a:off x="4730629" y="4474972"/>
                <a:ext cx="305972" cy="2154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</a:t>
                </a:r>
                <a:r>
                  <a:rPr lang="en-US" altLang="zh-CN" sz="800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4</a:t>
                </a:r>
                <a:endParaRPr lang="zh-CN" altLang="en-US" baseline="-25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258" name="组合 257">
              <a:extLst>
                <a:ext uri="{FF2B5EF4-FFF2-40B4-BE49-F238E27FC236}">
                  <a16:creationId xmlns:a16="http://schemas.microsoft.com/office/drawing/2014/main" id="{24DED56D-B91C-3060-256E-5BD28AA89436}"/>
                </a:ext>
              </a:extLst>
            </p:cNvPr>
            <p:cNvGrpSpPr/>
            <p:nvPr/>
          </p:nvGrpSpPr>
          <p:grpSpPr>
            <a:xfrm>
              <a:off x="4144812" y="1738219"/>
              <a:ext cx="337285" cy="215444"/>
              <a:chOff x="4739851" y="4478222"/>
              <a:chExt cx="337285" cy="215444"/>
            </a:xfrm>
          </p:grpSpPr>
          <p:sp>
            <p:nvSpPr>
              <p:cNvPr id="259" name="矩形 258">
                <a:extLst>
                  <a:ext uri="{FF2B5EF4-FFF2-40B4-BE49-F238E27FC236}">
                    <a16:creationId xmlns:a16="http://schemas.microsoft.com/office/drawing/2014/main" id="{A66EEECE-7C36-98E1-7BC8-A7B15A3E1A79}"/>
                  </a:ext>
                </a:extLst>
              </p:cNvPr>
              <p:cNvSpPr/>
              <p:nvPr/>
            </p:nvSpPr>
            <p:spPr>
              <a:xfrm>
                <a:off x="4743048" y="4506759"/>
                <a:ext cx="239789" cy="116350"/>
              </a:xfrm>
              <a:prstGeom prst="rect">
                <a:avLst/>
              </a:prstGeom>
              <a:solidFill>
                <a:srgbClr val="7C7C7C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500" baseline="-250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60" name="文本框 259">
                <a:extLst>
                  <a:ext uri="{FF2B5EF4-FFF2-40B4-BE49-F238E27FC236}">
                    <a16:creationId xmlns:a16="http://schemas.microsoft.com/office/drawing/2014/main" id="{167668C7-CFD7-E707-B2CE-9BB2EAC55694}"/>
                  </a:ext>
                </a:extLst>
              </p:cNvPr>
              <p:cNvSpPr txBox="1"/>
              <p:nvPr/>
            </p:nvSpPr>
            <p:spPr>
              <a:xfrm>
                <a:off x="4739851" y="4478222"/>
                <a:ext cx="337285" cy="2154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</a:t>
                </a:r>
                <a:r>
                  <a:rPr lang="en-US" altLang="zh-CN" sz="800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22</a:t>
                </a:r>
                <a:endParaRPr lang="zh-CN" altLang="en-US" baseline="-25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261" name="组合 260">
              <a:extLst>
                <a:ext uri="{FF2B5EF4-FFF2-40B4-BE49-F238E27FC236}">
                  <a16:creationId xmlns:a16="http://schemas.microsoft.com/office/drawing/2014/main" id="{815BA855-E704-5D5C-A0E1-F759256DE0C8}"/>
                </a:ext>
              </a:extLst>
            </p:cNvPr>
            <p:cNvGrpSpPr/>
            <p:nvPr/>
          </p:nvGrpSpPr>
          <p:grpSpPr>
            <a:xfrm>
              <a:off x="2956957" y="1035513"/>
              <a:ext cx="175683" cy="384253"/>
              <a:chOff x="4208443" y="2985095"/>
              <a:chExt cx="175683" cy="384253"/>
            </a:xfrm>
          </p:grpSpPr>
          <p:sp>
            <p:nvSpPr>
              <p:cNvPr id="262" name="矩形 261">
                <a:extLst>
                  <a:ext uri="{FF2B5EF4-FFF2-40B4-BE49-F238E27FC236}">
                    <a16:creationId xmlns:a16="http://schemas.microsoft.com/office/drawing/2014/main" id="{60693333-3486-D7FB-600A-BBF157502596}"/>
                  </a:ext>
                </a:extLst>
              </p:cNvPr>
              <p:cNvSpPr/>
              <p:nvPr/>
            </p:nvSpPr>
            <p:spPr>
              <a:xfrm rot="5400000">
                <a:off x="4162838" y="3047231"/>
                <a:ext cx="239789" cy="116350"/>
              </a:xfrm>
              <a:prstGeom prst="rect">
                <a:avLst/>
              </a:prstGeom>
              <a:solidFill>
                <a:srgbClr val="C55A1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500" baseline="-250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63" name="文本框 262">
                <a:extLst>
                  <a:ext uri="{FF2B5EF4-FFF2-40B4-BE49-F238E27FC236}">
                    <a16:creationId xmlns:a16="http://schemas.microsoft.com/office/drawing/2014/main" id="{CF86EB2C-EEF1-A20A-7D2F-7CE52E977D40}"/>
                  </a:ext>
                </a:extLst>
              </p:cNvPr>
              <p:cNvSpPr txBox="1"/>
              <p:nvPr/>
            </p:nvSpPr>
            <p:spPr>
              <a:xfrm rot="5400000">
                <a:off x="4104158" y="3089380"/>
                <a:ext cx="384253" cy="17568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</a:t>
                </a:r>
                <a:r>
                  <a:rPr lang="en-US" altLang="zh-CN" sz="800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31</a:t>
                </a:r>
                <a:endParaRPr lang="zh-CN" altLang="en-US" baseline="-25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</p:grpSp>
      <p:sp>
        <p:nvSpPr>
          <p:cNvPr id="264" name="文本框 263">
            <a:extLst>
              <a:ext uri="{FF2B5EF4-FFF2-40B4-BE49-F238E27FC236}">
                <a16:creationId xmlns:a16="http://schemas.microsoft.com/office/drawing/2014/main" id="{50615BFF-B393-7CF7-91A9-D7DE498FE1DD}"/>
              </a:ext>
            </a:extLst>
          </p:cNvPr>
          <p:cNvSpPr txBox="1"/>
          <p:nvPr/>
        </p:nvSpPr>
        <p:spPr>
          <a:xfrm>
            <a:off x="828414" y="1523205"/>
            <a:ext cx="215788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altLang="zh-CN" sz="14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Step1. Vehicles are mapped to virtual lanes according to conflict points.</a:t>
            </a:r>
            <a:endParaRPr lang="zh-CN" altLang="en-US" sz="14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267" name="直接箭头连接符 266">
            <a:extLst>
              <a:ext uri="{FF2B5EF4-FFF2-40B4-BE49-F238E27FC236}">
                <a16:creationId xmlns:a16="http://schemas.microsoft.com/office/drawing/2014/main" id="{301A53C9-DBD4-8A3A-119C-2A76CCFF22EC}"/>
              </a:ext>
            </a:extLst>
          </p:cNvPr>
          <p:cNvCxnSpPr>
            <a:cxnSpLocks/>
          </p:cNvCxnSpPr>
          <p:nvPr/>
        </p:nvCxnSpPr>
        <p:spPr>
          <a:xfrm>
            <a:off x="5981993" y="3757654"/>
            <a:ext cx="2089945" cy="0"/>
          </a:xfrm>
          <a:prstGeom prst="straightConnector1">
            <a:avLst/>
          </a:prstGeom>
          <a:ln w="28575">
            <a:solidFill>
              <a:schemeClr val="accent5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8" name="矩形 267">
            <a:extLst>
              <a:ext uri="{FF2B5EF4-FFF2-40B4-BE49-F238E27FC236}">
                <a16:creationId xmlns:a16="http://schemas.microsoft.com/office/drawing/2014/main" id="{0C7D253B-44E0-19DA-A93B-C7F198986868}"/>
              </a:ext>
            </a:extLst>
          </p:cNvPr>
          <p:cNvSpPr/>
          <p:nvPr/>
        </p:nvSpPr>
        <p:spPr>
          <a:xfrm>
            <a:off x="6782571" y="3659229"/>
            <a:ext cx="317500" cy="196850"/>
          </a:xfrm>
          <a:prstGeom prst="rect">
            <a:avLst/>
          </a:prstGeom>
          <a:solidFill>
            <a:srgbClr val="2E75B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sz="800" baseline="-25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CN" altLang="en-US" sz="800" baseline="-25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9" name="矩形 268">
            <a:extLst>
              <a:ext uri="{FF2B5EF4-FFF2-40B4-BE49-F238E27FC236}">
                <a16:creationId xmlns:a16="http://schemas.microsoft.com/office/drawing/2014/main" id="{362C6ABA-5E05-8C24-937B-1D1FE46C5437}"/>
              </a:ext>
            </a:extLst>
          </p:cNvPr>
          <p:cNvSpPr/>
          <p:nvPr/>
        </p:nvSpPr>
        <p:spPr>
          <a:xfrm>
            <a:off x="6223532" y="3659229"/>
            <a:ext cx="317500" cy="196850"/>
          </a:xfrm>
          <a:prstGeom prst="rect">
            <a:avLst/>
          </a:prstGeom>
          <a:solidFill>
            <a:srgbClr val="548235"/>
          </a:solidFill>
          <a:ln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sz="800" baseline="-25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endParaRPr lang="zh-CN" altLang="en-US" sz="800" baseline="-25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0" name="矩形 269">
            <a:extLst>
              <a:ext uri="{FF2B5EF4-FFF2-40B4-BE49-F238E27FC236}">
                <a16:creationId xmlns:a16="http://schemas.microsoft.com/office/drawing/2014/main" id="{78314E18-0D3C-1828-A447-C37C701B84DD}"/>
              </a:ext>
            </a:extLst>
          </p:cNvPr>
          <p:cNvSpPr/>
          <p:nvPr/>
        </p:nvSpPr>
        <p:spPr>
          <a:xfrm>
            <a:off x="7339466" y="3659228"/>
            <a:ext cx="400078" cy="198935"/>
          </a:xfrm>
          <a:prstGeom prst="rect">
            <a:avLst/>
          </a:prstGeom>
          <a:solidFill>
            <a:srgbClr val="C55A11"/>
          </a:solidFill>
          <a:ln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sz="800" baseline="-25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32</a:t>
            </a:r>
            <a:endParaRPr lang="zh-CN" altLang="en-US" sz="800" baseline="-25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1" name="文本框 270">
            <a:extLst>
              <a:ext uri="{FF2B5EF4-FFF2-40B4-BE49-F238E27FC236}">
                <a16:creationId xmlns:a16="http://schemas.microsoft.com/office/drawing/2014/main" id="{846DCE62-4961-710C-185F-AB76BDC2A291}"/>
              </a:ext>
            </a:extLst>
          </p:cNvPr>
          <p:cNvSpPr txBox="1"/>
          <p:nvPr/>
        </p:nvSpPr>
        <p:spPr>
          <a:xfrm>
            <a:off x="7779838" y="3516779"/>
            <a:ext cx="3683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altLang="zh-CN" sz="10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CN" altLang="en-US" sz="10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72" name="直接箭头连接符 271">
            <a:extLst>
              <a:ext uri="{FF2B5EF4-FFF2-40B4-BE49-F238E27FC236}">
                <a16:creationId xmlns:a16="http://schemas.microsoft.com/office/drawing/2014/main" id="{BA640BAD-071E-4005-2167-DADB2B5E9067}"/>
              </a:ext>
            </a:extLst>
          </p:cNvPr>
          <p:cNvCxnSpPr>
            <a:cxnSpLocks/>
          </p:cNvCxnSpPr>
          <p:nvPr/>
        </p:nvCxnSpPr>
        <p:spPr>
          <a:xfrm>
            <a:off x="5981992" y="4281060"/>
            <a:ext cx="2089945" cy="0"/>
          </a:xfrm>
          <a:prstGeom prst="straightConnector1">
            <a:avLst/>
          </a:prstGeom>
          <a:ln w="28575">
            <a:solidFill>
              <a:schemeClr val="accent3">
                <a:lumMod val="75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3" name="矩形 272">
            <a:extLst>
              <a:ext uri="{FF2B5EF4-FFF2-40B4-BE49-F238E27FC236}">
                <a16:creationId xmlns:a16="http://schemas.microsoft.com/office/drawing/2014/main" id="{C1220671-9D87-B26B-7EEE-679DDB968A0D}"/>
              </a:ext>
            </a:extLst>
          </p:cNvPr>
          <p:cNvSpPr/>
          <p:nvPr/>
        </p:nvSpPr>
        <p:spPr>
          <a:xfrm>
            <a:off x="6789156" y="4182635"/>
            <a:ext cx="351837" cy="175873"/>
          </a:xfrm>
          <a:prstGeom prst="rect">
            <a:avLst/>
          </a:prstGeom>
          <a:solidFill>
            <a:srgbClr val="7C7C7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sz="800" baseline="-25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21</a:t>
            </a:r>
            <a:endParaRPr lang="zh-CN" altLang="en-US" sz="800" baseline="-25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4" name="矩形 273">
            <a:extLst>
              <a:ext uri="{FF2B5EF4-FFF2-40B4-BE49-F238E27FC236}">
                <a16:creationId xmlns:a16="http://schemas.microsoft.com/office/drawing/2014/main" id="{F35AFFF9-1980-B746-60BD-0728C1454850}"/>
              </a:ext>
            </a:extLst>
          </p:cNvPr>
          <p:cNvSpPr/>
          <p:nvPr/>
        </p:nvSpPr>
        <p:spPr>
          <a:xfrm>
            <a:off x="7360417" y="4182635"/>
            <a:ext cx="317500" cy="196850"/>
          </a:xfrm>
          <a:prstGeom prst="rect">
            <a:avLst/>
          </a:prstGeom>
          <a:solidFill>
            <a:srgbClr val="548235"/>
          </a:solidFill>
          <a:ln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sz="800" baseline="-25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endParaRPr lang="zh-CN" altLang="en-US" sz="800" baseline="-25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5" name="矩形 274">
            <a:extLst>
              <a:ext uri="{FF2B5EF4-FFF2-40B4-BE49-F238E27FC236}">
                <a16:creationId xmlns:a16="http://schemas.microsoft.com/office/drawing/2014/main" id="{34A526C8-54E5-9446-2F07-A5CC7822D6C9}"/>
              </a:ext>
            </a:extLst>
          </p:cNvPr>
          <p:cNvSpPr/>
          <p:nvPr/>
        </p:nvSpPr>
        <p:spPr>
          <a:xfrm>
            <a:off x="6223531" y="4182635"/>
            <a:ext cx="351837" cy="196849"/>
          </a:xfrm>
          <a:prstGeom prst="rect">
            <a:avLst/>
          </a:prstGeom>
          <a:solidFill>
            <a:srgbClr val="C55A11"/>
          </a:solidFill>
          <a:ln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sz="800" baseline="-25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32</a:t>
            </a:r>
            <a:endParaRPr lang="zh-CN" altLang="en-US" sz="800" baseline="-25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6" name="文本框 275">
            <a:extLst>
              <a:ext uri="{FF2B5EF4-FFF2-40B4-BE49-F238E27FC236}">
                <a16:creationId xmlns:a16="http://schemas.microsoft.com/office/drawing/2014/main" id="{EE189BFE-AD46-312E-E562-F309E0DC05D5}"/>
              </a:ext>
            </a:extLst>
          </p:cNvPr>
          <p:cNvSpPr txBox="1"/>
          <p:nvPr/>
        </p:nvSpPr>
        <p:spPr>
          <a:xfrm>
            <a:off x="7764598" y="4059524"/>
            <a:ext cx="3683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altLang="zh-CN" sz="10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zh-CN" altLang="en-US" sz="10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77" name="直接箭头连接符 276">
            <a:extLst>
              <a:ext uri="{FF2B5EF4-FFF2-40B4-BE49-F238E27FC236}">
                <a16:creationId xmlns:a16="http://schemas.microsoft.com/office/drawing/2014/main" id="{F2AE9F81-0AAD-FFCC-475C-9BFE2F84B84E}"/>
              </a:ext>
            </a:extLst>
          </p:cNvPr>
          <p:cNvCxnSpPr>
            <a:cxnSpLocks/>
          </p:cNvCxnSpPr>
          <p:nvPr/>
        </p:nvCxnSpPr>
        <p:spPr>
          <a:xfrm>
            <a:off x="5981992" y="4752010"/>
            <a:ext cx="2089945" cy="0"/>
          </a:xfrm>
          <a:prstGeom prst="straightConnector1">
            <a:avLst/>
          </a:prstGeom>
          <a:ln w="28575">
            <a:solidFill>
              <a:srgbClr val="C55A1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8" name="矩形 277">
            <a:extLst>
              <a:ext uri="{FF2B5EF4-FFF2-40B4-BE49-F238E27FC236}">
                <a16:creationId xmlns:a16="http://schemas.microsoft.com/office/drawing/2014/main" id="{30BB6108-3E7C-3522-0CFC-DF4660D61AA8}"/>
              </a:ext>
            </a:extLst>
          </p:cNvPr>
          <p:cNvSpPr/>
          <p:nvPr/>
        </p:nvSpPr>
        <p:spPr>
          <a:xfrm>
            <a:off x="6789156" y="4639669"/>
            <a:ext cx="397909" cy="195151"/>
          </a:xfrm>
          <a:prstGeom prst="rect">
            <a:avLst/>
          </a:prstGeom>
          <a:solidFill>
            <a:srgbClr val="C55A1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sz="800" baseline="-25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32</a:t>
            </a:r>
            <a:endParaRPr lang="zh-CN" altLang="en-US" sz="800" baseline="-25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9" name="文本框 278">
            <a:extLst>
              <a:ext uri="{FF2B5EF4-FFF2-40B4-BE49-F238E27FC236}">
                <a16:creationId xmlns:a16="http://schemas.microsoft.com/office/drawing/2014/main" id="{057B637D-8E35-BB0B-7443-A99FF026E5C1}"/>
              </a:ext>
            </a:extLst>
          </p:cNvPr>
          <p:cNvSpPr txBox="1"/>
          <p:nvPr/>
        </p:nvSpPr>
        <p:spPr>
          <a:xfrm>
            <a:off x="7769998" y="4491873"/>
            <a:ext cx="3683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altLang="zh-CN" sz="10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zh-CN" altLang="en-US" sz="10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0" name="矩形 279">
            <a:extLst>
              <a:ext uri="{FF2B5EF4-FFF2-40B4-BE49-F238E27FC236}">
                <a16:creationId xmlns:a16="http://schemas.microsoft.com/office/drawing/2014/main" id="{CDA46F54-F5C5-70AF-91FC-BDF9185107FC}"/>
              </a:ext>
            </a:extLst>
          </p:cNvPr>
          <p:cNvSpPr/>
          <p:nvPr/>
        </p:nvSpPr>
        <p:spPr>
          <a:xfrm>
            <a:off x="7389312" y="4652149"/>
            <a:ext cx="350232" cy="182669"/>
          </a:xfrm>
          <a:prstGeom prst="rect">
            <a:avLst/>
          </a:prstGeom>
          <a:solidFill>
            <a:srgbClr val="7C7C7C"/>
          </a:solidFill>
          <a:ln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sz="800" baseline="-25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21</a:t>
            </a:r>
            <a:endParaRPr lang="zh-CN" altLang="en-US" sz="800" baseline="-25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1" name="矩形 280">
            <a:extLst>
              <a:ext uri="{FF2B5EF4-FFF2-40B4-BE49-F238E27FC236}">
                <a16:creationId xmlns:a16="http://schemas.microsoft.com/office/drawing/2014/main" id="{A5D28BCD-02DA-D518-F753-543FD5FC03D6}"/>
              </a:ext>
            </a:extLst>
          </p:cNvPr>
          <p:cNvSpPr/>
          <p:nvPr/>
        </p:nvSpPr>
        <p:spPr>
          <a:xfrm>
            <a:off x="6208212" y="4626969"/>
            <a:ext cx="317500" cy="196850"/>
          </a:xfrm>
          <a:prstGeom prst="rect">
            <a:avLst/>
          </a:prstGeom>
          <a:solidFill>
            <a:srgbClr val="2E75B6"/>
          </a:solidFill>
          <a:ln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sz="800" baseline="-25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CN" altLang="en-US" sz="800" baseline="-25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82" name="直接箭头连接符 281">
            <a:extLst>
              <a:ext uri="{FF2B5EF4-FFF2-40B4-BE49-F238E27FC236}">
                <a16:creationId xmlns:a16="http://schemas.microsoft.com/office/drawing/2014/main" id="{E8BCF1A3-8CCF-3D45-06E3-F16A69AAE400}"/>
              </a:ext>
            </a:extLst>
          </p:cNvPr>
          <p:cNvCxnSpPr>
            <a:cxnSpLocks/>
          </p:cNvCxnSpPr>
          <p:nvPr/>
        </p:nvCxnSpPr>
        <p:spPr>
          <a:xfrm>
            <a:off x="5981992" y="5164973"/>
            <a:ext cx="2089945" cy="0"/>
          </a:xfrm>
          <a:prstGeom prst="straightConnector1">
            <a:avLst/>
          </a:prstGeom>
          <a:ln w="28575">
            <a:solidFill>
              <a:srgbClr val="C55A1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3" name="文本框 282">
            <a:extLst>
              <a:ext uri="{FF2B5EF4-FFF2-40B4-BE49-F238E27FC236}">
                <a16:creationId xmlns:a16="http://schemas.microsoft.com/office/drawing/2014/main" id="{BC538A3C-20FF-FFBF-0CFD-CAC6E7A83EE5}"/>
              </a:ext>
            </a:extLst>
          </p:cNvPr>
          <p:cNvSpPr txBox="1"/>
          <p:nvPr/>
        </p:nvSpPr>
        <p:spPr>
          <a:xfrm>
            <a:off x="7787464" y="4902084"/>
            <a:ext cx="3683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altLang="zh-CN" sz="10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endParaRPr lang="zh-CN" altLang="en-US" sz="10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4" name="矩形 283">
            <a:extLst>
              <a:ext uri="{FF2B5EF4-FFF2-40B4-BE49-F238E27FC236}">
                <a16:creationId xmlns:a16="http://schemas.microsoft.com/office/drawing/2014/main" id="{39DBCDB6-B623-53A7-C0DA-1449D1991695}"/>
              </a:ext>
            </a:extLst>
          </p:cNvPr>
          <p:cNvSpPr/>
          <p:nvPr/>
        </p:nvSpPr>
        <p:spPr>
          <a:xfrm>
            <a:off x="6790351" y="5065119"/>
            <a:ext cx="317500" cy="196850"/>
          </a:xfrm>
          <a:prstGeom prst="rect">
            <a:avLst/>
          </a:prstGeom>
          <a:solidFill>
            <a:srgbClr val="54823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sz="800" baseline="-25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endParaRPr lang="zh-CN" altLang="en-US" sz="800" baseline="-25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5" name="矩形 284">
            <a:extLst>
              <a:ext uri="{FF2B5EF4-FFF2-40B4-BE49-F238E27FC236}">
                <a16:creationId xmlns:a16="http://schemas.microsoft.com/office/drawing/2014/main" id="{F07E9D38-3BEC-50D8-0EF6-7F1C2819EE31}"/>
              </a:ext>
            </a:extLst>
          </p:cNvPr>
          <p:cNvSpPr/>
          <p:nvPr/>
        </p:nvSpPr>
        <p:spPr>
          <a:xfrm>
            <a:off x="7389312" y="5083650"/>
            <a:ext cx="317500" cy="196850"/>
          </a:xfrm>
          <a:prstGeom prst="rect">
            <a:avLst/>
          </a:prstGeom>
          <a:solidFill>
            <a:srgbClr val="2E75B6"/>
          </a:solidFill>
          <a:ln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sz="800" baseline="-25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CN" altLang="en-US" sz="800" baseline="-25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6" name="矩形 285">
            <a:extLst>
              <a:ext uri="{FF2B5EF4-FFF2-40B4-BE49-F238E27FC236}">
                <a16:creationId xmlns:a16="http://schemas.microsoft.com/office/drawing/2014/main" id="{81008ED4-2D5E-C739-F62A-C9F3FBAD6C45}"/>
              </a:ext>
            </a:extLst>
          </p:cNvPr>
          <p:cNvSpPr/>
          <p:nvPr/>
        </p:nvSpPr>
        <p:spPr>
          <a:xfrm>
            <a:off x="6227422" y="5069186"/>
            <a:ext cx="347946" cy="192782"/>
          </a:xfrm>
          <a:prstGeom prst="rect">
            <a:avLst/>
          </a:prstGeom>
          <a:solidFill>
            <a:srgbClr val="7C7C7C"/>
          </a:solidFill>
          <a:ln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sz="800" baseline="-25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21</a:t>
            </a:r>
            <a:endParaRPr lang="zh-CN" altLang="en-US" sz="800" baseline="-25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7" name="矩形 286">
            <a:extLst>
              <a:ext uri="{FF2B5EF4-FFF2-40B4-BE49-F238E27FC236}">
                <a16:creationId xmlns:a16="http://schemas.microsoft.com/office/drawing/2014/main" id="{7C957F25-416E-61B5-191F-0ACE8C70950A}"/>
              </a:ext>
            </a:extLst>
          </p:cNvPr>
          <p:cNvSpPr/>
          <p:nvPr/>
        </p:nvSpPr>
        <p:spPr>
          <a:xfrm>
            <a:off x="9010892" y="2146550"/>
            <a:ext cx="317500" cy="196850"/>
          </a:xfrm>
          <a:prstGeom prst="rect">
            <a:avLst/>
          </a:prstGeom>
          <a:solidFill>
            <a:srgbClr val="2E75B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sz="800" baseline="-25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CN" altLang="en-US" sz="800" baseline="-25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8" name="矩形 287">
            <a:extLst>
              <a:ext uri="{FF2B5EF4-FFF2-40B4-BE49-F238E27FC236}">
                <a16:creationId xmlns:a16="http://schemas.microsoft.com/office/drawing/2014/main" id="{10B650E1-7615-71C7-2089-3DB7FC77D2EF}"/>
              </a:ext>
            </a:extLst>
          </p:cNvPr>
          <p:cNvSpPr/>
          <p:nvPr/>
        </p:nvSpPr>
        <p:spPr>
          <a:xfrm>
            <a:off x="9710949" y="1576048"/>
            <a:ext cx="356475" cy="229238"/>
          </a:xfrm>
          <a:prstGeom prst="rect">
            <a:avLst/>
          </a:prstGeom>
          <a:solidFill>
            <a:srgbClr val="C55A1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sz="800" baseline="-25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32</a:t>
            </a:r>
            <a:endParaRPr lang="zh-CN" altLang="en-US" sz="800" baseline="-25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9" name="矩形 288">
            <a:extLst>
              <a:ext uri="{FF2B5EF4-FFF2-40B4-BE49-F238E27FC236}">
                <a16:creationId xmlns:a16="http://schemas.microsoft.com/office/drawing/2014/main" id="{70E80A93-968D-84DC-96C3-99A802586608}"/>
              </a:ext>
            </a:extLst>
          </p:cNvPr>
          <p:cNvSpPr/>
          <p:nvPr/>
        </p:nvSpPr>
        <p:spPr>
          <a:xfrm>
            <a:off x="10462834" y="2144802"/>
            <a:ext cx="349509" cy="198597"/>
          </a:xfrm>
          <a:prstGeom prst="rect">
            <a:avLst/>
          </a:prstGeom>
          <a:solidFill>
            <a:srgbClr val="7C7C7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sz="800" baseline="-25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21</a:t>
            </a:r>
            <a:endParaRPr lang="zh-CN" altLang="en-US" sz="800" baseline="-25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0" name="矩形 289">
            <a:extLst>
              <a:ext uri="{FF2B5EF4-FFF2-40B4-BE49-F238E27FC236}">
                <a16:creationId xmlns:a16="http://schemas.microsoft.com/office/drawing/2014/main" id="{E941C9BD-425D-424A-8E47-371993D3E905}"/>
              </a:ext>
            </a:extLst>
          </p:cNvPr>
          <p:cNvSpPr/>
          <p:nvPr/>
        </p:nvSpPr>
        <p:spPr>
          <a:xfrm>
            <a:off x="9761411" y="2870270"/>
            <a:ext cx="317500" cy="196850"/>
          </a:xfrm>
          <a:prstGeom prst="rect">
            <a:avLst/>
          </a:prstGeom>
          <a:solidFill>
            <a:srgbClr val="54823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sz="800" baseline="-25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endParaRPr lang="zh-CN" altLang="en-US" sz="800" baseline="-25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1" name="弧形 290">
            <a:extLst>
              <a:ext uri="{FF2B5EF4-FFF2-40B4-BE49-F238E27FC236}">
                <a16:creationId xmlns:a16="http://schemas.microsoft.com/office/drawing/2014/main" id="{893C4618-0141-317F-4C3B-FE6118D1531C}"/>
              </a:ext>
            </a:extLst>
          </p:cNvPr>
          <p:cNvSpPr/>
          <p:nvPr/>
        </p:nvSpPr>
        <p:spPr>
          <a:xfrm>
            <a:off x="9430154" y="1658726"/>
            <a:ext cx="1183539" cy="1183539"/>
          </a:xfrm>
          <a:prstGeom prst="arc">
            <a:avLst>
              <a:gd name="adj1" fmla="val 16200000"/>
              <a:gd name="adj2" fmla="val 20930719"/>
            </a:avLst>
          </a:prstGeom>
          <a:ln w="19050">
            <a:solidFill>
              <a:schemeClr val="tx1"/>
            </a:solidFill>
            <a:prstDash val="sysDash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2" name="弧形 291">
            <a:extLst>
              <a:ext uri="{FF2B5EF4-FFF2-40B4-BE49-F238E27FC236}">
                <a16:creationId xmlns:a16="http://schemas.microsoft.com/office/drawing/2014/main" id="{32B4B53E-B787-801E-A621-F6D092DF5DDA}"/>
              </a:ext>
            </a:extLst>
          </p:cNvPr>
          <p:cNvSpPr/>
          <p:nvPr/>
        </p:nvSpPr>
        <p:spPr>
          <a:xfrm rot="5400000">
            <a:off x="9415381" y="1761902"/>
            <a:ext cx="1183539" cy="1183539"/>
          </a:xfrm>
          <a:prstGeom prst="arc">
            <a:avLst>
              <a:gd name="adj1" fmla="val 16200000"/>
              <a:gd name="adj2" fmla="val 21322451"/>
            </a:avLst>
          </a:prstGeom>
          <a:ln w="19050">
            <a:solidFill>
              <a:schemeClr val="tx1"/>
            </a:solidFill>
            <a:prstDash val="sysDash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3" name="弧形 292">
            <a:extLst>
              <a:ext uri="{FF2B5EF4-FFF2-40B4-BE49-F238E27FC236}">
                <a16:creationId xmlns:a16="http://schemas.microsoft.com/office/drawing/2014/main" id="{D328BA54-23C5-F592-F87C-10620D78FC8D}"/>
              </a:ext>
            </a:extLst>
          </p:cNvPr>
          <p:cNvSpPr/>
          <p:nvPr/>
        </p:nvSpPr>
        <p:spPr>
          <a:xfrm rot="10800000">
            <a:off x="9136673" y="1788374"/>
            <a:ext cx="1183539" cy="1183539"/>
          </a:xfrm>
          <a:prstGeom prst="arc">
            <a:avLst>
              <a:gd name="adj1" fmla="val 16200000"/>
              <a:gd name="adj2" fmla="val 83439"/>
            </a:avLst>
          </a:prstGeom>
          <a:ln w="19050">
            <a:solidFill>
              <a:schemeClr val="tx1"/>
            </a:solidFill>
            <a:prstDash val="sysDash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4" name="弧形 293">
            <a:extLst>
              <a:ext uri="{FF2B5EF4-FFF2-40B4-BE49-F238E27FC236}">
                <a16:creationId xmlns:a16="http://schemas.microsoft.com/office/drawing/2014/main" id="{0A5EF953-0AB1-51CE-A6DB-18A0A68AA320}"/>
              </a:ext>
            </a:extLst>
          </p:cNvPr>
          <p:cNvSpPr/>
          <p:nvPr/>
        </p:nvSpPr>
        <p:spPr>
          <a:xfrm rot="16494868">
            <a:off x="9116888" y="1655954"/>
            <a:ext cx="1183539" cy="1183539"/>
          </a:xfrm>
          <a:prstGeom prst="arc">
            <a:avLst>
              <a:gd name="adj1" fmla="val 16550847"/>
              <a:gd name="adj2" fmla="val 21395440"/>
            </a:avLst>
          </a:prstGeom>
          <a:ln w="19050">
            <a:solidFill>
              <a:schemeClr val="tx1"/>
            </a:solidFill>
            <a:prstDash val="sysDash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5" name="文本框 294">
            <a:extLst>
              <a:ext uri="{FF2B5EF4-FFF2-40B4-BE49-F238E27FC236}">
                <a16:creationId xmlns:a16="http://schemas.microsoft.com/office/drawing/2014/main" id="{BA8D6D4C-571B-56F2-C611-DA28D1725AA6}"/>
              </a:ext>
            </a:extLst>
          </p:cNvPr>
          <p:cNvSpPr txBox="1"/>
          <p:nvPr/>
        </p:nvSpPr>
        <p:spPr>
          <a:xfrm>
            <a:off x="9057347" y="1466732"/>
            <a:ext cx="44445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zh-CN" sz="16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CN" altLang="en-US" sz="16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6" name="文本框 295">
            <a:extLst>
              <a:ext uri="{FF2B5EF4-FFF2-40B4-BE49-F238E27FC236}">
                <a16:creationId xmlns:a16="http://schemas.microsoft.com/office/drawing/2014/main" id="{B7B2A448-422C-1733-3D38-8E95B7604282}"/>
              </a:ext>
            </a:extLst>
          </p:cNvPr>
          <p:cNvSpPr txBox="1"/>
          <p:nvPr/>
        </p:nvSpPr>
        <p:spPr>
          <a:xfrm>
            <a:off x="10266076" y="1461444"/>
            <a:ext cx="44445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zh-CN" sz="16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zh-CN" altLang="en-US" sz="16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7" name="文本框 296">
            <a:extLst>
              <a:ext uri="{FF2B5EF4-FFF2-40B4-BE49-F238E27FC236}">
                <a16:creationId xmlns:a16="http://schemas.microsoft.com/office/drawing/2014/main" id="{37C408D5-95DC-1E26-BA93-592B4F60C1E1}"/>
              </a:ext>
            </a:extLst>
          </p:cNvPr>
          <p:cNvSpPr txBox="1"/>
          <p:nvPr/>
        </p:nvSpPr>
        <p:spPr>
          <a:xfrm>
            <a:off x="10367892" y="2631008"/>
            <a:ext cx="44445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zh-CN" sz="16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zh-CN" altLang="en-US" sz="16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8" name="文本框 297">
            <a:extLst>
              <a:ext uri="{FF2B5EF4-FFF2-40B4-BE49-F238E27FC236}">
                <a16:creationId xmlns:a16="http://schemas.microsoft.com/office/drawing/2014/main" id="{C81D6064-ADF4-8465-E4FC-18513F2325CD}"/>
              </a:ext>
            </a:extLst>
          </p:cNvPr>
          <p:cNvSpPr txBox="1"/>
          <p:nvPr/>
        </p:nvSpPr>
        <p:spPr>
          <a:xfrm>
            <a:off x="9029391" y="2648834"/>
            <a:ext cx="44445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zh-CN" sz="16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endParaRPr lang="zh-CN" altLang="en-US" sz="16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9" name="矩形 298">
            <a:extLst>
              <a:ext uri="{FF2B5EF4-FFF2-40B4-BE49-F238E27FC236}">
                <a16:creationId xmlns:a16="http://schemas.microsoft.com/office/drawing/2014/main" id="{12FF9DEA-ECD6-DA58-7EF9-83979339244B}"/>
              </a:ext>
            </a:extLst>
          </p:cNvPr>
          <p:cNvSpPr/>
          <p:nvPr/>
        </p:nvSpPr>
        <p:spPr>
          <a:xfrm>
            <a:off x="9005251" y="4201885"/>
            <a:ext cx="317500" cy="196850"/>
          </a:xfrm>
          <a:prstGeom prst="rect">
            <a:avLst/>
          </a:prstGeom>
          <a:solidFill>
            <a:srgbClr val="2E75B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sz="800" baseline="-25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CN" altLang="en-US" sz="800" baseline="-25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0" name="矩形 299">
            <a:extLst>
              <a:ext uri="{FF2B5EF4-FFF2-40B4-BE49-F238E27FC236}">
                <a16:creationId xmlns:a16="http://schemas.microsoft.com/office/drawing/2014/main" id="{945CEAA5-3F01-44FA-19C5-707E4BD71CAB}"/>
              </a:ext>
            </a:extLst>
          </p:cNvPr>
          <p:cNvSpPr/>
          <p:nvPr/>
        </p:nvSpPr>
        <p:spPr>
          <a:xfrm>
            <a:off x="9705309" y="3631382"/>
            <a:ext cx="354272" cy="204357"/>
          </a:xfrm>
          <a:prstGeom prst="rect">
            <a:avLst/>
          </a:prstGeom>
          <a:solidFill>
            <a:srgbClr val="C55A1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sz="800" baseline="-25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32</a:t>
            </a:r>
            <a:endParaRPr lang="zh-CN" altLang="en-US" sz="800" baseline="-25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1" name="矩形 300">
            <a:extLst>
              <a:ext uri="{FF2B5EF4-FFF2-40B4-BE49-F238E27FC236}">
                <a16:creationId xmlns:a16="http://schemas.microsoft.com/office/drawing/2014/main" id="{1C128B4A-5568-3550-DC44-E12BEF84DD74}"/>
              </a:ext>
            </a:extLst>
          </p:cNvPr>
          <p:cNvSpPr/>
          <p:nvPr/>
        </p:nvSpPr>
        <p:spPr>
          <a:xfrm>
            <a:off x="10457193" y="4200138"/>
            <a:ext cx="414793" cy="250808"/>
          </a:xfrm>
          <a:prstGeom prst="rect">
            <a:avLst/>
          </a:prstGeom>
          <a:solidFill>
            <a:srgbClr val="7C7C7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sz="800" baseline="-25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21</a:t>
            </a:r>
            <a:endParaRPr lang="zh-CN" altLang="en-US" sz="800" baseline="-25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2" name="矩形 301">
            <a:extLst>
              <a:ext uri="{FF2B5EF4-FFF2-40B4-BE49-F238E27FC236}">
                <a16:creationId xmlns:a16="http://schemas.microsoft.com/office/drawing/2014/main" id="{31A6A9D6-09B0-E99F-EB8C-4489121F5B69}"/>
              </a:ext>
            </a:extLst>
          </p:cNvPr>
          <p:cNvSpPr/>
          <p:nvPr/>
        </p:nvSpPr>
        <p:spPr>
          <a:xfrm>
            <a:off x="9755770" y="4925605"/>
            <a:ext cx="317500" cy="196850"/>
          </a:xfrm>
          <a:prstGeom prst="rect">
            <a:avLst/>
          </a:prstGeom>
          <a:solidFill>
            <a:srgbClr val="54823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sz="800" baseline="-25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endParaRPr lang="zh-CN" altLang="en-US" sz="800" baseline="-25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3" name="弧形 302">
            <a:extLst>
              <a:ext uri="{FF2B5EF4-FFF2-40B4-BE49-F238E27FC236}">
                <a16:creationId xmlns:a16="http://schemas.microsoft.com/office/drawing/2014/main" id="{9684CF48-A027-50CD-731D-E9F5E34F8E23}"/>
              </a:ext>
            </a:extLst>
          </p:cNvPr>
          <p:cNvSpPr/>
          <p:nvPr/>
        </p:nvSpPr>
        <p:spPr>
          <a:xfrm>
            <a:off x="9424513" y="3714061"/>
            <a:ext cx="1183539" cy="1183539"/>
          </a:xfrm>
          <a:prstGeom prst="arc">
            <a:avLst>
              <a:gd name="adj1" fmla="val 16200000"/>
              <a:gd name="adj2" fmla="val 20930719"/>
            </a:avLst>
          </a:prstGeom>
          <a:ln w="19050">
            <a:solidFill>
              <a:schemeClr val="tx1"/>
            </a:solidFill>
            <a:prstDash val="sysDash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4" name="弧形 303">
            <a:extLst>
              <a:ext uri="{FF2B5EF4-FFF2-40B4-BE49-F238E27FC236}">
                <a16:creationId xmlns:a16="http://schemas.microsoft.com/office/drawing/2014/main" id="{9C360C52-DA54-A7EE-0ADF-6FD5AA407275}"/>
              </a:ext>
            </a:extLst>
          </p:cNvPr>
          <p:cNvSpPr/>
          <p:nvPr/>
        </p:nvSpPr>
        <p:spPr>
          <a:xfrm rot="5400000">
            <a:off x="9409740" y="3817237"/>
            <a:ext cx="1183539" cy="1183539"/>
          </a:xfrm>
          <a:prstGeom prst="arc">
            <a:avLst>
              <a:gd name="adj1" fmla="val 16200000"/>
              <a:gd name="adj2" fmla="val 21322451"/>
            </a:avLst>
          </a:prstGeom>
          <a:ln w="19050">
            <a:solidFill>
              <a:schemeClr val="tx1"/>
            </a:solidFill>
            <a:prstDash val="sysDash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5" name="弧形 304">
            <a:extLst>
              <a:ext uri="{FF2B5EF4-FFF2-40B4-BE49-F238E27FC236}">
                <a16:creationId xmlns:a16="http://schemas.microsoft.com/office/drawing/2014/main" id="{934537E1-174A-1957-A2C5-29112D8286DC}"/>
              </a:ext>
            </a:extLst>
          </p:cNvPr>
          <p:cNvSpPr/>
          <p:nvPr/>
        </p:nvSpPr>
        <p:spPr>
          <a:xfrm rot="10800000">
            <a:off x="9131032" y="3843709"/>
            <a:ext cx="1183539" cy="1183539"/>
          </a:xfrm>
          <a:prstGeom prst="arc">
            <a:avLst>
              <a:gd name="adj1" fmla="val 16200000"/>
              <a:gd name="adj2" fmla="val 83439"/>
            </a:avLst>
          </a:prstGeom>
          <a:ln w="19050">
            <a:solidFill>
              <a:schemeClr val="tx1"/>
            </a:solidFill>
            <a:prstDash val="sysDash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6" name="弧形 305">
            <a:extLst>
              <a:ext uri="{FF2B5EF4-FFF2-40B4-BE49-F238E27FC236}">
                <a16:creationId xmlns:a16="http://schemas.microsoft.com/office/drawing/2014/main" id="{DF501E4A-4BB9-936F-69C8-63D110ED2471}"/>
              </a:ext>
            </a:extLst>
          </p:cNvPr>
          <p:cNvSpPr/>
          <p:nvPr/>
        </p:nvSpPr>
        <p:spPr>
          <a:xfrm rot="16494868">
            <a:off x="9111247" y="3711289"/>
            <a:ext cx="1183539" cy="1183539"/>
          </a:xfrm>
          <a:prstGeom prst="arc">
            <a:avLst>
              <a:gd name="adj1" fmla="val 16550847"/>
              <a:gd name="adj2" fmla="val 21395440"/>
            </a:avLst>
          </a:prstGeom>
          <a:ln w="19050">
            <a:solidFill>
              <a:schemeClr val="tx1"/>
            </a:solidFill>
            <a:prstDash val="sysDash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7" name="文本框 306">
            <a:extLst>
              <a:ext uri="{FF2B5EF4-FFF2-40B4-BE49-F238E27FC236}">
                <a16:creationId xmlns:a16="http://schemas.microsoft.com/office/drawing/2014/main" id="{F8FE6715-FCB8-8817-BFD4-3E6F62453D00}"/>
              </a:ext>
            </a:extLst>
          </p:cNvPr>
          <p:cNvSpPr txBox="1"/>
          <p:nvPr/>
        </p:nvSpPr>
        <p:spPr>
          <a:xfrm>
            <a:off x="9051706" y="3522067"/>
            <a:ext cx="44445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zh-CN" sz="16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CN" altLang="en-US" sz="16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8" name="文本框 307">
            <a:extLst>
              <a:ext uri="{FF2B5EF4-FFF2-40B4-BE49-F238E27FC236}">
                <a16:creationId xmlns:a16="http://schemas.microsoft.com/office/drawing/2014/main" id="{9BBE3A2F-ABBD-0723-888C-24EABA594D7E}"/>
              </a:ext>
            </a:extLst>
          </p:cNvPr>
          <p:cNvSpPr txBox="1"/>
          <p:nvPr/>
        </p:nvSpPr>
        <p:spPr>
          <a:xfrm>
            <a:off x="10260435" y="3516779"/>
            <a:ext cx="44445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zh-CN" sz="16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zh-CN" altLang="en-US" sz="16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9" name="文本框 308">
            <a:extLst>
              <a:ext uri="{FF2B5EF4-FFF2-40B4-BE49-F238E27FC236}">
                <a16:creationId xmlns:a16="http://schemas.microsoft.com/office/drawing/2014/main" id="{345A0EC7-51BE-0237-BD0B-D39B46BD5AF9}"/>
              </a:ext>
            </a:extLst>
          </p:cNvPr>
          <p:cNvSpPr txBox="1"/>
          <p:nvPr/>
        </p:nvSpPr>
        <p:spPr>
          <a:xfrm>
            <a:off x="10362251" y="4686343"/>
            <a:ext cx="44445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zh-CN" sz="16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zh-CN" altLang="en-US" sz="16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0" name="文本框 309">
            <a:extLst>
              <a:ext uri="{FF2B5EF4-FFF2-40B4-BE49-F238E27FC236}">
                <a16:creationId xmlns:a16="http://schemas.microsoft.com/office/drawing/2014/main" id="{39586C51-61DA-6565-6483-5A8F7330B459}"/>
              </a:ext>
            </a:extLst>
          </p:cNvPr>
          <p:cNvSpPr txBox="1"/>
          <p:nvPr/>
        </p:nvSpPr>
        <p:spPr>
          <a:xfrm>
            <a:off x="9023750" y="4704169"/>
            <a:ext cx="44445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zh-CN" sz="16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endParaRPr lang="zh-CN" altLang="en-US" sz="16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1" name="乘号 310">
            <a:extLst>
              <a:ext uri="{FF2B5EF4-FFF2-40B4-BE49-F238E27FC236}">
                <a16:creationId xmlns:a16="http://schemas.microsoft.com/office/drawing/2014/main" id="{FE6939A1-1F63-8809-30DF-942C956941E0}"/>
              </a:ext>
            </a:extLst>
          </p:cNvPr>
          <p:cNvSpPr/>
          <p:nvPr/>
        </p:nvSpPr>
        <p:spPr>
          <a:xfrm>
            <a:off x="9260243" y="4740050"/>
            <a:ext cx="331040" cy="331040"/>
          </a:xfrm>
          <a:prstGeom prst="mathMultiply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12" name="弧形 311">
            <a:extLst>
              <a:ext uri="{FF2B5EF4-FFF2-40B4-BE49-F238E27FC236}">
                <a16:creationId xmlns:a16="http://schemas.microsoft.com/office/drawing/2014/main" id="{EE93DE77-07FD-FBBB-B536-0FADA36861C2}"/>
              </a:ext>
            </a:extLst>
          </p:cNvPr>
          <p:cNvSpPr/>
          <p:nvPr/>
        </p:nvSpPr>
        <p:spPr>
          <a:xfrm rot="14093439">
            <a:off x="8847565" y="3764531"/>
            <a:ext cx="1183539" cy="1183539"/>
          </a:xfrm>
          <a:prstGeom prst="arc">
            <a:avLst>
              <a:gd name="adj1" fmla="val 16550847"/>
              <a:gd name="adj2" fmla="val 21395440"/>
            </a:avLst>
          </a:prstGeom>
          <a:ln w="19050">
            <a:solidFill>
              <a:schemeClr val="tx1"/>
            </a:solidFill>
            <a:prstDash val="sysDash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13" name="弧形 312">
            <a:extLst>
              <a:ext uri="{FF2B5EF4-FFF2-40B4-BE49-F238E27FC236}">
                <a16:creationId xmlns:a16="http://schemas.microsoft.com/office/drawing/2014/main" id="{878F318C-1FE7-C49D-A6B5-0E7AC1FF1F60}"/>
              </a:ext>
            </a:extLst>
          </p:cNvPr>
          <p:cNvSpPr/>
          <p:nvPr/>
        </p:nvSpPr>
        <p:spPr>
          <a:xfrm rot="7612179">
            <a:off x="9319823" y="4053943"/>
            <a:ext cx="1183539" cy="1183539"/>
          </a:xfrm>
          <a:prstGeom prst="arc">
            <a:avLst>
              <a:gd name="adj1" fmla="val 16550847"/>
              <a:gd name="adj2" fmla="val 21395440"/>
            </a:avLst>
          </a:prstGeom>
          <a:ln w="19050">
            <a:solidFill>
              <a:schemeClr val="tx1"/>
            </a:solidFill>
            <a:prstDash val="sysDash"/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14" name="文本框 313">
            <a:extLst>
              <a:ext uri="{FF2B5EF4-FFF2-40B4-BE49-F238E27FC236}">
                <a16:creationId xmlns:a16="http://schemas.microsoft.com/office/drawing/2014/main" id="{17F028D7-E0A1-F034-C51A-828184E6F891}"/>
              </a:ext>
            </a:extLst>
          </p:cNvPr>
          <p:cNvSpPr txBox="1"/>
          <p:nvPr/>
        </p:nvSpPr>
        <p:spPr>
          <a:xfrm>
            <a:off x="8483148" y="4008694"/>
            <a:ext cx="4711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baseline="-5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CN" altLang="en-US" baseline="-5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5" name="文本框 314">
            <a:extLst>
              <a:ext uri="{FF2B5EF4-FFF2-40B4-BE49-F238E27FC236}">
                <a16:creationId xmlns:a16="http://schemas.microsoft.com/office/drawing/2014/main" id="{9A525AF2-E4C9-B368-C8C5-F7615F1D06FA}"/>
              </a:ext>
            </a:extLst>
          </p:cNvPr>
          <p:cNvSpPr txBox="1"/>
          <p:nvPr/>
        </p:nvSpPr>
        <p:spPr>
          <a:xfrm>
            <a:off x="9755770" y="5305958"/>
            <a:ext cx="5301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i="1" baseline="-5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endParaRPr lang="zh-CN" altLang="en-US" baseline="-5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6" name="矩形 315">
            <a:extLst>
              <a:ext uri="{FF2B5EF4-FFF2-40B4-BE49-F238E27FC236}">
                <a16:creationId xmlns:a16="http://schemas.microsoft.com/office/drawing/2014/main" id="{8142B228-2E9B-A212-9F96-F1603AFE54E7}"/>
              </a:ext>
            </a:extLst>
          </p:cNvPr>
          <p:cNvSpPr/>
          <p:nvPr/>
        </p:nvSpPr>
        <p:spPr>
          <a:xfrm>
            <a:off x="6272512" y="1413132"/>
            <a:ext cx="317500" cy="196850"/>
          </a:xfrm>
          <a:prstGeom prst="rect">
            <a:avLst/>
          </a:prstGeom>
          <a:solidFill>
            <a:srgbClr val="2E75B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sz="800" baseline="-25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CN" altLang="en-US" sz="800" baseline="-25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7" name="矩形 316">
            <a:extLst>
              <a:ext uri="{FF2B5EF4-FFF2-40B4-BE49-F238E27FC236}">
                <a16:creationId xmlns:a16="http://schemas.microsoft.com/office/drawing/2014/main" id="{8D833F70-CB72-594E-975B-F58686B4BF45}"/>
              </a:ext>
            </a:extLst>
          </p:cNvPr>
          <p:cNvSpPr/>
          <p:nvPr/>
        </p:nvSpPr>
        <p:spPr>
          <a:xfrm>
            <a:off x="7799972" y="1091478"/>
            <a:ext cx="367495" cy="187822"/>
          </a:xfrm>
          <a:prstGeom prst="rect">
            <a:avLst/>
          </a:prstGeom>
          <a:solidFill>
            <a:srgbClr val="7C7C7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sz="800" baseline="-25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21</a:t>
            </a:r>
            <a:endParaRPr lang="zh-CN" altLang="en-US" sz="800" baseline="-25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8" name="矩形 317">
            <a:extLst>
              <a:ext uri="{FF2B5EF4-FFF2-40B4-BE49-F238E27FC236}">
                <a16:creationId xmlns:a16="http://schemas.microsoft.com/office/drawing/2014/main" id="{DC3BBC2F-041E-8C06-ECFE-2970321FDCA3}"/>
              </a:ext>
            </a:extLst>
          </p:cNvPr>
          <p:cNvSpPr/>
          <p:nvPr/>
        </p:nvSpPr>
        <p:spPr>
          <a:xfrm>
            <a:off x="7230773" y="1811904"/>
            <a:ext cx="360651" cy="196850"/>
          </a:xfrm>
          <a:prstGeom prst="rect">
            <a:avLst/>
          </a:prstGeom>
          <a:solidFill>
            <a:srgbClr val="C55A1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sz="800" baseline="-25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32</a:t>
            </a:r>
            <a:endParaRPr lang="zh-CN" altLang="en-US" sz="800" baseline="-25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9" name="矩形 318">
            <a:extLst>
              <a:ext uri="{FF2B5EF4-FFF2-40B4-BE49-F238E27FC236}">
                <a16:creationId xmlns:a16="http://schemas.microsoft.com/office/drawing/2014/main" id="{7BE3BFEB-2E21-8A88-83B7-BE2219B5D883}"/>
              </a:ext>
            </a:extLst>
          </p:cNvPr>
          <p:cNvSpPr/>
          <p:nvPr/>
        </p:nvSpPr>
        <p:spPr>
          <a:xfrm>
            <a:off x="5443350" y="1407719"/>
            <a:ext cx="317500" cy="196850"/>
          </a:xfrm>
          <a:prstGeom prst="rect">
            <a:avLst/>
          </a:prstGeom>
          <a:solidFill>
            <a:srgbClr val="54823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sz="800" baseline="-25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endParaRPr lang="zh-CN" altLang="en-US" sz="800" baseline="-25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320" name="直接箭头连接符 319">
            <a:extLst>
              <a:ext uri="{FF2B5EF4-FFF2-40B4-BE49-F238E27FC236}">
                <a16:creationId xmlns:a16="http://schemas.microsoft.com/office/drawing/2014/main" id="{E74477B7-BB53-42AC-513A-13998C6701DC}"/>
              </a:ext>
            </a:extLst>
          </p:cNvPr>
          <p:cNvCxnSpPr>
            <a:cxnSpLocks/>
            <a:stCxn id="316" idx="3"/>
            <a:endCxn id="318" idx="1"/>
          </p:cNvCxnSpPr>
          <p:nvPr/>
        </p:nvCxnSpPr>
        <p:spPr>
          <a:xfrm>
            <a:off x="6590012" y="1511557"/>
            <a:ext cx="640761" cy="398772"/>
          </a:xfrm>
          <a:prstGeom prst="straightConnector1">
            <a:avLst/>
          </a:prstGeom>
          <a:ln w="19050">
            <a:solidFill>
              <a:srgbClr val="C55A1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1" name="直接箭头连接符 320">
            <a:extLst>
              <a:ext uri="{FF2B5EF4-FFF2-40B4-BE49-F238E27FC236}">
                <a16:creationId xmlns:a16="http://schemas.microsoft.com/office/drawing/2014/main" id="{BDFB3137-3473-C1F0-5983-6757DF200389}"/>
              </a:ext>
            </a:extLst>
          </p:cNvPr>
          <p:cNvCxnSpPr>
            <a:stCxn id="316" idx="1"/>
            <a:endCxn id="319" idx="3"/>
          </p:cNvCxnSpPr>
          <p:nvPr/>
        </p:nvCxnSpPr>
        <p:spPr>
          <a:xfrm flipH="1" flipV="1">
            <a:off x="5760850" y="1506144"/>
            <a:ext cx="511662" cy="5413"/>
          </a:xfrm>
          <a:prstGeom prst="straightConnector1">
            <a:avLst/>
          </a:prstGeom>
          <a:ln w="19050">
            <a:solidFill>
              <a:srgbClr val="54823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2" name="直接箭头连接符 321">
            <a:extLst>
              <a:ext uri="{FF2B5EF4-FFF2-40B4-BE49-F238E27FC236}">
                <a16:creationId xmlns:a16="http://schemas.microsoft.com/office/drawing/2014/main" id="{A78CBEA3-D198-68FA-C4C5-017CDDC72F7E}"/>
              </a:ext>
            </a:extLst>
          </p:cNvPr>
          <p:cNvCxnSpPr>
            <a:cxnSpLocks/>
            <a:stCxn id="316" idx="0"/>
            <a:endCxn id="317" idx="1"/>
          </p:cNvCxnSpPr>
          <p:nvPr/>
        </p:nvCxnSpPr>
        <p:spPr>
          <a:xfrm flipV="1">
            <a:off x="6431262" y="1185389"/>
            <a:ext cx="1368710" cy="227743"/>
          </a:xfrm>
          <a:prstGeom prst="straightConnector1">
            <a:avLst/>
          </a:prstGeom>
          <a:ln w="19050">
            <a:solidFill>
              <a:srgbClr val="7C7C7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3" name="矩形 322">
            <a:extLst>
              <a:ext uri="{FF2B5EF4-FFF2-40B4-BE49-F238E27FC236}">
                <a16:creationId xmlns:a16="http://schemas.microsoft.com/office/drawing/2014/main" id="{C46A1189-0E79-535A-4618-CC1E3BDEB896}"/>
              </a:ext>
            </a:extLst>
          </p:cNvPr>
          <p:cNvSpPr/>
          <p:nvPr/>
        </p:nvSpPr>
        <p:spPr>
          <a:xfrm>
            <a:off x="5420552" y="1376354"/>
            <a:ext cx="364067" cy="251883"/>
          </a:xfrm>
          <a:prstGeom prst="rect">
            <a:avLst/>
          </a:prstGeom>
          <a:noFill/>
          <a:ln w="1905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4" name="矩形 323">
            <a:extLst>
              <a:ext uri="{FF2B5EF4-FFF2-40B4-BE49-F238E27FC236}">
                <a16:creationId xmlns:a16="http://schemas.microsoft.com/office/drawing/2014/main" id="{5905BC14-3377-DA22-DB48-0FB1D66C1982}"/>
              </a:ext>
            </a:extLst>
          </p:cNvPr>
          <p:cNvSpPr/>
          <p:nvPr/>
        </p:nvSpPr>
        <p:spPr>
          <a:xfrm>
            <a:off x="7203053" y="1780367"/>
            <a:ext cx="413772" cy="251883"/>
          </a:xfrm>
          <a:prstGeom prst="rect">
            <a:avLst/>
          </a:prstGeom>
          <a:noFill/>
          <a:ln w="1905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5" name="文本框 324">
            <a:extLst>
              <a:ext uri="{FF2B5EF4-FFF2-40B4-BE49-F238E27FC236}">
                <a16:creationId xmlns:a16="http://schemas.microsoft.com/office/drawing/2014/main" id="{D339362A-ED00-4E6A-08D5-F537F752906A}"/>
              </a:ext>
            </a:extLst>
          </p:cNvPr>
          <p:cNvSpPr txBox="1"/>
          <p:nvPr/>
        </p:nvSpPr>
        <p:spPr>
          <a:xfrm>
            <a:off x="5670338" y="2082113"/>
            <a:ext cx="3226668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altLang="zh-CN" sz="14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Step2. Display the rectangular table of candidate vehicles, the red dotted box selects the vehicle to be considered for V</a:t>
            </a:r>
            <a:r>
              <a:rPr lang="en-US" altLang="zh-CN" sz="1400" baseline="-25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sz="14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en-US" sz="14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326" name="文本框 325">
            <a:extLst>
              <a:ext uri="{FF2B5EF4-FFF2-40B4-BE49-F238E27FC236}">
                <a16:creationId xmlns:a16="http://schemas.microsoft.com/office/drawing/2014/main" id="{0AEF15F0-FF68-BC6A-F196-4BCCA7A7EBCF}"/>
              </a:ext>
            </a:extLst>
          </p:cNvPr>
          <p:cNvSpPr txBox="1"/>
          <p:nvPr/>
        </p:nvSpPr>
        <p:spPr>
          <a:xfrm>
            <a:off x="6077197" y="5407378"/>
            <a:ext cx="221832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altLang="zh-CN" sz="14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Step 3. Deadlock detection</a:t>
            </a:r>
            <a:endParaRPr lang="zh-CN" altLang="en-US" sz="14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327" name="文本框 326">
            <a:extLst>
              <a:ext uri="{FF2B5EF4-FFF2-40B4-BE49-F238E27FC236}">
                <a16:creationId xmlns:a16="http://schemas.microsoft.com/office/drawing/2014/main" id="{47D7D503-DE4C-F957-55F4-2064ED5B50EB}"/>
              </a:ext>
            </a:extLst>
          </p:cNvPr>
          <p:cNvSpPr txBox="1"/>
          <p:nvPr/>
        </p:nvSpPr>
        <p:spPr>
          <a:xfrm>
            <a:off x="10182756" y="2962057"/>
            <a:ext cx="151859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altLang="zh-CN" sz="14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Step4. Deadlock ring formation</a:t>
            </a:r>
            <a:endParaRPr lang="zh-CN" altLang="en-US" sz="14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328" name="直接箭头连接符 327">
            <a:extLst>
              <a:ext uri="{FF2B5EF4-FFF2-40B4-BE49-F238E27FC236}">
                <a16:creationId xmlns:a16="http://schemas.microsoft.com/office/drawing/2014/main" id="{6DEED1B9-0EA9-867C-1E15-0C4632C40E00}"/>
              </a:ext>
            </a:extLst>
          </p:cNvPr>
          <p:cNvCxnSpPr/>
          <p:nvPr/>
        </p:nvCxnSpPr>
        <p:spPr>
          <a:xfrm>
            <a:off x="9863624" y="3157701"/>
            <a:ext cx="0" cy="317501"/>
          </a:xfrm>
          <a:prstGeom prst="straightConnector1">
            <a:avLst/>
          </a:prstGeom>
          <a:ln w="1905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9" name="文本框 328">
            <a:extLst>
              <a:ext uri="{FF2B5EF4-FFF2-40B4-BE49-F238E27FC236}">
                <a16:creationId xmlns:a16="http://schemas.microsoft.com/office/drawing/2014/main" id="{856CCF0B-4F72-21D2-4B38-B3BB56356115}"/>
              </a:ext>
            </a:extLst>
          </p:cNvPr>
          <p:cNvSpPr txBox="1"/>
          <p:nvPr/>
        </p:nvSpPr>
        <p:spPr>
          <a:xfrm>
            <a:off x="10193412" y="5133748"/>
            <a:ext cx="147819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altLang="zh-CN" sz="14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Step5 .Deadlock ring resolution </a:t>
            </a:r>
            <a:endParaRPr lang="zh-CN" altLang="en-US" sz="14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331" name="矩形 330">
            <a:extLst>
              <a:ext uri="{FF2B5EF4-FFF2-40B4-BE49-F238E27FC236}">
                <a16:creationId xmlns:a16="http://schemas.microsoft.com/office/drawing/2014/main" id="{730DA524-5361-BD4D-934D-C173B47C99D8}"/>
              </a:ext>
            </a:extLst>
          </p:cNvPr>
          <p:cNvSpPr/>
          <p:nvPr/>
        </p:nvSpPr>
        <p:spPr>
          <a:xfrm>
            <a:off x="7768203" y="1058683"/>
            <a:ext cx="432822" cy="246222"/>
          </a:xfrm>
          <a:prstGeom prst="rect">
            <a:avLst/>
          </a:prstGeom>
          <a:noFill/>
          <a:ln w="1905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2" name="矩形 331">
            <a:extLst>
              <a:ext uri="{FF2B5EF4-FFF2-40B4-BE49-F238E27FC236}">
                <a16:creationId xmlns:a16="http://schemas.microsoft.com/office/drawing/2014/main" id="{F6F6F5CA-19FC-3E8F-D405-B4A8B9B88E96}"/>
              </a:ext>
            </a:extLst>
          </p:cNvPr>
          <p:cNvSpPr/>
          <p:nvPr/>
        </p:nvSpPr>
        <p:spPr>
          <a:xfrm>
            <a:off x="8318233" y="1082450"/>
            <a:ext cx="352380" cy="196850"/>
          </a:xfrm>
          <a:prstGeom prst="rect">
            <a:avLst/>
          </a:prstGeom>
          <a:solidFill>
            <a:srgbClr val="7C7C7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sz="800" baseline="-25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22</a:t>
            </a:r>
            <a:endParaRPr lang="zh-CN" altLang="en-US" sz="800" baseline="-25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333" name="直接箭头连接符 332">
            <a:extLst>
              <a:ext uri="{FF2B5EF4-FFF2-40B4-BE49-F238E27FC236}">
                <a16:creationId xmlns:a16="http://schemas.microsoft.com/office/drawing/2014/main" id="{653DBB45-5D80-1CB9-9F74-B5EC668ACBE4}"/>
              </a:ext>
            </a:extLst>
          </p:cNvPr>
          <p:cNvCxnSpPr>
            <a:cxnSpLocks/>
            <a:stCxn id="316" idx="0"/>
          </p:cNvCxnSpPr>
          <p:nvPr/>
        </p:nvCxnSpPr>
        <p:spPr>
          <a:xfrm flipV="1">
            <a:off x="6431262" y="436675"/>
            <a:ext cx="945741" cy="976457"/>
          </a:xfrm>
          <a:prstGeom prst="straightConnector1">
            <a:avLst/>
          </a:prstGeom>
          <a:ln w="19050">
            <a:solidFill>
              <a:srgbClr val="C55A1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4" name="直接箭头连接符 333">
            <a:extLst>
              <a:ext uri="{FF2B5EF4-FFF2-40B4-BE49-F238E27FC236}">
                <a16:creationId xmlns:a16="http://schemas.microsoft.com/office/drawing/2014/main" id="{09DA9EA5-0FD3-FEB0-3369-EEE3460F6D4D}"/>
              </a:ext>
            </a:extLst>
          </p:cNvPr>
          <p:cNvCxnSpPr>
            <a:cxnSpLocks/>
            <a:stCxn id="316" idx="3"/>
            <a:endCxn id="332" idx="2"/>
          </p:cNvCxnSpPr>
          <p:nvPr/>
        </p:nvCxnSpPr>
        <p:spPr>
          <a:xfrm flipV="1">
            <a:off x="6590012" y="1279300"/>
            <a:ext cx="1904411" cy="232257"/>
          </a:xfrm>
          <a:prstGeom prst="straightConnector1">
            <a:avLst/>
          </a:prstGeom>
          <a:ln w="19050">
            <a:solidFill>
              <a:srgbClr val="7C7C7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5" name="矩形 404">
            <a:extLst>
              <a:ext uri="{FF2B5EF4-FFF2-40B4-BE49-F238E27FC236}">
                <a16:creationId xmlns:a16="http://schemas.microsoft.com/office/drawing/2014/main" id="{60156E3F-07EF-61AE-0291-2E2660E78276}"/>
              </a:ext>
            </a:extLst>
          </p:cNvPr>
          <p:cNvSpPr/>
          <p:nvPr/>
        </p:nvSpPr>
        <p:spPr>
          <a:xfrm>
            <a:off x="7200046" y="239832"/>
            <a:ext cx="353914" cy="196843"/>
          </a:xfrm>
          <a:prstGeom prst="rect">
            <a:avLst/>
          </a:prstGeom>
          <a:solidFill>
            <a:srgbClr val="C55A1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sz="800" baseline="-25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31</a:t>
            </a:r>
            <a:endParaRPr lang="zh-CN" altLang="en-US" sz="800" baseline="-25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07" name="文本框 406">
            <a:extLst>
              <a:ext uri="{FF2B5EF4-FFF2-40B4-BE49-F238E27FC236}">
                <a16:creationId xmlns:a16="http://schemas.microsoft.com/office/drawing/2014/main" id="{7DEB4C0F-EC16-AEE3-8CA7-564D3A4162DC}"/>
              </a:ext>
            </a:extLst>
          </p:cNvPr>
          <p:cNvSpPr txBox="1"/>
          <p:nvPr/>
        </p:nvSpPr>
        <p:spPr>
          <a:xfrm>
            <a:off x="1238931" y="4061879"/>
            <a:ext cx="345017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sz="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CN" altLang="en-US" sz="8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08" name="文本框 407">
            <a:extLst>
              <a:ext uri="{FF2B5EF4-FFF2-40B4-BE49-F238E27FC236}">
                <a16:creationId xmlns:a16="http://schemas.microsoft.com/office/drawing/2014/main" id="{32D39090-502F-BF27-26A1-B93B62649D77}"/>
              </a:ext>
            </a:extLst>
          </p:cNvPr>
          <p:cNvSpPr txBox="1"/>
          <p:nvPr/>
        </p:nvSpPr>
        <p:spPr>
          <a:xfrm>
            <a:off x="1657263" y="4063039"/>
            <a:ext cx="345017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sz="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21</a:t>
            </a:r>
            <a:endParaRPr lang="zh-CN" altLang="en-US" sz="8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09" name="文本框 408">
            <a:extLst>
              <a:ext uri="{FF2B5EF4-FFF2-40B4-BE49-F238E27FC236}">
                <a16:creationId xmlns:a16="http://schemas.microsoft.com/office/drawing/2014/main" id="{8E974964-3C10-82CA-013D-C9832A27D57F}"/>
              </a:ext>
            </a:extLst>
          </p:cNvPr>
          <p:cNvSpPr txBox="1"/>
          <p:nvPr/>
        </p:nvSpPr>
        <p:spPr>
          <a:xfrm>
            <a:off x="1238930" y="4435458"/>
            <a:ext cx="345017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sz="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zh-CN" altLang="en-US" sz="8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28" name="矩形 527">
            <a:extLst>
              <a:ext uri="{FF2B5EF4-FFF2-40B4-BE49-F238E27FC236}">
                <a16:creationId xmlns:a16="http://schemas.microsoft.com/office/drawing/2014/main" id="{73BC371D-BB9F-7652-BA1F-14E19C3C4C63}"/>
              </a:ext>
            </a:extLst>
          </p:cNvPr>
          <p:cNvSpPr/>
          <p:nvPr/>
        </p:nvSpPr>
        <p:spPr>
          <a:xfrm rot="5400000">
            <a:off x="2933947" y="1619325"/>
            <a:ext cx="334923" cy="142683"/>
          </a:xfrm>
          <a:prstGeom prst="rect">
            <a:avLst/>
          </a:prstGeom>
          <a:solidFill>
            <a:srgbClr val="C55A1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500" baseline="-25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29" name="矩形 528">
            <a:extLst>
              <a:ext uri="{FF2B5EF4-FFF2-40B4-BE49-F238E27FC236}">
                <a16:creationId xmlns:a16="http://schemas.microsoft.com/office/drawing/2014/main" id="{6321382C-69F3-833D-2CD7-4C1FBE6DC1B0}"/>
              </a:ext>
            </a:extLst>
          </p:cNvPr>
          <p:cNvSpPr/>
          <p:nvPr/>
        </p:nvSpPr>
        <p:spPr>
          <a:xfrm rot="10800000">
            <a:off x="2002280" y="2533725"/>
            <a:ext cx="334923" cy="142683"/>
          </a:xfrm>
          <a:prstGeom prst="rect">
            <a:avLst/>
          </a:prstGeom>
          <a:solidFill>
            <a:srgbClr val="C55A1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500" baseline="-25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30" name="文本框 529">
            <a:extLst>
              <a:ext uri="{FF2B5EF4-FFF2-40B4-BE49-F238E27FC236}">
                <a16:creationId xmlns:a16="http://schemas.microsoft.com/office/drawing/2014/main" id="{04FDCEE0-F349-8CE0-4E1A-C45E04573A71}"/>
              </a:ext>
            </a:extLst>
          </p:cNvPr>
          <p:cNvSpPr txBox="1"/>
          <p:nvPr/>
        </p:nvSpPr>
        <p:spPr>
          <a:xfrm rot="5400000">
            <a:off x="2928382" y="1588509"/>
            <a:ext cx="34605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sz="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52</a:t>
            </a:r>
            <a:endParaRPr lang="zh-CN" altLang="en-US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31" name="文本框 530">
            <a:extLst>
              <a:ext uri="{FF2B5EF4-FFF2-40B4-BE49-F238E27FC236}">
                <a16:creationId xmlns:a16="http://schemas.microsoft.com/office/drawing/2014/main" id="{98BC224D-7101-AA05-A229-599558656990}"/>
              </a:ext>
            </a:extLst>
          </p:cNvPr>
          <p:cNvSpPr txBox="1"/>
          <p:nvPr/>
        </p:nvSpPr>
        <p:spPr>
          <a:xfrm>
            <a:off x="1996715" y="2497345"/>
            <a:ext cx="34605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sz="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51</a:t>
            </a:r>
            <a:endParaRPr lang="zh-CN" altLang="en-US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33" name="矩形 532">
            <a:extLst>
              <a:ext uri="{FF2B5EF4-FFF2-40B4-BE49-F238E27FC236}">
                <a16:creationId xmlns:a16="http://schemas.microsoft.com/office/drawing/2014/main" id="{23B96E27-F43A-A78D-4C2C-76B39B9A3C37}"/>
              </a:ext>
            </a:extLst>
          </p:cNvPr>
          <p:cNvSpPr/>
          <p:nvPr/>
        </p:nvSpPr>
        <p:spPr>
          <a:xfrm rot="10800000">
            <a:off x="4847080" y="2506151"/>
            <a:ext cx="334923" cy="142683"/>
          </a:xfrm>
          <a:prstGeom prst="rect">
            <a:avLst/>
          </a:prstGeom>
          <a:solidFill>
            <a:srgbClr val="7C7C7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500" baseline="-25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34" name="文本框 533">
            <a:extLst>
              <a:ext uri="{FF2B5EF4-FFF2-40B4-BE49-F238E27FC236}">
                <a16:creationId xmlns:a16="http://schemas.microsoft.com/office/drawing/2014/main" id="{25C9913E-6AEC-089F-372A-00DB49911328}"/>
              </a:ext>
            </a:extLst>
          </p:cNvPr>
          <p:cNvSpPr txBox="1"/>
          <p:nvPr/>
        </p:nvSpPr>
        <p:spPr>
          <a:xfrm>
            <a:off x="4850724" y="2459593"/>
            <a:ext cx="34605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sz="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62</a:t>
            </a:r>
            <a:endParaRPr lang="zh-CN" altLang="en-US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35" name="矩形 534">
            <a:extLst>
              <a:ext uri="{FF2B5EF4-FFF2-40B4-BE49-F238E27FC236}">
                <a16:creationId xmlns:a16="http://schemas.microsoft.com/office/drawing/2014/main" id="{B3CBF2FA-B487-5949-2041-2734C9AE54C9}"/>
              </a:ext>
            </a:extLst>
          </p:cNvPr>
          <p:cNvSpPr/>
          <p:nvPr/>
        </p:nvSpPr>
        <p:spPr>
          <a:xfrm rot="16200000">
            <a:off x="3945833" y="1754846"/>
            <a:ext cx="334923" cy="142683"/>
          </a:xfrm>
          <a:prstGeom prst="rect">
            <a:avLst/>
          </a:prstGeom>
          <a:solidFill>
            <a:srgbClr val="7C7C7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500" baseline="-25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36" name="文本框 535">
            <a:extLst>
              <a:ext uri="{FF2B5EF4-FFF2-40B4-BE49-F238E27FC236}">
                <a16:creationId xmlns:a16="http://schemas.microsoft.com/office/drawing/2014/main" id="{564F48F6-01FE-2D54-3F2C-C25AB4942D90}"/>
              </a:ext>
            </a:extLst>
          </p:cNvPr>
          <p:cNvSpPr txBox="1"/>
          <p:nvPr/>
        </p:nvSpPr>
        <p:spPr>
          <a:xfrm rot="5400000">
            <a:off x="3949219" y="1724030"/>
            <a:ext cx="34605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sz="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61</a:t>
            </a:r>
            <a:endParaRPr lang="zh-CN" altLang="en-US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37" name="矩形 536">
            <a:extLst>
              <a:ext uri="{FF2B5EF4-FFF2-40B4-BE49-F238E27FC236}">
                <a16:creationId xmlns:a16="http://schemas.microsoft.com/office/drawing/2014/main" id="{C5FCDEBC-5201-FDA5-3BF5-505130A504CB}"/>
              </a:ext>
            </a:extLst>
          </p:cNvPr>
          <p:cNvSpPr/>
          <p:nvPr/>
        </p:nvSpPr>
        <p:spPr>
          <a:xfrm rot="10800000">
            <a:off x="1928215" y="3560040"/>
            <a:ext cx="334923" cy="142683"/>
          </a:xfrm>
          <a:prstGeom prst="rect">
            <a:avLst/>
          </a:prstGeom>
          <a:solidFill>
            <a:srgbClr val="54823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500" baseline="-25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39" name="矩形 538">
            <a:extLst>
              <a:ext uri="{FF2B5EF4-FFF2-40B4-BE49-F238E27FC236}">
                <a16:creationId xmlns:a16="http://schemas.microsoft.com/office/drawing/2014/main" id="{F126824D-1121-B3FF-63D0-1E19201C5068}"/>
              </a:ext>
            </a:extLst>
          </p:cNvPr>
          <p:cNvSpPr/>
          <p:nvPr/>
        </p:nvSpPr>
        <p:spPr>
          <a:xfrm rot="16200000">
            <a:off x="2876383" y="4430334"/>
            <a:ext cx="334923" cy="142683"/>
          </a:xfrm>
          <a:prstGeom prst="rect">
            <a:avLst/>
          </a:prstGeom>
          <a:solidFill>
            <a:srgbClr val="54823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500" baseline="-25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41" name="文本框 540">
            <a:extLst>
              <a:ext uri="{FF2B5EF4-FFF2-40B4-BE49-F238E27FC236}">
                <a16:creationId xmlns:a16="http://schemas.microsoft.com/office/drawing/2014/main" id="{A431ECE7-14FB-A55F-8967-4F13D7573895}"/>
              </a:ext>
            </a:extLst>
          </p:cNvPr>
          <p:cNvSpPr txBox="1"/>
          <p:nvPr/>
        </p:nvSpPr>
        <p:spPr>
          <a:xfrm>
            <a:off x="1959393" y="3523660"/>
            <a:ext cx="34605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sz="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72</a:t>
            </a:r>
            <a:endParaRPr lang="zh-CN" altLang="en-US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38" name="文本框 537">
            <a:extLst>
              <a:ext uri="{FF2B5EF4-FFF2-40B4-BE49-F238E27FC236}">
                <a16:creationId xmlns:a16="http://schemas.microsoft.com/office/drawing/2014/main" id="{5639C387-3246-AE5C-7A0A-9ACD02333C0E}"/>
              </a:ext>
            </a:extLst>
          </p:cNvPr>
          <p:cNvSpPr txBox="1"/>
          <p:nvPr/>
        </p:nvSpPr>
        <p:spPr>
          <a:xfrm rot="5400000">
            <a:off x="2885218" y="4390846"/>
            <a:ext cx="34605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sz="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71</a:t>
            </a:r>
            <a:endParaRPr lang="zh-CN" altLang="en-US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43" name="矩形 542">
            <a:extLst>
              <a:ext uri="{FF2B5EF4-FFF2-40B4-BE49-F238E27FC236}">
                <a16:creationId xmlns:a16="http://schemas.microsoft.com/office/drawing/2014/main" id="{41964A31-E9EB-5468-C2AF-9B8D2A74C6DD}"/>
              </a:ext>
            </a:extLst>
          </p:cNvPr>
          <p:cNvSpPr/>
          <p:nvPr/>
        </p:nvSpPr>
        <p:spPr>
          <a:xfrm rot="10800000">
            <a:off x="4892246" y="3516779"/>
            <a:ext cx="334923" cy="142683"/>
          </a:xfrm>
          <a:prstGeom prst="rect">
            <a:avLst/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500" baseline="-25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44" name="矩形 543">
            <a:extLst>
              <a:ext uri="{FF2B5EF4-FFF2-40B4-BE49-F238E27FC236}">
                <a16:creationId xmlns:a16="http://schemas.microsoft.com/office/drawing/2014/main" id="{43AF90BE-A0E6-78C2-09E5-33F780E6DB17}"/>
              </a:ext>
            </a:extLst>
          </p:cNvPr>
          <p:cNvSpPr/>
          <p:nvPr/>
        </p:nvSpPr>
        <p:spPr>
          <a:xfrm rot="16200000">
            <a:off x="3981417" y="4437267"/>
            <a:ext cx="334923" cy="142683"/>
          </a:xfrm>
          <a:prstGeom prst="rect">
            <a:avLst/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500" baseline="-25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45" name="文本框 544">
            <a:extLst>
              <a:ext uri="{FF2B5EF4-FFF2-40B4-BE49-F238E27FC236}">
                <a16:creationId xmlns:a16="http://schemas.microsoft.com/office/drawing/2014/main" id="{D241FCFF-6372-8B46-B1A6-7DB9CEE8906E}"/>
              </a:ext>
            </a:extLst>
          </p:cNvPr>
          <p:cNvSpPr txBox="1"/>
          <p:nvPr/>
        </p:nvSpPr>
        <p:spPr>
          <a:xfrm rot="5400000">
            <a:off x="3986644" y="4419027"/>
            <a:ext cx="34605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sz="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82</a:t>
            </a:r>
            <a:endParaRPr lang="zh-CN" altLang="en-US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42" name="文本框 541">
            <a:extLst>
              <a:ext uri="{FF2B5EF4-FFF2-40B4-BE49-F238E27FC236}">
                <a16:creationId xmlns:a16="http://schemas.microsoft.com/office/drawing/2014/main" id="{78DC8C70-F045-EC33-09D4-FB8F4CECCD0A}"/>
              </a:ext>
            </a:extLst>
          </p:cNvPr>
          <p:cNvSpPr txBox="1"/>
          <p:nvPr/>
        </p:nvSpPr>
        <p:spPr>
          <a:xfrm>
            <a:off x="4885753" y="3475202"/>
            <a:ext cx="34605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sz="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81</a:t>
            </a:r>
            <a:endParaRPr lang="zh-CN" altLang="en-US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46" name="文本框 545">
            <a:extLst>
              <a:ext uri="{FF2B5EF4-FFF2-40B4-BE49-F238E27FC236}">
                <a16:creationId xmlns:a16="http://schemas.microsoft.com/office/drawing/2014/main" id="{ABA19205-9B86-547D-CFA2-B39C6FF22E0C}"/>
              </a:ext>
            </a:extLst>
          </p:cNvPr>
          <p:cNvSpPr txBox="1"/>
          <p:nvPr/>
        </p:nvSpPr>
        <p:spPr>
          <a:xfrm>
            <a:off x="4057784" y="6421325"/>
            <a:ext cx="51956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Figure 3 Collision point deadlock detection-crack</a:t>
            </a:r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443641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867594-7150-A255-2D51-B82CFBF7AB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弧形 38">
            <a:extLst>
              <a:ext uri="{FF2B5EF4-FFF2-40B4-BE49-F238E27FC236}">
                <a16:creationId xmlns:a16="http://schemas.microsoft.com/office/drawing/2014/main" id="{041B5E8B-9B94-8414-64A1-F96A1103F1F8}"/>
              </a:ext>
            </a:extLst>
          </p:cNvPr>
          <p:cNvSpPr/>
          <p:nvPr/>
        </p:nvSpPr>
        <p:spPr>
          <a:xfrm flipH="1">
            <a:off x="3503581" y="3027318"/>
            <a:ext cx="1806381" cy="1551303"/>
          </a:xfrm>
          <a:prstGeom prst="arc">
            <a:avLst>
              <a:gd name="adj1" fmla="val 16926257"/>
              <a:gd name="adj2" fmla="val 21295602"/>
            </a:avLst>
          </a:prstGeom>
          <a:ln w="28575">
            <a:solidFill>
              <a:schemeClr val="accent3">
                <a:lumMod val="75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7" name="弧形 36">
            <a:extLst>
              <a:ext uri="{FF2B5EF4-FFF2-40B4-BE49-F238E27FC236}">
                <a16:creationId xmlns:a16="http://schemas.microsoft.com/office/drawing/2014/main" id="{211D0D0D-3A6A-E222-0E43-E9DAE40E50B5}"/>
              </a:ext>
            </a:extLst>
          </p:cNvPr>
          <p:cNvSpPr/>
          <p:nvPr/>
        </p:nvSpPr>
        <p:spPr>
          <a:xfrm>
            <a:off x="1967401" y="3045513"/>
            <a:ext cx="1806381" cy="1551303"/>
          </a:xfrm>
          <a:prstGeom prst="arc">
            <a:avLst>
              <a:gd name="adj1" fmla="val 16926257"/>
              <a:gd name="adj2" fmla="val 21068784"/>
            </a:avLst>
          </a:prstGeom>
          <a:ln w="28575">
            <a:solidFill>
              <a:srgbClr val="92D05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3" name="弧形 32">
            <a:extLst>
              <a:ext uri="{FF2B5EF4-FFF2-40B4-BE49-F238E27FC236}">
                <a16:creationId xmlns:a16="http://schemas.microsoft.com/office/drawing/2014/main" id="{677125B6-3BD6-6D16-1051-F39964C33723}"/>
              </a:ext>
            </a:extLst>
          </p:cNvPr>
          <p:cNvSpPr/>
          <p:nvPr/>
        </p:nvSpPr>
        <p:spPr>
          <a:xfrm rot="16200000" flipH="1">
            <a:off x="3346654" y="1604370"/>
            <a:ext cx="1806381" cy="1551303"/>
          </a:xfrm>
          <a:prstGeom prst="arc">
            <a:avLst>
              <a:gd name="adj1" fmla="val 16888940"/>
              <a:gd name="adj2" fmla="val 20948601"/>
            </a:avLst>
          </a:prstGeom>
          <a:ln w="28575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2" name="弧形 31">
            <a:extLst>
              <a:ext uri="{FF2B5EF4-FFF2-40B4-BE49-F238E27FC236}">
                <a16:creationId xmlns:a16="http://schemas.microsoft.com/office/drawing/2014/main" id="{BF5ADC1B-0CFE-8A2B-F9B3-B7F09AFFAFE9}"/>
              </a:ext>
            </a:extLst>
          </p:cNvPr>
          <p:cNvSpPr/>
          <p:nvPr/>
        </p:nvSpPr>
        <p:spPr>
          <a:xfrm rot="5400000">
            <a:off x="2071735" y="1604370"/>
            <a:ext cx="1806381" cy="1551303"/>
          </a:xfrm>
          <a:prstGeom prst="arc">
            <a:avLst>
              <a:gd name="adj1" fmla="val 16926257"/>
              <a:gd name="adj2" fmla="val 20948601"/>
            </a:avLst>
          </a:prstGeom>
          <a:ln w="28575">
            <a:solidFill>
              <a:schemeClr val="accent5">
                <a:lumMod val="75000"/>
              </a:schemeClr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154CC25C-5E7A-878A-16E3-8D76B3EA9AEE}"/>
              </a:ext>
            </a:extLst>
          </p:cNvPr>
          <p:cNvSpPr/>
          <p:nvPr/>
        </p:nvSpPr>
        <p:spPr>
          <a:xfrm>
            <a:off x="1678328" y="5199245"/>
            <a:ext cx="294059" cy="162510"/>
          </a:xfrm>
          <a:prstGeom prst="rect">
            <a:avLst/>
          </a:prstGeom>
          <a:solidFill>
            <a:srgbClr val="C55A11"/>
          </a:solidFill>
          <a:ln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500" baseline="-25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406" name="组合 405">
            <a:extLst>
              <a:ext uri="{FF2B5EF4-FFF2-40B4-BE49-F238E27FC236}">
                <a16:creationId xmlns:a16="http://schemas.microsoft.com/office/drawing/2014/main" id="{1E29D8E5-D4E2-1C8D-CA58-D6091C227BA9}"/>
              </a:ext>
            </a:extLst>
          </p:cNvPr>
          <p:cNvGrpSpPr/>
          <p:nvPr/>
        </p:nvGrpSpPr>
        <p:grpSpPr>
          <a:xfrm>
            <a:off x="89138" y="999953"/>
            <a:ext cx="5905262" cy="4675346"/>
            <a:chOff x="28312" y="407981"/>
            <a:chExt cx="4815420" cy="3347328"/>
          </a:xfrm>
        </p:grpSpPr>
        <p:sp>
          <p:nvSpPr>
            <p:cNvPr id="256" name="矩形 255">
              <a:extLst>
                <a:ext uri="{FF2B5EF4-FFF2-40B4-BE49-F238E27FC236}">
                  <a16:creationId xmlns:a16="http://schemas.microsoft.com/office/drawing/2014/main" id="{8BDA291D-625F-9C7C-5838-7F41328C3675}"/>
                </a:ext>
              </a:extLst>
            </p:cNvPr>
            <p:cNvSpPr/>
            <p:nvPr/>
          </p:nvSpPr>
          <p:spPr>
            <a:xfrm>
              <a:off x="1330641" y="3615491"/>
              <a:ext cx="239789" cy="116350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  <a:ln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500" baseline="-25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E2A73E30-38F0-8EF9-77F0-ACA327D0BA71}"/>
                </a:ext>
              </a:extLst>
            </p:cNvPr>
            <p:cNvSpPr txBox="1"/>
            <p:nvPr/>
          </p:nvSpPr>
          <p:spPr>
            <a:xfrm>
              <a:off x="4389550" y="1885643"/>
              <a:ext cx="368300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L</a:t>
              </a:r>
              <a:r>
                <a:rPr lang="en-US" altLang="zh-CN" sz="10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zh-CN" altLang="en-US" sz="1000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7" name="文本框 16">
              <a:extLst>
                <a:ext uri="{FF2B5EF4-FFF2-40B4-BE49-F238E27FC236}">
                  <a16:creationId xmlns:a16="http://schemas.microsoft.com/office/drawing/2014/main" id="{623F51B6-23C1-7D61-0A0E-96CAD884DEB7}"/>
                </a:ext>
              </a:extLst>
            </p:cNvPr>
            <p:cNvSpPr txBox="1"/>
            <p:nvPr/>
          </p:nvSpPr>
          <p:spPr>
            <a:xfrm>
              <a:off x="1018065" y="1676817"/>
              <a:ext cx="368300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L</a:t>
              </a:r>
              <a:r>
                <a:rPr lang="en-US" altLang="zh-CN" sz="10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lang="zh-CN" altLang="en-US" sz="1000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16EB4A55-0BF6-BFDF-5B54-FA19747D6988}"/>
                </a:ext>
              </a:extLst>
            </p:cNvPr>
            <p:cNvSpPr txBox="1"/>
            <p:nvPr/>
          </p:nvSpPr>
          <p:spPr>
            <a:xfrm>
              <a:off x="2863247" y="498119"/>
              <a:ext cx="368300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L</a:t>
              </a:r>
              <a:r>
                <a:rPr lang="en-US" altLang="zh-CN" sz="10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endParaRPr lang="zh-CN" altLang="en-US" sz="1000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092AB4E6-53BF-905A-E6A9-82569A951334}"/>
                </a:ext>
              </a:extLst>
            </p:cNvPr>
            <p:cNvSpPr txBox="1"/>
            <p:nvPr/>
          </p:nvSpPr>
          <p:spPr>
            <a:xfrm>
              <a:off x="2612263" y="3103052"/>
              <a:ext cx="368300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L</a:t>
              </a:r>
              <a:r>
                <a:rPr lang="en-US" altLang="zh-CN" sz="10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endParaRPr lang="zh-CN" altLang="en-US" sz="1000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163" name="组合 162">
              <a:extLst>
                <a:ext uri="{FF2B5EF4-FFF2-40B4-BE49-F238E27FC236}">
                  <a16:creationId xmlns:a16="http://schemas.microsoft.com/office/drawing/2014/main" id="{ECC6F624-DEF8-6B98-BE54-156ECF84E25A}"/>
                </a:ext>
              </a:extLst>
            </p:cNvPr>
            <p:cNvGrpSpPr/>
            <p:nvPr/>
          </p:nvGrpSpPr>
          <p:grpSpPr>
            <a:xfrm>
              <a:off x="1285744" y="510397"/>
              <a:ext cx="3557988" cy="2867608"/>
              <a:chOff x="602290" y="53436"/>
              <a:chExt cx="6895299" cy="7056232"/>
            </a:xfrm>
          </p:grpSpPr>
          <p:cxnSp>
            <p:nvCxnSpPr>
              <p:cNvPr id="5" name="直接箭头连接符 4">
                <a:extLst>
                  <a:ext uri="{FF2B5EF4-FFF2-40B4-BE49-F238E27FC236}">
                    <a16:creationId xmlns:a16="http://schemas.microsoft.com/office/drawing/2014/main" id="{4736AF28-266A-9B47-936F-54CD0F101C6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12048" y="3796748"/>
                <a:ext cx="6885534" cy="0"/>
              </a:xfrm>
              <a:prstGeom prst="straightConnector1">
                <a:avLst/>
              </a:prstGeom>
              <a:ln w="28575">
                <a:solidFill>
                  <a:schemeClr val="accent5">
                    <a:lumMod val="75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" name="直接箭头连接符 6">
                <a:extLst>
                  <a:ext uri="{FF2B5EF4-FFF2-40B4-BE49-F238E27FC236}">
                    <a16:creationId xmlns:a16="http://schemas.microsoft.com/office/drawing/2014/main" id="{6F8FCD5F-572F-6E53-66D5-B159B0F3342D}"/>
                  </a:ext>
                </a:extLst>
              </p:cNvPr>
              <p:cNvCxnSpPr>
                <a:cxnSpLocks/>
                <a:endCxn id="20" idx="2"/>
              </p:cNvCxnSpPr>
              <p:nvPr/>
            </p:nvCxnSpPr>
            <p:spPr>
              <a:xfrm flipH="1">
                <a:off x="3529925" y="53436"/>
                <a:ext cx="14316" cy="6985529"/>
              </a:xfrm>
              <a:prstGeom prst="straightConnector1">
                <a:avLst/>
              </a:prstGeom>
              <a:ln w="28575">
                <a:solidFill>
                  <a:schemeClr val="accent6">
                    <a:lumMod val="75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" name="直接箭头连接符 7">
                <a:extLst>
                  <a:ext uri="{FF2B5EF4-FFF2-40B4-BE49-F238E27FC236}">
                    <a16:creationId xmlns:a16="http://schemas.microsoft.com/office/drawing/2014/main" id="{DF716140-567A-5BE4-F115-D2430F44C342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612048" y="3341026"/>
                <a:ext cx="6865925" cy="50234"/>
              </a:xfrm>
              <a:prstGeom prst="straightConnector1">
                <a:avLst/>
              </a:prstGeom>
              <a:ln w="28575">
                <a:solidFill>
                  <a:schemeClr val="accent3">
                    <a:lumMod val="75000"/>
                  </a:schemeClr>
                </a:solidFill>
                <a:headEnd type="triangl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99" name="椭圆 98">
                <a:extLst>
                  <a:ext uri="{FF2B5EF4-FFF2-40B4-BE49-F238E27FC236}">
                    <a16:creationId xmlns:a16="http://schemas.microsoft.com/office/drawing/2014/main" id="{C986A5AD-E640-5C27-3DB4-58BFED7D8F0E}"/>
                  </a:ext>
                </a:extLst>
              </p:cNvPr>
              <p:cNvSpPr/>
              <p:nvPr/>
            </p:nvSpPr>
            <p:spPr>
              <a:xfrm>
                <a:off x="3507423" y="3736433"/>
                <a:ext cx="73643" cy="73643"/>
              </a:xfrm>
              <a:prstGeom prst="ellipse">
                <a:avLst/>
              </a:prstGeom>
              <a:solidFill>
                <a:srgbClr val="FF0000"/>
              </a:solidFill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grpSp>
            <p:nvGrpSpPr>
              <p:cNvPr id="127" name="组合 126">
                <a:extLst>
                  <a:ext uri="{FF2B5EF4-FFF2-40B4-BE49-F238E27FC236}">
                    <a16:creationId xmlns:a16="http://schemas.microsoft.com/office/drawing/2014/main" id="{7C7AD8A5-1C51-A760-92B9-99612FD991C7}"/>
                  </a:ext>
                </a:extLst>
              </p:cNvPr>
              <p:cNvGrpSpPr/>
              <p:nvPr/>
            </p:nvGrpSpPr>
            <p:grpSpPr>
              <a:xfrm>
                <a:off x="4514002" y="70215"/>
                <a:ext cx="2948467" cy="2730143"/>
                <a:chOff x="3950267" y="-394327"/>
                <a:chExt cx="2948467" cy="2730143"/>
              </a:xfrm>
            </p:grpSpPr>
            <p:cxnSp>
              <p:nvCxnSpPr>
                <p:cNvPr id="108" name="直接箭头连接符 107">
                  <a:extLst>
                    <a:ext uri="{FF2B5EF4-FFF2-40B4-BE49-F238E27FC236}">
                      <a16:creationId xmlns:a16="http://schemas.microsoft.com/office/drawing/2014/main" id="{0B75E0C8-E5F3-84DC-5F95-E44B6881E4E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557304" y="2330127"/>
                  <a:ext cx="2341430" cy="0"/>
                </a:xfrm>
                <a:prstGeom prst="straightConnector1">
                  <a:avLst/>
                </a:prstGeom>
                <a:ln w="28575">
                  <a:solidFill>
                    <a:schemeClr val="accent3">
                      <a:lumMod val="75000"/>
                    </a:schemeClr>
                  </a:solidFill>
                  <a:headEnd type="triangl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24" name="弧形 123">
                  <a:extLst>
                    <a:ext uri="{FF2B5EF4-FFF2-40B4-BE49-F238E27FC236}">
                      <a16:creationId xmlns:a16="http://schemas.microsoft.com/office/drawing/2014/main" id="{6DCAC852-8EA3-FFC7-D048-62BD2CD3C694}"/>
                    </a:ext>
                  </a:extLst>
                </p:cNvPr>
                <p:cNvSpPr/>
                <p:nvPr/>
              </p:nvSpPr>
              <p:spPr>
                <a:xfrm rot="10800000">
                  <a:off x="3953470" y="670523"/>
                  <a:ext cx="1309296" cy="1665293"/>
                </a:xfrm>
                <a:prstGeom prst="arc">
                  <a:avLst/>
                </a:prstGeom>
                <a:ln w="28575">
                  <a:solidFill>
                    <a:schemeClr val="accent3">
                      <a:lumMod val="75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cxnSp>
              <p:nvCxnSpPr>
                <p:cNvPr id="125" name="直接箭头连接符 124">
                  <a:extLst>
                    <a:ext uri="{FF2B5EF4-FFF2-40B4-BE49-F238E27FC236}">
                      <a16:creationId xmlns:a16="http://schemas.microsoft.com/office/drawing/2014/main" id="{F0438EAA-C01F-B4CB-0726-6B74D78927D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950267" y="-394327"/>
                  <a:ext cx="0" cy="1933210"/>
                </a:xfrm>
                <a:prstGeom prst="straightConnector1">
                  <a:avLst/>
                </a:prstGeom>
                <a:ln w="28575">
                  <a:solidFill>
                    <a:schemeClr val="accent3">
                      <a:lumMod val="75000"/>
                    </a:schemeClr>
                  </a:solidFill>
                  <a:headEnd type="triangl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29" name="组合 128">
                <a:extLst>
                  <a:ext uri="{FF2B5EF4-FFF2-40B4-BE49-F238E27FC236}">
                    <a16:creationId xmlns:a16="http://schemas.microsoft.com/office/drawing/2014/main" id="{3E2CAFF8-5DDE-4BDB-EEFD-7D091412C03D}"/>
                  </a:ext>
                </a:extLst>
              </p:cNvPr>
              <p:cNvGrpSpPr/>
              <p:nvPr/>
            </p:nvGrpSpPr>
            <p:grpSpPr>
              <a:xfrm flipH="1">
                <a:off x="636107" y="94452"/>
                <a:ext cx="2276724" cy="2871468"/>
                <a:chOff x="3891183" y="-361847"/>
                <a:chExt cx="2276724" cy="2871468"/>
              </a:xfrm>
            </p:grpSpPr>
            <p:cxnSp>
              <p:nvCxnSpPr>
                <p:cNvPr id="130" name="直接箭头连接符 129">
                  <a:extLst>
                    <a:ext uri="{FF2B5EF4-FFF2-40B4-BE49-F238E27FC236}">
                      <a16:creationId xmlns:a16="http://schemas.microsoft.com/office/drawing/2014/main" id="{A1990BBD-BA8D-BA12-E1D3-C85ADA211C3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4498228" y="2496935"/>
                  <a:ext cx="1669679" cy="6992"/>
                </a:xfrm>
                <a:prstGeom prst="straightConnector1">
                  <a:avLst/>
                </a:prstGeom>
                <a:ln w="28575">
                  <a:solidFill>
                    <a:srgbClr val="C55A11"/>
                  </a:solidFill>
                  <a:headEnd type="non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31" name="弧形 130">
                  <a:extLst>
                    <a:ext uri="{FF2B5EF4-FFF2-40B4-BE49-F238E27FC236}">
                      <a16:creationId xmlns:a16="http://schemas.microsoft.com/office/drawing/2014/main" id="{4087313F-81E6-D37A-22A5-CF96E4EBB975}"/>
                    </a:ext>
                  </a:extLst>
                </p:cNvPr>
                <p:cNvSpPr/>
                <p:nvPr/>
              </p:nvSpPr>
              <p:spPr>
                <a:xfrm rot="10800000">
                  <a:off x="3894386" y="844327"/>
                  <a:ext cx="1309290" cy="1665294"/>
                </a:xfrm>
                <a:prstGeom prst="arc">
                  <a:avLst/>
                </a:prstGeom>
                <a:ln w="28575">
                  <a:solidFill>
                    <a:srgbClr val="C55A11"/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cxnSp>
              <p:nvCxnSpPr>
                <p:cNvPr id="132" name="直接箭头连接符 131">
                  <a:extLst>
                    <a:ext uri="{FF2B5EF4-FFF2-40B4-BE49-F238E27FC236}">
                      <a16:creationId xmlns:a16="http://schemas.microsoft.com/office/drawing/2014/main" id="{B6451B4F-BB45-FFA1-A7F5-10C8BB98EF8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3891183" y="-361847"/>
                  <a:ext cx="0" cy="2074535"/>
                </a:xfrm>
                <a:prstGeom prst="straightConnector1">
                  <a:avLst/>
                </a:prstGeom>
                <a:ln w="28575">
                  <a:solidFill>
                    <a:srgbClr val="C55A11"/>
                  </a:solidFill>
                  <a:headEnd type="non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41" name="组合 140">
                <a:extLst>
                  <a:ext uri="{FF2B5EF4-FFF2-40B4-BE49-F238E27FC236}">
                    <a16:creationId xmlns:a16="http://schemas.microsoft.com/office/drawing/2014/main" id="{092DED8D-A7B7-3078-F5F9-9E09EE0FCA4E}"/>
                  </a:ext>
                </a:extLst>
              </p:cNvPr>
              <p:cNvGrpSpPr/>
              <p:nvPr/>
            </p:nvGrpSpPr>
            <p:grpSpPr>
              <a:xfrm rot="16200000" flipH="1">
                <a:off x="331433" y="4542763"/>
                <a:ext cx="2793270" cy="2251555"/>
                <a:chOff x="3931169" y="82585"/>
                <a:chExt cx="2793270" cy="2251555"/>
              </a:xfrm>
            </p:grpSpPr>
            <p:cxnSp>
              <p:nvCxnSpPr>
                <p:cNvPr id="143" name="直接箭头连接符 142">
                  <a:extLst>
                    <a:ext uri="{FF2B5EF4-FFF2-40B4-BE49-F238E27FC236}">
                      <a16:creationId xmlns:a16="http://schemas.microsoft.com/office/drawing/2014/main" id="{037B7E8F-3275-59A6-E244-247E9935E3B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16200000" flipH="1">
                  <a:off x="5631313" y="1235310"/>
                  <a:ext cx="0" cy="2186252"/>
                </a:xfrm>
                <a:prstGeom prst="straightConnector1">
                  <a:avLst/>
                </a:prstGeom>
                <a:ln w="28575">
                  <a:solidFill>
                    <a:srgbClr val="548235"/>
                  </a:solidFill>
                  <a:headEnd type="non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44" name="弧形 143">
                  <a:extLst>
                    <a:ext uri="{FF2B5EF4-FFF2-40B4-BE49-F238E27FC236}">
                      <a16:creationId xmlns:a16="http://schemas.microsoft.com/office/drawing/2014/main" id="{0FF63D77-3C65-6E9D-623F-21E5A1F6FCCD}"/>
                    </a:ext>
                  </a:extLst>
                </p:cNvPr>
                <p:cNvSpPr/>
                <p:nvPr/>
              </p:nvSpPr>
              <p:spPr>
                <a:xfrm rot="10800000">
                  <a:off x="3934346" y="668842"/>
                  <a:ext cx="1309295" cy="1665298"/>
                </a:xfrm>
                <a:prstGeom prst="arc">
                  <a:avLst/>
                </a:prstGeom>
                <a:ln w="28575">
                  <a:solidFill>
                    <a:srgbClr val="548235"/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cxnSp>
              <p:nvCxnSpPr>
                <p:cNvPr id="145" name="直接箭头连接符 144">
                  <a:extLst>
                    <a:ext uri="{FF2B5EF4-FFF2-40B4-BE49-F238E27FC236}">
                      <a16:creationId xmlns:a16="http://schemas.microsoft.com/office/drawing/2014/main" id="{B90CEF7C-A8A8-6B43-1115-214E5FF758C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16200000" flipH="1">
                  <a:off x="3203851" y="809903"/>
                  <a:ext cx="1454635" cy="0"/>
                </a:xfrm>
                <a:prstGeom prst="straightConnector1">
                  <a:avLst/>
                </a:prstGeom>
                <a:ln w="28575">
                  <a:solidFill>
                    <a:srgbClr val="548235"/>
                  </a:solidFill>
                  <a:headEnd type="non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47" name="组合 146">
                <a:extLst>
                  <a:ext uri="{FF2B5EF4-FFF2-40B4-BE49-F238E27FC236}">
                    <a16:creationId xmlns:a16="http://schemas.microsoft.com/office/drawing/2014/main" id="{7D44FBE8-2115-1952-8173-56BFA5542D5F}"/>
                  </a:ext>
                </a:extLst>
              </p:cNvPr>
              <p:cNvGrpSpPr/>
              <p:nvPr/>
            </p:nvGrpSpPr>
            <p:grpSpPr>
              <a:xfrm rot="5400000">
                <a:off x="4643290" y="4222563"/>
                <a:ext cx="2791650" cy="2916948"/>
                <a:chOff x="4030768" y="-563099"/>
                <a:chExt cx="2791650" cy="2916948"/>
              </a:xfrm>
            </p:grpSpPr>
            <p:cxnSp>
              <p:nvCxnSpPr>
                <p:cNvPr id="148" name="直接箭头连接符 147">
                  <a:extLst>
                    <a:ext uri="{FF2B5EF4-FFF2-40B4-BE49-F238E27FC236}">
                      <a16:creationId xmlns:a16="http://schemas.microsoft.com/office/drawing/2014/main" id="{BFD480E7-6D96-2DDE-632D-1E4ED5B2B52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16200000">
                  <a:off x="5730096" y="1255841"/>
                  <a:ext cx="0" cy="2184644"/>
                </a:xfrm>
                <a:prstGeom prst="straightConnector1">
                  <a:avLst/>
                </a:prstGeom>
                <a:ln w="28575">
                  <a:solidFill>
                    <a:srgbClr val="92D050"/>
                  </a:solidFill>
                  <a:headEnd type="triangl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49" name="弧形 148">
                  <a:extLst>
                    <a:ext uri="{FF2B5EF4-FFF2-40B4-BE49-F238E27FC236}">
                      <a16:creationId xmlns:a16="http://schemas.microsoft.com/office/drawing/2014/main" id="{29703168-D950-88D3-D5E7-6E0BF604DE8B}"/>
                    </a:ext>
                  </a:extLst>
                </p:cNvPr>
                <p:cNvSpPr/>
                <p:nvPr/>
              </p:nvSpPr>
              <p:spPr>
                <a:xfrm rot="10800000">
                  <a:off x="4033931" y="688556"/>
                  <a:ext cx="1309288" cy="1665293"/>
                </a:xfrm>
                <a:prstGeom prst="arc">
                  <a:avLst/>
                </a:prstGeom>
                <a:ln w="28575">
                  <a:solidFill>
                    <a:srgbClr val="92D050"/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cxnSp>
              <p:nvCxnSpPr>
                <p:cNvPr id="150" name="直接箭头连接符 149">
                  <a:extLst>
                    <a:ext uri="{FF2B5EF4-FFF2-40B4-BE49-F238E27FC236}">
                      <a16:creationId xmlns:a16="http://schemas.microsoft.com/office/drawing/2014/main" id="{66763FFE-DB5C-951E-4759-93D31C797EA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16200000" flipH="1">
                  <a:off x="2970753" y="496916"/>
                  <a:ext cx="2120030" cy="0"/>
                </a:xfrm>
                <a:prstGeom prst="straightConnector1">
                  <a:avLst/>
                </a:prstGeom>
                <a:ln w="28575">
                  <a:solidFill>
                    <a:srgbClr val="92D050"/>
                  </a:solidFill>
                  <a:headEnd type="triangl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155" name="直接箭头连接符 154">
                <a:extLst>
                  <a:ext uri="{FF2B5EF4-FFF2-40B4-BE49-F238E27FC236}">
                    <a16:creationId xmlns:a16="http://schemas.microsoft.com/office/drawing/2014/main" id="{F5B01DC1-6C8B-27E9-FFA3-09F19C1DA08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957296" y="62386"/>
                <a:ext cx="0" cy="7047282"/>
              </a:xfrm>
              <a:prstGeom prst="straightConnector1">
                <a:avLst/>
              </a:prstGeom>
              <a:ln w="28575">
                <a:solidFill>
                  <a:srgbClr val="92D050"/>
                </a:solidFill>
                <a:headEnd type="triangl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95" name="椭圆 94">
                <a:extLst>
                  <a:ext uri="{FF2B5EF4-FFF2-40B4-BE49-F238E27FC236}">
                    <a16:creationId xmlns:a16="http://schemas.microsoft.com/office/drawing/2014/main" id="{46E55ED6-0BCD-279A-641C-F5F83886F1DD}"/>
                  </a:ext>
                </a:extLst>
              </p:cNvPr>
              <p:cNvSpPr/>
              <p:nvPr/>
            </p:nvSpPr>
            <p:spPr>
              <a:xfrm>
                <a:off x="3920378" y="3327824"/>
                <a:ext cx="73643" cy="73643"/>
              </a:xfrm>
              <a:prstGeom prst="ellipse">
                <a:avLst/>
              </a:prstGeom>
              <a:solidFill>
                <a:srgbClr val="FF0000"/>
              </a:solidFill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97" name="椭圆 96">
                <a:extLst>
                  <a:ext uri="{FF2B5EF4-FFF2-40B4-BE49-F238E27FC236}">
                    <a16:creationId xmlns:a16="http://schemas.microsoft.com/office/drawing/2014/main" id="{16C08654-99C3-5131-45CC-E6C6B7ED4C38}"/>
                  </a:ext>
                </a:extLst>
              </p:cNvPr>
              <p:cNvSpPr/>
              <p:nvPr/>
            </p:nvSpPr>
            <p:spPr>
              <a:xfrm>
                <a:off x="3922841" y="3748939"/>
                <a:ext cx="73643" cy="73643"/>
              </a:xfrm>
              <a:prstGeom prst="ellipse">
                <a:avLst/>
              </a:prstGeom>
              <a:solidFill>
                <a:srgbClr val="FF0000"/>
              </a:solidFill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6" name="椭圆 25">
                <a:extLst>
                  <a:ext uri="{FF2B5EF4-FFF2-40B4-BE49-F238E27FC236}">
                    <a16:creationId xmlns:a16="http://schemas.microsoft.com/office/drawing/2014/main" id="{60D14375-A522-F3D8-BBC5-C8F46F818C4D}"/>
                  </a:ext>
                </a:extLst>
              </p:cNvPr>
              <p:cNvSpPr/>
              <p:nvPr/>
            </p:nvSpPr>
            <p:spPr>
              <a:xfrm>
                <a:off x="3507430" y="3336261"/>
                <a:ext cx="73643" cy="73643"/>
              </a:xfrm>
              <a:prstGeom prst="ellipse">
                <a:avLst/>
              </a:prstGeom>
              <a:solidFill>
                <a:srgbClr val="FF0000"/>
              </a:solidFill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</p:grpSp>
        <p:grpSp>
          <p:nvGrpSpPr>
            <p:cNvPr id="173" name="组合 172">
              <a:extLst>
                <a:ext uri="{FF2B5EF4-FFF2-40B4-BE49-F238E27FC236}">
                  <a16:creationId xmlns:a16="http://schemas.microsoft.com/office/drawing/2014/main" id="{A815BCDE-5706-9F91-85BA-A5603A2BB48C}"/>
                </a:ext>
              </a:extLst>
            </p:cNvPr>
            <p:cNvGrpSpPr/>
            <p:nvPr/>
          </p:nvGrpSpPr>
          <p:grpSpPr>
            <a:xfrm>
              <a:off x="395340" y="1887976"/>
              <a:ext cx="1633646" cy="215444"/>
              <a:chOff x="3028153" y="4437890"/>
              <a:chExt cx="1633646" cy="215444"/>
            </a:xfrm>
          </p:grpSpPr>
          <p:sp>
            <p:nvSpPr>
              <p:cNvPr id="171" name="矩形 170">
                <a:extLst>
                  <a:ext uri="{FF2B5EF4-FFF2-40B4-BE49-F238E27FC236}">
                    <a16:creationId xmlns:a16="http://schemas.microsoft.com/office/drawing/2014/main" id="{EDAD7953-CF01-D528-51BB-53E2D0508B73}"/>
                  </a:ext>
                </a:extLst>
              </p:cNvPr>
              <p:cNvSpPr/>
              <p:nvPr/>
            </p:nvSpPr>
            <p:spPr>
              <a:xfrm>
                <a:off x="4422010" y="4506759"/>
                <a:ext cx="239789" cy="116350"/>
              </a:xfrm>
              <a:prstGeom prst="rect">
                <a:avLst/>
              </a:prstGeom>
              <a:solidFill>
                <a:srgbClr val="2E75B6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500" baseline="-250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72" name="文本框 171">
                <a:extLst>
                  <a:ext uri="{FF2B5EF4-FFF2-40B4-BE49-F238E27FC236}">
                    <a16:creationId xmlns:a16="http://schemas.microsoft.com/office/drawing/2014/main" id="{E4B3E798-65EB-38D8-144C-F088E602B422}"/>
                  </a:ext>
                </a:extLst>
              </p:cNvPr>
              <p:cNvSpPr txBox="1"/>
              <p:nvPr/>
            </p:nvSpPr>
            <p:spPr>
              <a:xfrm>
                <a:off x="3028153" y="4437890"/>
                <a:ext cx="305972" cy="2154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</a:t>
                </a:r>
                <a:r>
                  <a:rPr lang="en-US" altLang="zh-CN" sz="800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:endParaRPr lang="zh-CN" altLang="en-US" baseline="-25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175" name="组合 174">
              <a:extLst>
                <a:ext uri="{FF2B5EF4-FFF2-40B4-BE49-F238E27FC236}">
                  <a16:creationId xmlns:a16="http://schemas.microsoft.com/office/drawing/2014/main" id="{5AB18F87-2FBD-6788-0CD2-FFFB0C3F3282}"/>
                </a:ext>
              </a:extLst>
            </p:cNvPr>
            <p:cNvGrpSpPr/>
            <p:nvPr/>
          </p:nvGrpSpPr>
          <p:grpSpPr>
            <a:xfrm>
              <a:off x="315182" y="833934"/>
              <a:ext cx="2534770" cy="1831748"/>
              <a:chOff x="1724882" y="2828816"/>
              <a:chExt cx="2534770" cy="1831748"/>
            </a:xfrm>
          </p:grpSpPr>
          <p:sp>
            <p:nvSpPr>
              <p:cNvPr id="168" name="矩形 167">
                <a:extLst>
                  <a:ext uri="{FF2B5EF4-FFF2-40B4-BE49-F238E27FC236}">
                    <a16:creationId xmlns:a16="http://schemas.microsoft.com/office/drawing/2014/main" id="{CC109E33-A279-5952-21D0-7D86BA23787E}"/>
                  </a:ext>
                </a:extLst>
              </p:cNvPr>
              <p:cNvSpPr/>
              <p:nvPr/>
            </p:nvSpPr>
            <p:spPr>
              <a:xfrm rot="5400000">
                <a:off x="4081582" y="2890536"/>
                <a:ext cx="239789" cy="116350"/>
              </a:xfrm>
              <a:prstGeom prst="rect">
                <a:avLst/>
              </a:prstGeom>
              <a:solidFill>
                <a:srgbClr val="548235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400" baseline="-250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74" name="文本框 173">
                <a:extLst>
                  <a:ext uri="{FF2B5EF4-FFF2-40B4-BE49-F238E27FC236}">
                    <a16:creationId xmlns:a16="http://schemas.microsoft.com/office/drawing/2014/main" id="{819B5F0E-3512-EED9-5C59-64969C726580}"/>
                  </a:ext>
                </a:extLst>
              </p:cNvPr>
              <p:cNvSpPr txBox="1"/>
              <p:nvPr/>
            </p:nvSpPr>
            <p:spPr>
              <a:xfrm rot="5400000">
                <a:off x="1682321" y="4402559"/>
                <a:ext cx="300566" cy="2154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</a:t>
                </a:r>
                <a:r>
                  <a:rPr lang="en-US" altLang="zh-CN" sz="800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4</a:t>
                </a:r>
                <a:endParaRPr lang="zh-CN" altLang="en-US" sz="8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179" name="组合 178">
              <a:extLst>
                <a:ext uri="{FF2B5EF4-FFF2-40B4-BE49-F238E27FC236}">
                  <a16:creationId xmlns:a16="http://schemas.microsoft.com/office/drawing/2014/main" id="{9058CAD0-E4BD-2A39-7570-81536309E552}"/>
                </a:ext>
              </a:extLst>
            </p:cNvPr>
            <p:cNvGrpSpPr/>
            <p:nvPr/>
          </p:nvGrpSpPr>
          <p:grpSpPr>
            <a:xfrm>
              <a:off x="58769" y="1487291"/>
              <a:ext cx="4008470" cy="417637"/>
              <a:chOff x="1301611" y="4227294"/>
              <a:chExt cx="4008470" cy="417637"/>
            </a:xfrm>
          </p:grpSpPr>
          <p:sp>
            <p:nvSpPr>
              <p:cNvPr id="180" name="矩形 179">
                <a:extLst>
                  <a:ext uri="{FF2B5EF4-FFF2-40B4-BE49-F238E27FC236}">
                    <a16:creationId xmlns:a16="http://schemas.microsoft.com/office/drawing/2014/main" id="{220A441F-72EF-0FA4-1A88-989E0AF34FE8}"/>
                  </a:ext>
                </a:extLst>
              </p:cNvPr>
              <p:cNvSpPr/>
              <p:nvPr/>
            </p:nvSpPr>
            <p:spPr>
              <a:xfrm>
                <a:off x="5070292" y="4528581"/>
                <a:ext cx="239789" cy="116350"/>
              </a:xfrm>
              <a:prstGeom prst="rect">
                <a:avLst/>
              </a:prstGeom>
              <a:solidFill>
                <a:srgbClr val="7C7C7C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500" baseline="-250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81" name="文本框 180">
                <a:extLst>
                  <a:ext uri="{FF2B5EF4-FFF2-40B4-BE49-F238E27FC236}">
                    <a16:creationId xmlns:a16="http://schemas.microsoft.com/office/drawing/2014/main" id="{A36AA04B-65CB-774F-D009-3C21E6ACBD80}"/>
                  </a:ext>
                </a:extLst>
              </p:cNvPr>
              <p:cNvSpPr txBox="1"/>
              <p:nvPr/>
            </p:nvSpPr>
            <p:spPr>
              <a:xfrm>
                <a:off x="1301611" y="4227294"/>
                <a:ext cx="337285" cy="2154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</a:t>
                </a:r>
                <a:r>
                  <a:rPr lang="en-US" altLang="zh-CN" sz="800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21</a:t>
                </a:r>
                <a:endParaRPr lang="zh-CN" altLang="en-US" baseline="-25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183" name="组合 182">
              <a:extLst>
                <a:ext uri="{FF2B5EF4-FFF2-40B4-BE49-F238E27FC236}">
                  <a16:creationId xmlns:a16="http://schemas.microsoft.com/office/drawing/2014/main" id="{844A931C-A2A6-7E73-5FD1-568178D2A55B}"/>
                </a:ext>
              </a:extLst>
            </p:cNvPr>
            <p:cNvGrpSpPr/>
            <p:nvPr/>
          </p:nvGrpSpPr>
          <p:grpSpPr>
            <a:xfrm>
              <a:off x="349145" y="2681060"/>
              <a:ext cx="2722460" cy="905210"/>
              <a:chOff x="1618448" y="3221921"/>
              <a:chExt cx="2722460" cy="905210"/>
            </a:xfrm>
          </p:grpSpPr>
          <p:sp>
            <p:nvSpPr>
              <p:cNvPr id="177" name="矩形 176">
                <a:extLst>
                  <a:ext uri="{FF2B5EF4-FFF2-40B4-BE49-F238E27FC236}">
                    <a16:creationId xmlns:a16="http://schemas.microsoft.com/office/drawing/2014/main" id="{F7DC4C08-B354-557F-AD4C-F0336815EF42}"/>
                  </a:ext>
                </a:extLst>
              </p:cNvPr>
              <p:cNvSpPr/>
              <p:nvPr/>
            </p:nvSpPr>
            <p:spPr>
              <a:xfrm rot="5400000">
                <a:off x="4162838" y="3283641"/>
                <a:ext cx="239789" cy="116350"/>
              </a:xfrm>
              <a:prstGeom prst="rect">
                <a:avLst/>
              </a:prstGeom>
              <a:solidFill>
                <a:srgbClr val="C55A1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500" baseline="-250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82" name="文本框 181">
                <a:extLst>
                  <a:ext uri="{FF2B5EF4-FFF2-40B4-BE49-F238E27FC236}">
                    <a16:creationId xmlns:a16="http://schemas.microsoft.com/office/drawing/2014/main" id="{CB334D9A-6436-43DF-0243-0887D6340CAA}"/>
                  </a:ext>
                </a:extLst>
              </p:cNvPr>
              <p:cNvSpPr txBox="1"/>
              <p:nvPr/>
            </p:nvSpPr>
            <p:spPr>
              <a:xfrm rot="5400000">
                <a:off x="1534043" y="3827283"/>
                <a:ext cx="384253" cy="2154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</a:t>
                </a:r>
                <a:r>
                  <a:rPr lang="en-US" altLang="zh-CN" sz="800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32</a:t>
                </a:r>
                <a:endParaRPr lang="zh-CN" altLang="en-US" baseline="-25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187" name="组合 186">
              <a:extLst>
                <a:ext uri="{FF2B5EF4-FFF2-40B4-BE49-F238E27FC236}">
                  <a16:creationId xmlns:a16="http://schemas.microsoft.com/office/drawing/2014/main" id="{0EBEA9EE-EFF9-4C30-5F44-8702AA4C864A}"/>
                </a:ext>
              </a:extLst>
            </p:cNvPr>
            <p:cNvGrpSpPr/>
            <p:nvPr/>
          </p:nvGrpSpPr>
          <p:grpSpPr>
            <a:xfrm rot="5400000">
              <a:off x="663367" y="797594"/>
              <a:ext cx="1844311" cy="2519543"/>
              <a:chOff x="4445796" y="5216461"/>
              <a:chExt cx="1844311" cy="2519543"/>
            </a:xfrm>
          </p:grpSpPr>
          <p:sp>
            <p:nvSpPr>
              <p:cNvPr id="188" name="矩形 187">
                <a:extLst>
                  <a:ext uri="{FF2B5EF4-FFF2-40B4-BE49-F238E27FC236}">
                    <a16:creationId xmlns:a16="http://schemas.microsoft.com/office/drawing/2014/main" id="{2C188BD6-2C7C-6A7A-42C6-BAF793BA7B58}"/>
                  </a:ext>
                </a:extLst>
              </p:cNvPr>
              <p:cNvSpPr/>
              <p:nvPr/>
            </p:nvSpPr>
            <p:spPr>
              <a:xfrm>
                <a:off x="4445796" y="5216461"/>
                <a:ext cx="239789" cy="116350"/>
              </a:xfrm>
              <a:prstGeom prst="rect">
                <a:avLst/>
              </a:prstGeom>
              <a:solidFill>
                <a:srgbClr val="2E75B6"/>
              </a:solidFill>
              <a:ln>
                <a:prstDash val="sysDot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500" baseline="-250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89" name="文本框 188">
                <a:extLst>
                  <a:ext uri="{FF2B5EF4-FFF2-40B4-BE49-F238E27FC236}">
                    <a16:creationId xmlns:a16="http://schemas.microsoft.com/office/drawing/2014/main" id="{6E10E897-7A62-2119-799F-46BC81D6D263}"/>
                  </a:ext>
                </a:extLst>
              </p:cNvPr>
              <p:cNvSpPr txBox="1"/>
              <p:nvPr/>
            </p:nvSpPr>
            <p:spPr>
              <a:xfrm>
                <a:off x="5984135" y="7520560"/>
                <a:ext cx="305972" cy="2154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</a:t>
                </a:r>
                <a:r>
                  <a:rPr lang="en-US" altLang="zh-CN" sz="800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:endParaRPr lang="zh-CN" altLang="en-US" baseline="-25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190" name="组合 189">
              <a:extLst>
                <a:ext uri="{FF2B5EF4-FFF2-40B4-BE49-F238E27FC236}">
                  <a16:creationId xmlns:a16="http://schemas.microsoft.com/office/drawing/2014/main" id="{51B63863-3DED-DC8E-7392-6D747E59FC63}"/>
                </a:ext>
              </a:extLst>
            </p:cNvPr>
            <p:cNvGrpSpPr/>
            <p:nvPr/>
          </p:nvGrpSpPr>
          <p:grpSpPr>
            <a:xfrm rot="5400000">
              <a:off x="1325317" y="2005257"/>
              <a:ext cx="696993" cy="2803112"/>
              <a:chOff x="5048920" y="5278601"/>
              <a:chExt cx="696993" cy="2803112"/>
            </a:xfrm>
          </p:grpSpPr>
          <p:sp>
            <p:nvSpPr>
              <p:cNvPr id="191" name="矩形 190">
                <a:extLst>
                  <a:ext uri="{FF2B5EF4-FFF2-40B4-BE49-F238E27FC236}">
                    <a16:creationId xmlns:a16="http://schemas.microsoft.com/office/drawing/2014/main" id="{E3FE037E-2A64-FA72-F5BE-507F91B85AE8}"/>
                  </a:ext>
                </a:extLst>
              </p:cNvPr>
              <p:cNvSpPr/>
              <p:nvPr/>
            </p:nvSpPr>
            <p:spPr>
              <a:xfrm>
                <a:off x="5048920" y="5278601"/>
                <a:ext cx="239789" cy="116350"/>
              </a:xfrm>
              <a:prstGeom prst="rect">
                <a:avLst/>
              </a:prstGeom>
              <a:solidFill>
                <a:srgbClr val="2E75B6"/>
              </a:solidFill>
              <a:ln>
                <a:prstDash val="sysDot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500" baseline="-250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92" name="文本框 191">
                <a:extLst>
                  <a:ext uri="{FF2B5EF4-FFF2-40B4-BE49-F238E27FC236}">
                    <a16:creationId xmlns:a16="http://schemas.microsoft.com/office/drawing/2014/main" id="{A7E6C4BD-13CF-5F33-BB8A-122DE5EE9796}"/>
                  </a:ext>
                </a:extLst>
              </p:cNvPr>
              <p:cNvSpPr txBox="1"/>
              <p:nvPr/>
            </p:nvSpPr>
            <p:spPr>
              <a:xfrm>
                <a:off x="5439941" y="7866269"/>
                <a:ext cx="305972" cy="2154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</a:t>
                </a:r>
                <a:r>
                  <a:rPr lang="en-US" altLang="zh-CN" sz="800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:endParaRPr lang="zh-CN" altLang="en-US" baseline="-25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193" name="弧形 192">
              <a:extLst>
                <a:ext uri="{FF2B5EF4-FFF2-40B4-BE49-F238E27FC236}">
                  <a16:creationId xmlns:a16="http://schemas.microsoft.com/office/drawing/2014/main" id="{ACA5FF7B-B5D9-3BF8-1468-2F6AE59E4B3A}"/>
                </a:ext>
              </a:extLst>
            </p:cNvPr>
            <p:cNvSpPr/>
            <p:nvPr/>
          </p:nvSpPr>
          <p:spPr>
            <a:xfrm rot="16200000">
              <a:off x="2115525" y="1062225"/>
              <a:ext cx="1273378" cy="1696725"/>
            </a:xfrm>
            <a:prstGeom prst="arc">
              <a:avLst>
                <a:gd name="adj1" fmla="val 15964693"/>
                <a:gd name="adj2" fmla="val 61272"/>
              </a:avLst>
            </a:prstGeom>
            <a:ln w="12700">
              <a:prstDash val="sysDot"/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4" name="弧形 193">
              <a:extLst>
                <a:ext uri="{FF2B5EF4-FFF2-40B4-BE49-F238E27FC236}">
                  <a16:creationId xmlns:a16="http://schemas.microsoft.com/office/drawing/2014/main" id="{771A6C8F-1DB8-0B04-03E4-FDD0FAC558B3}"/>
                </a:ext>
              </a:extLst>
            </p:cNvPr>
            <p:cNvSpPr/>
            <p:nvPr/>
          </p:nvSpPr>
          <p:spPr>
            <a:xfrm rot="10800000">
              <a:off x="1893959" y="1273626"/>
              <a:ext cx="2110948" cy="1872570"/>
            </a:xfrm>
            <a:prstGeom prst="arc">
              <a:avLst>
                <a:gd name="adj1" fmla="val 16120382"/>
                <a:gd name="adj2" fmla="val 518045"/>
              </a:avLst>
            </a:prstGeom>
            <a:ln w="12700">
              <a:prstDash val="sysDot"/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195" name="组合 194">
              <a:extLst>
                <a:ext uri="{FF2B5EF4-FFF2-40B4-BE49-F238E27FC236}">
                  <a16:creationId xmlns:a16="http://schemas.microsoft.com/office/drawing/2014/main" id="{863D0D4A-8BB3-1581-C123-6A6F2BF9CF1F}"/>
                </a:ext>
              </a:extLst>
            </p:cNvPr>
            <p:cNvGrpSpPr/>
            <p:nvPr/>
          </p:nvGrpSpPr>
          <p:grpSpPr>
            <a:xfrm>
              <a:off x="390849" y="1740384"/>
              <a:ext cx="1287590" cy="332811"/>
              <a:chOff x="3374209" y="4290298"/>
              <a:chExt cx="1287590" cy="332811"/>
            </a:xfrm>
          </p:grpSpPr>
          <p:sp>
            <p:nvSpPr>
              <p:cNvPr id="196" name="矩形 195">
                <a:extLst>
                  <a:ext uri="{FF2B5EF4-FFF2-40B4-BE49-F238E27FC236}">
                    <a16:creationId xmlns:a16="http://schemas.microsoft.com/office/drawing/2014/main" id="{4B2C63EE-6A6E-4D8B-E4D7-CD069BA056F3}"/>
                  </a:ext>
                </a:extLst>
              </p:cNvPr>
              <p:cNvSpPr/>
              <p:nvPr/>
            </p:nvSpPr>
            <p:spPr>
              <a:xfrm>
                <a:off x="4422010" y="4506759"/>
                <a:ext cx="239789" cy="116350"/>
              </a:xfrm>
              <a:prstGeom prst="rect">
                <a:avLst/>
              </a:prstGeom>
              <a:solidFill>
                <a:schemeClr val="accent6">
                  <a:lumMod val="75000"/>
                </a:schemeClr>
              </a:solidFill>
              <a:ln>
                <a:prstDash val="sysDot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500" baseline="-250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97" name="文本框 196">
                <a:extLst>
                  <a:ext uri="{FF2B5EF4-FFF2-40B4-BE49-F238E27FC236}">
                    <a16:creationId xmlns:a16="http://schemas.microsoft.com/office/drawing/2014/main" id="{9E2154A7-2666-C345-AF4E-1BCA2D78BD35}"/>
                  </a:ext>
                </a:extLst>
              </p:cNvPr>
              <p:cNvSpPr txBox="1"/>
              <p:nvPr/>
            </p:nvSpPr>
            <p:spPr>
              <a:xfrm>
                <a:off x="3374209" y="4290298"/>
                <a:ext cx="254062" cy="15424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</a:t>
                </a:r>
                <a:r>
                  <a:rPr lang="en-US" altLang="zh-CN" sz="800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4</a:t>
                </a:r>
                <a:endParaRPr lang="zh-CN" altLang="en-US" baseline="-25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198" name="组合 197">
              <a:extLst>
                <a:ext uri="{FF2B5EF4-FFF2-40B4-BE49-F238E27FC236}">
                  <a16:creationId xmlns:a16="http://schemas.microsoft.com/office/drawing/2014/main" id="{E9D64051-CD12-7E1A-5AE5-293F8106B218}"/>
                </a:ext>
              </a:extLst>
            </p:cNvPr>
            <p:cNvGrpSpPr/>
            <p:nvPr/>
          </p:nvGrpSpPr>
          <p:grpSpPr>
            <a:xfrm>
              <a:off x="136728" y="1262104"/>
              <a:ext cx="3606043" cy="636063"/>
              <a:chOff x="1704038" y="4008868"/>
              <a:chExt cx="3606043" cy="636063"/>
            </a:xfrm>
          </p:grpSpPr>
          <p:sp>
            <p:nvSpPr>
              <p:cNvPr id="199" name="矩形 198">
                <a:extLst>
                  <a:ext uri="{FF2B5EF4-FFF2-40B4-BE49-F238E27FC236}">
                    <a16:creationId xmlns:a16="http://schemas.microsoft.com/office/drawing/2014/main" id="{D2A34876-87A2-FB1B-917F-6C7DC1034951}"/>
                  </a:ext>
                </a:extLst>
              </p:cNvPr>
              <p:cNvSpPr/>
              <p:nvPr/>
            </p:nvSpPr>
            <p:spPr>
              <a:xfrm>
                <a:off x="5070292" y="4528581"/>
                <a:ext cx="239789" cy="116350"/>
              </a:xfrm>
              <a:prstGeom prst="rect">
                <a:avLst/>
              </a:prstGeom>
              <a:solidFill>
                <a:schemeClr val="accent6">
                  <a:lumMod val="75000"/>
                </a:schemeClr>
              </a:solidFill>
              <a:ln>
                <a:prstDash val="sysDot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500" baseline="-250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00" name="文本框 199">
                <a:extLst>
                  <a:ext uri="{FF2B5EF4-FFF2-40B4-BE49-F238E27FC236}">
                    <a16:creationId xmlns:a16="http://schemas.microsoft.com/office/drawing/2014/main" id="{A0C9E069-100D-354A-68FF-C8C3691BE6A4}"/>
                  </a:ext>
                </a:extLst>
              </p:cNvPr>
              <p:cNvSpPr txBox="1"/>
              <p:nvPr/>
            </p:nvSpPr>
            <p:spPr>
              <a:xfrm>
                <a:off x="1704038" y="4008868"/>
                <a:ext cx="305972" cy="2154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</a:t>
                </a:r>
                <a:r>
                  <a:rPr lang="en-US" altLang="zh-CN" sz="800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4</a:t>
                </a:r>
                <a:endParaRPr lang="zh-CN" altLang="en-US" baseline="-25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201" name="弧形 200">
              <a:extLst>
                <a:ext uri="{FF2B5EF4-FFF2-40B4-BE49-F238E27FC236}">
                  <a16:creationId xmlns:a16="http://schemas.microsoft.com/office/drawing/2014/main" id="{01A334B0-A187-DB7A-B750-1B305A917CE0}"/>
                </a:ext>
              </a:extLst>
            </p:cNvPr>
            <p:cNvSpPr/>
            <p:nvPr/>
          </p:nvSpPr>
          <p:spPr>
            <a:xfrm rot="16200000">
              <a:off x="1685106" y="823524"/>
              <a:ext cx="2279181" cy="2521391"/>
            </a:xfrm>
            <a:prstGeom prst="arc">
              <a:avLst>
                <a:gd name="adj1" fmla="val 16581636"/>
                <a:gd name="adj2" fmla="val 174746"/>
              </a:avLst>
            </a:prstGeom>
            <a:ln w="12700">
              <a:solidFill>
                <a:srgbClr val="92D050"/>
              </a:solidFill>
              <a:prstDash val="sysDot"/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2" name="弧形 201">
              <a:extLst>
                <a:ext uri="{FF2B5EF4-FFF2-40B4-BE49-F238E27FC236}">
                  <a16:creationId xmlns:a16="http://schemas.microsoft.com/office/drawing/2014/main" id="{AF9DB8D8-92E4-2F85-F722-9B37C247F9FC}"/>
                </a:ext>
              </a:extLst>
            </p:cNvPr>
            <p:cNvSpPr/>
            <p:nvPr/>
          </p:nvSpPr>
          <p:spPr>
            <a:xfrm>
              <a:off x="2113096" y="946419"/>
              <a:ext cx="1524147" cy="1538882"/>
            </a:xfrm>
            <a:prstGeom prst="arc">
              <a:avLst>
                <a:gd name="adj1" fmla="val 16126747"/>
                <a:gd name="adj2" fmla="val 289615"/>
              </a:avLst>
            </a:prstGeom>
            <a:ln w="12700">
              <a:solidFill>
                <a:srgbClr val="92D050"/>
              </a:solidFill>
              <a:prstDash val="sysDot"/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203" name="组合 202">
              <a:extLst>
                <a:ext uri="{FF2B5EF4-FFF2-40B4-BE49-F238E27FC236}">
                  <a16:creationId xmlns:a16="http://schemas.microsoft.com/office/drawing/2014/main" id="{A33FA5D0-798B-59BD-6DCC-C340F423322F}"/>
                </a:ext>
              </a:extLst>
            </p:cNvPr>
            <p:cNvGrpSpPr/>
            <p:nvPr/>
          </p:nvGrpSpPr>
          <p:grpSpPr>
            <a:xfrm>
              <a:off x="370737" y="2400855"/>
              <a:ext cx="2700868" cy="797684"/>
              <a:chOff x="1640040" y="3221921"/>
              <a:chExt cx="2700868" cy="797684"/>
            </a:xfrm>
          </p:grpSpPr>
          <p:sp>
            <p:nvSpPr>
              <p:cNvPr id="204" name="矩形 203">
                <a:extLst>
                  <a:ext uri="{FF2B5EF4-FFF2-40B4-BE49-F238E27FC236}">
                    <a16:creationId xmlns:a16="http://schemas.microsoft.com/office/drawing/2014/main" id="{0C412D00-37BD-68E1-D981-A1289A67AF7E}"/>
                  </a:ext>
                </a:extLst>
              </p:cNvPr>
              <p:cNvSpPr/>
              <p:nvPr/>
            </p:nvSpPr>
            <p:spPr>
              <a:xfrm rot="5400000">
                <a:off x="4162838" y="3283641"/>
                <a:ext cx="239789" cy="116350"/>
              </a:xfrm>
              <a:prstGeom prst="rect">
                <a:avLst/>
              </a:prstGeom>
              <a:solidFill>
                <a:srgbClr val="7C7C7C"/>
              </a:solidFill>
              <a:ln>
                <a:prstDash val="sysDot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500" baseline="-250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05" name="文本框 204">
                <a:extLst>
                  <a:ext uri="{FF2B5EF4-FFF2-40B4-BE49-F238E27FC236}">
                    <a16:creationId xmlns:a16="http://schemas.microsoft.com/office/drawing/2014/main" id="{F33DBF72-11A2-A3E8-2FDF-86B93B42444C}"/>
                  </a:ext>
                </a:extLst>
              </p:cNvPr>
              <p:cNvSpPr txBox="1"/>
              <p:nvPr/>
            </p:nvSpPr>
            <p:spPr>
              <a:xfrm rot="5400000">
                <a:off x="1606687" y="3810569"/>
                <a:ext cx="242389" cy="17568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</a:t>
                </a:r>
                <a:r>
                  <a:rPr lang="en-US" altLang="zh-CN" sz="800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21</a:t>
                </a:r>
                <a:endParaRPr lang="zh-CN" altLang="en-US" baseline="-25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206" name="弧形 205">
              <a:extLst>
                <a:ext uri="{FF2B5EF4-FFF2-40B4-BE49-F238E27FC236}">
                  <a16:creationId xmlns:a16="http://schemas.microsoft.com/office/drawing/2014/main" id="{B7B5CD48-1486-5646-4C60-DB9030C56171}"/>
                </a:ext>
              </a:extLst>
            </p:cNvPr>
            <p:cNvSpPr/>
            <p:nvPr/>
          </p:nvSpPr>
          <p:spPr>
            <a:xfrm rot="5400000">
              <a:off x="2357007" y="941028"/>
              <a:ext cx="1176910" cy="2041074"/>
            </a:xfrm>
            <a:prstGeom prst="arc">
              <a:avLst>
                <a:gd name="adj1" fmla="val 15972853"/>
                <a:gd name="adj2" fmla="val 20852196"/>
              </a:avLst>
            </a:prstGeom>
            <a:ln w="12700">
              <a:solidFill>
                <a:srgbClr val="7C7C7C"/>
              </a:solidFill>
              <a:prstDash val="sysDot"/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grpSp>
          <p:nvGrpSpPr>
            <p:cNvPr id="207" name="组合 206">
              <a:extLst>
                <a:ext uri="{FF2B5EF4-FFF2-40B4-BE49-F238E27FC236}">
                  <a16:creationId xmlns:a16="http://schemas.microsoft.com/office/drawing/2014/main" id="{748C9475-A54D-CBF0-F652-36F0E2565039}"/>
                </a:ext>
              </a:extLst>
            </p:cNvPr>
            <p:cNvGrpSpPr/>
            <p:nvPr/>
          </p:nvGrpSpPr>
          <p:grpSpPr>
            <a:xfrm>
              <a:off x="381772" y="524536"/>
              <a:ext cx="2469393" cy="1339760"/>
              <a:chOff x="1933650" y="2618777"/>
              <a:chExt cx="2469393" cy="1339760"/>
            </a:xfrm>
          </p:grpSpPr>
          <p:sp>
            <p:nvSpPr>
              <p:cNvPr id="208" name="矩形 207">
                <a:extLst>
                  <a:ext uri="{FF2B5EF4-FFF2-40B4-BE49-F238E27FC236}">
                    <a16:creationId xmlns:a16="http://schemas.microsoft.com/office/drawing/2014/main" id="{73660543-7FA5-EE13-9FCE-DCC8BCD87F6C}"/>
                  </a:ext>
                </a:extLst>
              </p:cNvPr>
              <p:cNvSpPr/>
              <p:nvPr/>
            </p:nvSpPr>
            <p:spPr>
              <a:xfrm rot="5400000">
                <a:off x="4224973" y="2680497"/>
                <a:ext cx="239789" cy="116350"/>
              </a:xfrm>
              <a:prstGeom prst="rect">
                <a:avLst/>
              </a:prstGeom>
              <a:solidFill>
                <a:srgbClr val="7C7C7C"/>
              </a:solidFill>
              <a:ln>
                <a:prstDash val="sysDot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500" baseline="-250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09" name="文本框 208">
                <a:extLst>
                  <a:ext uri="{FF2B5EF4-FFF2-40B4-BE49-F238E27FC236}">
                    <a16:creationId xmlns:a16="http://schemas.microsoft.com/office/drawing/2014/main" id="{AB003533-CE3A-945C-FA8C-1034E9241844}"/>
                  </a:ext>
                </a:extLst>
              </p:cNvPr>
              <p:cNvSpPr txBox="1"/>
              <p:nvPr/>
            </p:nvSpPr>
            <p:spPr>
              <a:xfrm rot="5400000">
                <a:off x="1849245" y="3658689"/>
                <a:ext cx="384253" cy="2154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</a:t>
                </a:r>
                <a:r>
                  <a:rPr lang="en-US" altLang="zh-CN" sz="800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21</a:t>
                </a:r>
                <a:endParaRPr lang="zh-CN" altLang="en-US" baseline="-25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210" name="弧形 209">
              <a:extLst>
                <a:ext uri="{FF2B5EF4-FFF2-40B4-BE49-F238E27FC236}">
                  <a16:creationId xmlns:a16="http://schemas.microsoft.com/office/drawing/2014/main" id="{43A52CA5-F00B-71B4-1221-493E82DCC33B}"/>
                </a:ext>
              </a:extLst>
            </p:cNvPr>
            <p:cNvSpPr/>
            <p:nvPr/>
          </p:nvSpPr>
          <p:spPr>
            <a:xfrm>
              <a:off x="1777722" y="642078"/>
              <a:ext cx="2190558" cy="2261324"/>
            </a:xfrm>
            <a:prstGeom prst="arc">
              <a:avLst>
                <a:gd name="adj1" fmla="val 16164803"/>
                <a:gd name="adj2" fmla="val 108493"/>
              </a:avLst>
            </a:prstGeom>
            <a:ln w="12700">
              <a:solidFill>
                <a:srgbClr val="7C7C7C"/>
              </a:solidFill>
              <a:prstDash val="sysDot"/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grpSp>
          <p:nvGrpSpPr>
            <p:cNvPr id="211" name="组合 210">
              <a:extLst>
                <a:ext uri="{FF2B5EF4-FFF2-40B4-BE49-F238E27FC236}">
                  <a16:creationId xmlns:a16="http://schemas.microsoft.com/office/drawing/2014/main" id="{EA345263-BC8B-ED53-950B-0DC93AEAC152}"/>
                </a:ext>
              </a:extLst>
            </p:cNvPr>
            <p:cNvGrpSpPr/>
            <p:nvPr/>
          </p:nvGrpSpPr>
          <p:grpSpPr>
            <a:xfrm>
              <a:off x="355723" y="1950050"/>
              <a:ext cx="1976709" cy="371368"/>
              <a:chOff x="2685090" y="4506759"/>
              <a:chExt cx="1976709" cy="371368"/>
            </a:xfrm>
          </p:grpSpPr>
          <p:sp>
            <p:nvSpPr>
              <p:cNvPr id="212" name="矩形 211">
                <a:extLst>
                  <a:ext uri="{FF2B5EF4-FFF2-40B4-BE49-F238E27FC236}">
                    <a16:creationId xmlns:a16="http://schemas.microsoft.com/office/drawing/2014/main" id="{C22FD2FF-C5AA-982C-B798-647D499FB3F1}"/>
                  </a:ext>
                </a:extLst>
              </p:cNvPr>
              <p:cNvSpPr/>
              <p:nvPr/>
            </p:nvSpPr>
            <p:spPr>
              <a:xfrm>
                <a:off x="4422010" y="4506759"/>
                <a:ext cx="239789" cy="116350"/>
              </a:xfrm>
              <a:prstGeom prst="rect">
                <a:avLst/>
              </a:prstGeom>
              <a:solidFill>
                <a:srgbClr val="C55A11"/>
              </a:solidFill>
              <a:ln>
                <a:prstDash val="sysDot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500" baseline="-250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13" name="文本框 212">
                <a:extLst>
                  <a:ext uri="{FF2B5EF4-FFF2-40B4-BE49-F238E27FC236}">
                    <a16:creationId xmlns:a16="http://schemas.microsoft.com/office/drawing/2014/main" id="{5A6E7C0B-F5A4-1FF6-2E60-7F21D1A0F565}"/>
                  </a:ext>
                </a:extLst>
              </p:cNvPr>
              <p:cNvSpPr txBox="1"/>
              <p:nvPr/>
            </p:nvSpPr>
            <p:spPr>
              <a:xfrm>
                <a:off x="2685090" y="4662683"/>
                <a:ext cx="345543" cy="2154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</a:t>
                </a:r>
                <a:r>
                  <a:rPr lang="en-US" altLang="zh-CN" sz="800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32</a:t>
                </a:r>
                <a:endParaRPr lang="zh-CN" altLang="en-US" baseline="-25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214" name="弧形 213">
              <a:extLst>
                <a:ext uri="{FF2B5EF4-FFF2-40B4-BE49-F238E27FC236}">
                  <a16:creationId xmlns:a16="http://schemas.microsoft.com/office/drawing/2014/main" id="{3AE74351-1788-2C9A-9715-1AEDF0456B74}"/>
                </a:ext>
              </a:extLst>
            </p:cNvPr>
            <p:cNvSpPr/>
            <p:nvPr/>
          </p:nvSpPr>
          <p:spPr>
            <a:xfrm rot="10800000">
              <a:off x="2238193" y="1274612"/>
              <a:ext cx="1550261" cy="1530013"/>
            </a:xfrm>
            <a:prstGeom prst="arc">
              <a:avLst>
                <a:gd name="adj1" fmla="val 16454414"/>
                <a:gd name="adj2" fmla="val 21509627"/>
              </a:avLst>
            </a:prstGeom>
            <a:ln w="12700">
              <a:solidFill>
                <a:srgbClr val="C55A11"/>
              </a:solidFill>
              <a:prstDash val="sysDot"/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grpSp>
          <p:nvGrpSpPr>
            <p:cNvPr id="215" name="组合 214">
              <a:extLst>
                <a:ext uri="{FF2B5EF4-FFF2-40B4-BE49-F238E27FC236}">
                  <a16:creationId xmlns:a16="http://schemas.microsoft.com/office/drawing/2014/main" id="{C8DEA55C-B78B-656B-A860-D2AB58C2B1A3}"/>
                </a:ext>
              </a:extLst>
            </p:cNvPr>
            <p:cNvGrpSpPr/>
            <p:nvPr/>
          </p:nvGrpSpPr>
          <p:grpSpPr>
            <a:xfrm>
              <a:off x="28312" y="1652023"/>
              <a:ext cx="4345433" cy="257592"/>
              <a:chOff x="964647" y="4387339"/>
              <a:chExt cx="4345433" cy="257592"/>
            </a:xfrm>
          </p:grpSpPr>
          <p:sp>
            <p:nvSpPr>
              <p:cNvPr id="216" name="矩形 215">
                <a:extLst>
                  <a:ext uri="{FF2B5EF4-FFF2-40B4-BE49-F238E27FC236}">
                    <a16:creationId xmlns:a16="http://schemas.microsoft.com/office/drawing/2014/main" id="{D39F03EB-32F3-7E7C-66EC-67A01F705F80}"/>
                  </a:ext>
                </a:extLst>
              </p:cNvPr>
              <p:cNvSpPr/>
              <p:nvPr/>
            </p:nvSpPr>
            <p:spPr>
              <a:xfrm>
                <a:off x="5070291" y="4528581"/>
                <a:ext cx="239789" cy="116350"/>
              </a:xfrm>
              <a:prstGeom prst="rect">
                <a:avLst/>
              </a:prstGeom>
              <a:solidFill>
                <a:srgbClr val="C55A11"/>
              </a:solidFill>
              <a:ln>
                <a:prstDash val="sysDot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500" baseline="-250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17" name="文本框 216">
                <a:extLst>
                  <a:ext uri="{FF2B5EF4-FFF2-40B4-BE49-F238E27FC236}">
                    <a16:creationId xmlns:a16="http://schemas.microsoft.com/office/drawing/2014/main" id="{E4875CA2-3B29-6EF1-75B2-AB7A16CC5873}"/>
                  </a:ext>
                </a:extLst>
              </p:cNvPr>
              <p:cNvSpPr txBox="1"/>
              <p:nvPr/>
            </p:nvSpPr>
            <p:spPr>
              <a:xfrm>
                <a:off x="964647" y="4387339"/>
                <a:ext cx="345543" cy="2154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</a:t>
                </a:r>
                <a:r>
                  <a:rPr lang="en-US" altLang="zh-CN" sz="800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32</a:t>
                </a:r>
                <a:endParaRPr lang="zh-CN" altLang="en-US" baseline="-25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218" name="弧形 217">
              <a:extLst>
                <a:ext uri="{FF2B5EF4-FFF2-40B4-BE49-F238E27FC236}">
                  <a16:creationId xmlns:a16="http://schemas.microsoft.com/office/drawing/2014/main" id="{36FAA1F0-9D3E-76F2-03CC-F47186A8AA22}"/>
                </a:ext>
              </a:extLst>
            </p:cNvPr>
            <p:cNvSpPr/>
            <p:nvPr/>
          </p:nvSpPr>
          <p:spPr>
            <a:xfrm rot="5592824">
              <a:off x="2220123" y="772769"/>
              <a:ext cx="1718058" cy="2399097"/>
            </a:xfrm>
            <a:prstGeom prst="arc">
              <a:avLst>
                <a:gd name="adj1" fmla="val 15807641"/>
                <a:gd name="adj2" fmla="val 21520933"/>
              </a:avLst>
            </a:prstGeom>
            <a:ln w="12700">
              <a:solidFill>
                <a:srgbClr val="C55A11"/>
              </a:solidFill>
              <a:prstDash val="sysDot"/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27" name="文本框 226">
              <a:extLst>
                <a:ext uri="{FF2B5EF4-FFF2-40B4-BE49-F238E27FC236}">
                  <a16:creationId xmlns:a16="http://schemas.microsoft.com/office/drawing/2014/main" id="{A4882F15-B223-B21B-827F-1ABC74CCA8C6}"/>
                </a:ext>
              </a:extLst>
            </p:cNvPr>
            <p:cNvSpPr txBox="1"/>
            <p:nvPr/>
          </p:nvSpPr>
          <p:spPr>
            <a:xfrm>
              <a:off x="1458190" y="2732947"/>
              <a:ext cx="68580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Physical </a:t>
              </a:r>
            </a:p>
            <a:p>
              <a:pPr algn="ctr"/>
              <a:r>
                <a:rPr lang="en-US" altLang="zh-CN" sz="1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vehicle</a:t>
              </a:r>
              <a:endParaRPr lang="zh-CN" altLang="en-US" sz="1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28" name="文本框 227">
              <a:extLst>
                <a:ext uri="{FF2B5EF4-FFF2-40B4-BE49-F238E27FC236}">
                  <a16:creationId xmlns:a16="http://schemas.microsoft.com/office/drawing/2014/main" id="{69EB9024-47D2-8E16-1FCA-B715B14659E5}"/>
                </a:ext>
              </a:extLst>
            </p:cNvPr>
            <p:cNvSpPr txBox="1"/>
            <p:nvPr/>
          </p:nvSpPr>
          <p:spPr>
            <a:xfrm>
              <a:off x="1509923" y="3290822"/>
              <a:ext cx="68580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Virtual vehicle</a:t>
              </a:r>
              <a:endParaRPr lang="zh-CN" altLang="en-US" sz="1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29" name="文本框 228">
              <a:extLst>
                <a:ext uri="{FF2B5EF4-FFF2-40B4-BE49-F238E27FC236}">
                  <a16:creationId xmlns:a16="http://schemas.microsoft.com/office/drawing/2014/main" id="{B80D9603-4ABF-5FA4-AB72-A9DD523E636F}"/>
                </a:ext>
              </a:extLst>
            </p:cNvPr>
            <p:cNvSpPr txBox="1"/>
            <p:nvPr/>
          </p:nvSpPr>
          <p:spPr>
            <a:xfrm>
              <a:off x="2275269" y="617032"/>
              <a:ext cx="368300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L</a:t>
              </a:r>
              <a:r>
                <a:rPr lang="en-US" altLang="zh-CN" sz="10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  <a:endParaRPr lang="zh-CN" altLang="en-US" sz="1000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30" name="文本框 229">
              <a:extLst>
                <a:ext uri="{FF2B5EF4-FFF2-40B4-BE49-F238E27FC236}">
                  <a16:creationId xmlns:a16="http://schemas.microsoft.com/office/drawing/2014/main" id="{F014DC1A-6D1C-BDD9-F98D-18D3AE1DF1C8}"/>
                </a:ext>
              </a:extLst>
            </p:cNvPr>
            <p:cNvSpPr txBox="1"/>
            <p:nvPr/>
          </p:nvSpPr>
          <p:spPr>
            <a:xfrm>
              <a:off x="3250859" y="407981"/>
              <a:ext cx="262107" cy="17970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L</a:t>
              </a:r>
              <a:r>
                <a:rPr lang="en-US" altLang="zh-CN" sz="10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6</a:t>
              </a:r>
              <a:endParaRPr lang="zh-CN" altLang="en-US" sz="1000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31" name="文本框 230">
              <a:extLst>
                <a:ext uri="{FF2B5EF4-FFF2-40B4-BE49-F238E27FC236}">
                  <a16:creationId xmlns:a16="http://schemas.microsoft.com/office/drawing/2014/main" id="{6AD0272A-97E5-EC4C-06BB-73FB608D0555}"/>
                </a:ext>
              </a:extLst>
            </p:cNvPr>
            <p:cNvSpPr txBox="1"/>
            <p:nvPr/>
          </p:nvSpPr>
          <p:spPr>
            <a:xfrm>
              <a:off x="2243963" y="3106912"/>
              <a:ext cx="368300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L</a:t>
              </a:r>
              <a:r>
                <a:rPr lang="en-US" altLang="zh-CN" sz="10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7</a:t>
              </a:r>
              <a:endParaRPr lang="zh-CN" altLang="en-US" sz="1000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32" name="文本框 231">
              <a:extLst>
                <a:ext uri="{FF2B5EF4-FFF2-40B4-BE49-F238E27FC236}">
                  <a16:creationId xmlns:a16="http://schemas.microsoft.com/office/drawing/2014/main" id="{CB9D57CF-569A-EA18-73F7-5CDF93C2BA48}"/>
                </a:ext>
              </a:extLst>
            </p:cNvPr>
            <p:cNvSpPr txBox="1"/>
            <p:nvPr/>
          </p:nvSpPr>
          <p:spPr>
            <a:xfrm>
              <a:off x="3198992" y="3129337"/>
              <a:ext cx="368300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L</a:t>
              </a:r>
              <a:r>
                <a:rPr lang="en-US" altLang="zh-CN" sz="10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8</a:t>
              </a:r>
              <a:endParaRPr lang="zh-CN" altLang="en-US" sz="1000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34" name="矩形 233">
              <a:extLst>
                <a:ext uri="{FF2B5EF4-FFF2-40B4-BE49-F238E27FC236}">
                  <a16:creationId xmlns:a16="http://schemas.microsoft.com/office/drawing/2014/main" id="{F0A8AD4E-F37B-0BC5-15A3-C9CB462180F8}"/>
                </a:ext>
              </a:extLst>
            </p:cNvPr>
            <p:cNvSpPr/>
            <p:nvPr/>
          </p:nvSpPr>
          <p:spPr>
            <a:xfrm>
              <a:off x="959056" y="2628675"/>
              <a:ext cx="239789" cy="116349"/>
            </a:xfrm>
            <a:prstGeom prst="rect">
              <a:avLst/>
            </a:prstGeom>
            <a:solidFill>
              <a:srgbClr val="2E75B6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500" baseline="-25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37" name="矩形 236">
              <a:extLst>
                <a:ext uri="{FF2B5EF4-FFF2-40B4-BE49-F238E27FC236}">
                  <a16:creationId xmlns:a16="http://schemas.microsoft.com/office/drawing/2014/main" id="{06ED18F7-0B4F-2D34-D54E-3959371705D5}"/>
                </a:ext>
              </a:extLst>
            </p:cNvPr>
            <p:cNvSpPr/>
            <p:nvPr/>
          </p:nvSpPr>
          <p:spPr>
            <a:xfrm>
              <a:off x="1312490" y="2628675"/>
              <a:ext cx="239789" cy="116350"/>
            </a:xfrm>
            <a:prstGeom prst="rect">
              <a:avLst/>
            </a:prstGeom>
            <a:solidFill>
              <a:srgbClr val="7C7C7C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500" baseline="-25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41" name="矩形 240">
              <a:extLst>
                <a:ext uri="{FF2B5EF4-FFF2-40B4-BE49-F238E27FC236}">
                  <a16:creationId xmlns:a16="http://schemas.microsoft.com/office/drawing/2014/main" id="{C9871082-EC79-0CBA-21A8-3B223AED2AC6}"/>
                </a:ext>
              </a:extLst>
            </p:cNvPr>
            <p:cNvSpPr/>
            <p:nvPr/>
          </p:nvSpPr>
          <p:spPr>
            <a:xfrm>
              <a:off x="956291" y="2982676"/>
              <a:ext cx="239789" cy="116350"/>
            </a:xfrm>
            <a:prstGeom prst="rect">
              <a:avLst/>
            </a:prstGeom>
            <a:solidFill>
              <a:srgbClr val="C55A1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500" baseline="-25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243" name="组合 242">
              <a:extLst>
                <a:ext uri="{FF2B5EF4-FFF2-40B4-BE49-F238E27FC236}">
                  <a16:creationId xmlns:a16="http://schemas.microsoft.com/office/drawing/2014/main" id="{60791C1B-22C7-2F45-13AA-C49D5174FCF8}"/>
                </a:ext>
              </a:extLst>
            </p:cNvPr>
            <p:cNvGrpSpPr/>
            <p:nvPr/>
          </p:nvGrpSpPr>
          <p:grpSpPr>
            <a:xfrm>
              <a:off x="1320040" y="2982676"/>
              <a:ext cx="253741" cy="772626"/>
              <a:chOff x="4750789" y="4596617"/>
              <a:chExt cx="253741" cy="772626"/>
            </a:xfrm>
          </p:grpSpPr>
          <p:sp>
            <p:nvSpPr>
              <p:cNvPr id="244" name="矩形 243">
                <a:extLst>
                  <a:ext uri="{FF2B5EF4-FFF2-40B4-BE49-F238E27FC236}">
                    <a16:creationId xmlns:a16="http://schemas.microsoft.com/office/drawing/2014/main" id="{9CBFD140-5D49-B470-1411-A301957F593D}"/>
                  </a:ext>
                </a:extLst>
              </p:cNvPr>
              <p:cNvSpPr/>
              <p:nvPr/>
            </p:nvSpPr>
            <p:spPr>
              <a:xfrm>
                <a:off x="4750789" y="4596617"/>
                <a:ext cx="239789" cy="116350"/>
              </a:xfrm>
              <a:prstGeom prst="rect">
                <a:avLst/>
              </a:prstGeom>
              <a:solidFill>
                <a:schemeClr val="accent6">
                  <a:lumMod val="75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500" baseline="-250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45" name="文本框 244">
                <a:extLst>
                  <a:ext uri="{FF2B5EF4-FFF2-40B4-BE49-F238E27FC236}">
                    <a16:creationId xmlns:a16="http://schemas.microsoft.com/office/drawing/2014/main" id="{42F14F5B-D6E6-A354-1E95-ECFF9D4D70F5}"/>
                  </a:ext>
                </a:extLst>
              </p:cNvPr>
              <p:cNvSpPr txBox="1"/>
              <p:nvPr/>
            </p:nvSpPr>
            <p:spPr>
              <a:xfrm>
                <a:off x="4754958" y="5214995"/>
                <a:ext cx="249572" cy="15424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</a:t>
                </a:r>
                <a:r>
                  <a:rPr lang="en-US" altLang="zh-CN" sz="800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4</a:t>
                </a:r>
                <a:endParaRPr lang="zh-CN" altLang="en-US" baseline="-25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246" name="组合 245">
              <a:extLst>
                <a:ext uri="{FF2B5EF4-FFF2-40B4-BE49-F238E27FC236}">
                  <a16:creationId xmlns:a16="http://schemas.microsoft.com/office/drawing/2014/main" id="{A3EFA75B-3CF3-A662-6EAA-36F4494D3EE0}"/>
                </a:ext>
              </a:extLst>
            </p:cNvPr>
            <p:cNvGrpSpPr/>
            <p:nvPr/>
          </p:nvGrpSpPr>
          <p:grpSpPr>
            <a:xfrm>
              <a:off x="956499" y="3176523"/>
              <a:ext cx="255083" cy="154248"/>
              <a:chOff x="4730966" y="4522816"/>
              <a:chExt cx="255083" cy="154248"/>
            </a:xfrm>
          </p:grpSpPr>
          <p:sp>
            <p:nvSpPr>
              <p:cNvPr id="247" name="矩形 246">
                <a:extLst>
                  <a:ext uri="{FF2B5EF4-FFF2-40B4-BE49-F238E27FC236}">
                    <a16:creationId xmlns:a16="http://schemas.microsoft.com/office/drawing/2014/main" id="{ACA81F5F-E834-BB65-11CA-2ABAF4395519}"/>
                  </a:ext>
                </a:extLst>
              </p:cNvPr>
              <p:cNvSpPr/>
              <p:nvPr/>
            </p:nvSpPr>
            <p:spPr>
              <a:xfrm>
                <a:off x="4730966" y="4542641"/>
                <a:ext cx="239789" cy="116350"/>
              </a:xfrm>
              <a:prstGeom prst="rect">
                <a:avLst/>
              </a:prstGeom>
              <a:solidFill>
                <a:srgbClr val="2E75B6"/>
              </a:solidFill>
              <a:ln>
                <a:prstDash val="sysDot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500" baseline="-250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48" name="文本框 247">
                <a:extLst>
                  <a:ext uri="{FF2B5EF4-FFF2-40B4-BE49-F238E27FC236}">
                    <a16:creationId xmlns:a16="http://schemas.microsoft.com/office/drawing/2014/main" id="{3A7469BE-4961-F7A5-DC71-85D7CA43D675}"/>
                  </a:ext>
                </a:extLst>
              </p:cNvPr>
              <p:cNvSpPr txBox="1"/>
              <p:nvPr/>
            </p:nvSpPr>
            <p:spPr>
              <a:xfrm>
                <a:off x="4740371" y="4522816"/>
                <a:ext cx="245678" cy="15424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</a:t>
                </a:r>
                <a:r>
                  <a:rPr lang="en-US" altLang="zh-CN" sz="800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:endParaRPr lang="zh-CN" altLang="en-US" baseline="-25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249" name="组合 248">
              <a:extLst>
                <a:ext uri="{FF2B5EF4-FFF2-40B4-BE49-F238E27FC236}">
                  <a16:creationId xmlns:a16="http://schemas.microsoft.com/office/drawing/2014/main" id="{3514B420-1AC3-155A-17D0-C15A584EE352}"/>
                </a:ext>
              </a:extLst>
            </p:cNvPr>
            <p:cNvGrpSpPr/>
            <p:nvPr/>
          </p:nvGrpSpPr>
          <p:grpSpPr>
            <a:xfrm>
              <a:off x="1324637" y="3195258"/>
              <a:ext cx="312092" cy="154248"/>
              <a:chOff x="4750815" y="4537246"/>
              <a:chExt cx="312092" cy="154248"/>
            </a:xfrm>
          </p:grpSpPr>
          <p:sp>
            <p:nvSpPr>
              <p:cNvPr id="250" name="矩形 249">
                <a:extLst>
                  <a:ext uri="{FF2B5EF4-FFF2-40B4-BE49-F238E27FC236}">
                    <a16:creationId xmlns:a16="http://schemas.microsoft.com/office/drawing/2014/main" id="{0D400208-E8E9-C78C-9598-582658DEFA09}"/>
                  </a:ext>
                </a:extLst>
              </p:cNvPr>
              <p:cNvSpPr/>
              <p:nvPr/>
            </p:nvSpPr>
            <p:spPr>
              <a:xfrm>
                <a:off x="4750815" y="4549986"/>
                <a:ext cx="239789" cy="116350"/>
              </a:xfrm>
              <a:prstGeom prst="rect">
                <a:avLst/>
              </a:prstGeom>
              <a:solidFill>
                <a:srgbClr val="7C7C7C"/>
              </a:solidFill>
              <a:ln>
                <a:prstDash val="sysDot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500" baseline="-250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51" name="文本框 250">
                <a:extLst>
                  <a:ext uri="{FF2B5EF4-FFF2-40B4-BE49-F238E27FC236}">
                    <a16:creationId xmlns:a16="http://schemas.microsoft.com/office/drawing/2014/main" id="{2C9E7BE9-06A0-828E-D49B-9888F9A7F175}"/>
                  </a:ext>
                </a:extLst>
              </p:cNvPr>
              <p:cNvSpPr txBox="1"/>
              <p:nvPr/>
            </p:nvSpPr>
            <p:spPr>
              <a:xfrm>
                <a:off x="4762579" y="4537246"/>
                <a:ext cx="300328" cy="15424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</a:t>
                </a:r>
                <a:r>
                  <a:rPr lang="en-US" altLang="zh-CN" sz="800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21</a:t>
                </a:r>
                <a:endParaRPr lang="zh-CN" altLang="en-US" baseline="-25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252" name="组合 251">
              <a:extLst>
                <a:ext uri="{FF2B5EF4-FFF2-40B4-BE49-F238E27FC236}">
                  <a16:creationId xmlns:a16="http://schemas.microsoft.com/office/drawing/2014/main" id="{1332B35F-6C1F-C865-E4C5-0C02C4293A9E}"/>
                </a:ext>
              </a:extLst>
            </p:cNvPr>
            <p:cNvGrpSpPr/>
            <p:nvPr/>
          </p:nvGrpSpPr>
          <p:grpSpPr>
            <a:xfrm>
              <a:off x="958722" y="3388915"/>
              <a:ext cx="655101" cy="342926"/>
              <a:chOff x="4738733" y="4469623"/>
              <a:chExt cx="655101" cy="342926"/>
            </a:xfrm>
          </p:grpSpPr>
          <p:sp>
            <p:nvSpPr>
              <p:cNvPr id="253" name="矩形 252">
                <a:extLst>
                  <a:ext uri="{FF2B5EF4-FFF2-40B4-BE49-F238E27FC236}">
                    <a16:creationId xmlns:a16="http://schemas.microsoft.com/office/drawing/2014/main" id="{4EF23DFD-65DE-7885-DECA-98B843CD0CC8}"/>
                  </a:ext>
                </a:extLst>
              </p:cNvPr>
              <p:cNvSpPr/>
              <p:nvPr/>
            </p:nvSpPr>
            <p:spPr>
              <a:xfrm>
                <a:off x="4738733" y="4696199"/>
                <a:ext cx="239789" cy="116350"/>
              </a:xfrm>
              <a:prstGeom prst="rect">
                <a:avLst/>
              </a:prstGeom>
              <a:solidFill>
                <a:srgbClr val="C55A11"/>
              </a:solidFill>
              <a:ln>
                <a:prstDash val="sysDot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500" baseline="-250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54" name="文本框 253">
                <a:extLst>
                  <a:ext uri="{FF2B5EF4-FFF2-40B4-BE49-F238E27FC236}">
                    <a16:creationId xmlns:a16="http://schemas.microsoft.com/office/drawing/2014/main" id="{8325F0F0-7B85-CA93-DC19-61C198EDEDA3}"/>
                  </a:ext>
                </a:extLst>
              </p:cNvPr>
              <p:cNvSpPr txBox="1"/>
              <p:nvPr/>
            </p:nvSpPr>
            <p:spPr>
              <a:xfrm>
                <a:off x="5104220" y="4469623"/>
                <a:ext cx="289614" cy="15424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</a:t>
                </a:r>
                <a:r>
                  <a:rPr lang="en-US" altLang="zh-CN" sz="800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31</a:t>
                </a:r>
                <a:endParaRPr lang="zh-CN" altLang="en-US" baseline="-25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258" name="组合 257">
              <a:extLst>
                <a:ext uri="{FF2B5EF4-FFF2-40B4-BE49-F238E27FC236}">
                  <a16:creationId xmlns:a16="http://schemas.microsoft.com/office/drawing/2014/main" id="{3EBA9CB7-168C-F356-318D-42E8A54FBEA0}"/>
                </a:ext>
              </a:extLst>
            </p:cNvPr>
            <p:cNvGrpSpPr/>
            <p:nvPr/>
          </p:nvGrpSpPr>
          <p:grpSpPr>
            <a:xfrm>
              <a:off x="56405" y="1788578"/>
              <a:ext cx="4658637" cy="283350"/>
              <a:chOff x="651444" y="4528581"/>
              <a:chExt cx="4658637" cy="283350"/>
            </a:xfrm>
          </p:grpSpPr>
          <p:sp>
            <p:nvSpPr>
              <p:cNvPr id="259" name="矩形 258">
                <a:extLst>
                  <a:ext uri="{FF2B5EF4-FFF2-40B4-BE49-F238E27FC236}">
                    <a16:creationId xmlns:a16="http://schemas.microsoft.com/office/drawing/2014/main" id="{0DC354FF-B1CB-1612-7144-9955DB1D12CB}"/>
                  </a:ext>
                </a:extLst>
              </p:cNvPr>
              <p:cNvSpPr/>
              <p:nvPr/>
            </p:nvSpPr>
            <p:spPr>
              <a:xfrm>
                <a:off x="5070292" y="4528581"/>
                <a:ext cx="239789" cy="116350"/>
              </a:xfrm>
              <a:prstGeom prst="rect">
                <a:avLst/>
              </a:prstGeom>
              <a:solidFill>
                <a:srgbClr val="7C7C7C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500" baseline="-250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60" name="文本框 259">
                <a:extLst>
                  <a:ext uri="{FF2B5EF4-FFF2-40B4-BE49-F238E27FC236}">
                    <a16:creationId xmlns:a16="http://schemas.microsoft.com/office/drawing/2014/main" id="{37F2C8F7-5214-E807-D433-D5D3C2BFD981}"/>
                  </a:ext>
                </a:extLst>
              </p:cNvPr>
              <p:cNvSpPr txBox="1"/>
              <p:nvPr/>
            </p:nvSpPr>
            <p:spPr>
              <a:xfrm>
                <a:off x="651444" y="4596487"/>
                <a:ext cx="337285" cy="2154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</a:t>
                </a:r>
                <a:r>
                  <a:rPr lang="en-US" altLang="zh-CN" sz="800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22</a:t>
                </a:r>
                <a:endParaRPr lang="zh-CN" altLang="en-US" baseline="-25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261" name="组合 260">
              <a:extLst>
                <a:ext uri="{FF2B5EF4-FFF2-40B4-BE49-F238E27FC236}">
                  <a16:creationId xmlns:a16="http://schemas.microsoft.com/office/drawing/2014/main" id="{B7736283-B9CB-9F90-2233-031A9D8085FC}"/>
                </a:ext>
              </a:extLst>
            </p:cNvPr>
            <p:cNvGrpSpPr/>
            <p:nvPr/>
          </p:nvGrpSpPr>
          <p:grpSpPr>
            <a:xfrm>
              <a:off x="2956957" y="1035513"/>
              <a:ext cx="175683" cy="384253"/>
              <a:chOff x="4208443" y="2985095"/>
              <a:chExt cx="175683" cy="384253"/>
            </a:xfrm>
          </p:grpSpPr>
          <p:sp>
            <p:nvSpPr>
              <p:cNvPr id="262" name="矩形 261">
                <a:extLst>
                  <a:ext uri="{FF2B5EF4-FFF2-40B4-BE49-F238E27FC236}">
                    <a16:creationId xmlns:a16="http://schemas.microsoft.com/office/drawing/2014/main" id="{81E46FA4-B768-3454-3FE5-CB9459679736}"/>
                  </a:ext>
                </a:extLst>
              </p:cNvPr>
              <p:cNvSpPr/>
              <p:nvPr/>
            </p:nvSpPr>
            <p:spPr>
              <a:xfrm rot="5400000">
                <a:off x="4162838" y="3047231"/>
                <a:ext cx="239789" cy="116350"/>
              </a:xfrm>
              <a:prstGeom prst="rect">
                <a:avLst/>
              </a:prstGeom>
              <a:solidFill>
                <a:srgbClr val="C55A1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500" baseline="-250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63" name="文本框 262">
                <a:extLst>
                  <a:ext uri="{FF2B5EF4-FFF2-40B4-BE49-F238E27FC236}">
                    <a16:creationId xmlns:a16="http://schemas.microsoft.com/office/drawing/2014/main" id="{3161C09F-1822-5FA2-DEF6-6D624A0BD079}"/>
                  </a:ext>
                </a:extLst>
              </p:cNvPr>
              <p:cNvSpPr txBox="1"/>
              <p:nvPr/>
            </p:nvSpPr>
            <p:spPr>
              <a:xfrm rot="5400000">
                <a:off x="4104158" y="3089380"/>
                <a:ext cx="384253" cy="17568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</a:t>
                </a:r>
                <a:r>
                  <a:rPr lang="en-US" altLang="zh-CN" sz="800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31</a:t>
                </a:r>
                <a:endParaRPr lang="zh-CN" altLang="en-US" baseline="-25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</p:grpSp>
      <p:sp>
        <p:nvSpPr>
          <p:cNvPr id="264" name="文本框 263">
            <a:extLst>
              <a:ext uri="{FF2B5EF4-FFF2-40B4-BE49-F238E27FC236}">
                <a16:creationId xmlns:a16="http://schemas.microsoft.com/office/drawing/2014/main" id="{9E05D944-23D5-6898-0788-323ADB6885E6}"/>
              </a:ext>
            </a:extLst>
          </p:cNvPr>
          <p:cNvSpPr txBox="1"/>
          <p:nvPr/>
        </p:nvSpPr>
        <p:spPr>
          <a:xfrm>
            <a:off x="2513311" y="5231657"/>
            <a:ext cx="271385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Vehicles are mapped to virtual lanes according to conflict points.</a:t>
            </a:r>
            <a:endParaRPr lang="zh-CN" altLang="en-US" sz="14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87" name="矩形 286">
            <a:extLst>
              <a:ext uri="{FF2B5EF4-FFF2-40B4-BE49-F238E27FC236}">
                <a16:creationId xmlns:a16="http://schemas.microsoft.com/office/drawing/2014/main" id="{DCD59880-84E3-FC29-8113-007ED0774185}"/>
              </a:ext>
            </a:extLst>
          </p:cNvPr>
          <p:cNvSpPr/>
          <p:nvPr/>
        </p:nvSpPr>
        <p:spPr>
          <a:xfrm>
            <a:off x="9010892" y="2146550"/>
            <a:ext cx="317500" cy="196850"/>
          </a:xfrm>
          <a:prstGeom prst="rect">
            <a:avLst/>
          </a:prstGeom>
          <a:solidFill>
            <a:srgbClr val="2E75B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sz="800" baseline="-25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CN" altLang="en-US" sz="800" baseline="-25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8" name="矩形 287">
            <a:extLst>
              <a:ext uri="{FF2B5EF4-FFF2-40B4-BE49-F238E27FC236}">
                <a16:creationId xmlns:a16="http://schemas.microsoft.com/office/drawing/2014/main" id="{25D65D54-EE56-29E4-88E5-4756B359C01F}"/>
              </a:ext>
            </a:extLst>
          </p:cNvPr>
          <p:cNvSpPr/>
          <p:nvPr/>
        </p:nvSpPr>
        <p:spPr>
          <a:xfrm>
            <a:off x="9710949" y="1576048"/>
            <a:ext cx="356475" cy="229238"/>
          </a:xfrm>
          <a:prstGeom prst="rect">
            <a:avLst/>
          </a:prstGeom>
          <a:solidFill>
            <a:srgbClr val="C55A1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sz="800" baseline="-25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32</a:t>
            </a:r>
            <a:endParaRPr lang="zh-CN" altLang="en-US" sz="800" baseline="-25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9" name="矩形 288">
            <a:extLst>
              <a:ext uri="{FF2B5EF4-FFF2-40B4-BE49-F238E27FC236}">
                <a16:creationId xmlns:a16="http://schemas.microsoft.com/office/drawing/2014/main" id="{60642E2F-8413-B1D4-6D23-0BE716A4E667}"/>
              </a:ext>
            </a:extLst>
          </p:cNvPr>
          <p:cNvSpPr/>
          <p:nvPr/>
        </p:nvSpPr>
        <p:spPr>
          <a:xfrm>
            <a:off x="10462834" y="2144802"/>
            <a:ext cx="349509" cy="198597"/>
          </a:xfrm>
          <a:prstGeom prst="rect">
            <a:avLst/>
          </a:prstGeom>
          <a:solidFill>
            <a:srgbClr val="7C7C7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sz="800" baseline="-25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21</a:t>
            </a:r>
            <a:endParaRPr lang="zh-CN" altLang="en-US" sz="800" baseline="-25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0" name="矩形 289">
            <a:extLst>
              <a:ext uri="{FF2B5EF4-FFF2-40B4-BE49-F238E27FC236}">
                <a16:creationId xmlns:a16="http://schemas.microsoft.com/office/drawing/2014/main" id="{CB828925-2DC1-9759-F379-DA885EA20464}"/>
              </a:ext>
            </a:extLst>
          </p:cNvPr>
          <p:cNvSpPr/>
          <p:nvPr/>
        </p:nvSpPr>
        <p:spPr>
          <a:xfrm>
            <a:off x="9761411" y="2870270"/>
            <a:ext cx="317500" cy="196850"/>
          </a:xfrm>
          <a:prstGeom prst="rect">
            <a:avLst/>
          </a:prstGeom>
          <a:solidFill>
            <a:srgbClr val="54823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sz="800" baseline="-25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endParaRPr lang="zh-CN" altLang="en-US" sz="800" baseline="-25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1" name="弧形 290">
            <a:extLst>
              <a:ext uri="{FF2B5EF4-FFF2-40B4-BE49-F238E27FC236}">
                <a16:creationId xmlns:a16="http://schemas.microsoft.com/office/drawing/2014/main" id="{D8B589EE-36E3-D4CA-C124-9DB6B799B775}"/>
              </a:ext>
            </a:extLst>
          </p:cNvPr>
          <p:cNvSpPr/>
          <p:nvPr/>
        </p:nvSpPr>
        <p:spPr>
          <a:xfrm>
            <a:off x="9430154" y="1658726"/>
            <a:ext cx="1183539" cy="1183539"/>
          </a:xfrm>
          <a:prstGeom prst="arc">
            <a:avLst>
              <a:gd name="adj1" fmla="val 16200000"/>
              <a:gd name="adj2" fmla="val 20930719"/>
            </a:avLst>
          </a:prstGeom>
          <a:ln w="19050">
            <a:solidFill>
              <a:schemeClr val="tx1"/>
            </a:solidFill>
            <a:prstDash val="sysDash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2" name="弧形 291">
            <a:extLst>
              <a:ext uri="{FF2B5EF4-FFF2-40B4-BE49-F238E27FC236}">
                <a16:creationId xmlns:a16="http://schemas.microsoft.com/office/drawing/2014/main" id="{7719B708-D51F-8C1E-DD0E-CB1FEDE37976}"/>
              </a:ext>
            </a:extLst>
          </p:cNvPr>
          <p:cNvSpPr/>
          <p:nvPr/>
        </p:nvSpPr>
        <p:spPr>
          <a:xfrm rot="5400000">
            <a:off x="9415381" y="1761902"/>
            <a:ext cx="1183539" cy="1183539"/>
          </a:xfrm>
          <a:prstGeom prst="arc">
            <a:avLst>
              <a:gd name="adj1" fmla="val 16200000"/>
              <a:gd name="adj2" fmla="val 21322451"/>
            </a:avLst>
          </a:prstGeom>
          <a:ln w="19050">
            <a:solidFill>
              <a:schemeClr val="tx1"/>
            </a:solidFill>
            <a:prstDash val="sysDash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3" name="弧形 292">
            <a:extLst>
              <a:ext uri="{FF2B5EF4-FFF2-40B4-BE49-F238E27FC236}">
                <a16:creationId xmlns:a16="http://schemas.microsoft.com/office/drawing/2014/main" id="{3171AC77-4016-0583-11E6-0E461891BCC9}"/>
              </a:ext>
            </a:extLst>
          </p:cNvPr>
          <p:cNvSpPr/>
          <p:nvPr/>
        </p:nvSpPr>
        <p:spPr>
          <a:xfrm rot="10800000">
            <a:off x="9136673" y="1788374"/>
            <a:ext cx="1183539" cy="1183539"/>
          </a:xfrm>
          <a:prstGeom prst="arc">
            <a:avLst>
              <a:gd name="adj1" fmla="val 16200000"/>
              <a:gd name="adj2" fmla="val 83439"/>
            </a:avLst>
          </a:prstGeom>
          <a:ln w="19050">
            <a:solidFill>
              <a:schemeClr val="tx1"/>
            </a:solidFill>
            <a:prstDash val="sysDash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4" name="弧形 293">
            <a:extLst>
              <a:ext uri="{FF2B5EF4-FFF2-40B4-BE49-F238E27FC236}">
                <a16:creationId xmlns:a16="http://schemas.microsoft.com/office/drawing/2014/main" id="{5D25A2CC-55FF-26E9-D14E-BEEC5A5FF921}"/>
              </a:ext>
            </a:extLst>
          </p:cNvPr>
          <p:cNvSpPr/>
          <p:nvPr/>
        </p:nvSpPr>
        <p:spPr>
          <a:xfrm rot="16494868">
            <a:off x="9116888" y="1655954"/>
            <a:ext cx="1183539" cy="1183539"/>
          </a:xfrm>
          <a:prstGeom prst="arc">
            <a:avLst>
              <a:gd name="adj1" fmla="val 16550847"/>
              <a:gd name="adj2" fmla="val 21395440"/>
            </a:avLst>
          </a:prstGeom>
          <a:ln w="19050">
            <a:solidFill>
              <a:schemeClr val="tx1"/>
            </a:solidFill>
            <a:prstDash val="sysDash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5" name="文本框 294">
            <a:extLst>
              <a:ext uri="{FF2B5EF4-FFF2-40B4-BE49-F238E27FC236}">
                <a16:creationId xmlns:a16="http://schemas.microsoft.com/office/drawing/2014/main" id="{27BC7A03-76EA-AA01-0819-78F58D610E48}"/>
              </a:ext>
            </a:extLst>
          </p:cNvPr>
          <p:cNvSpPr txBox="1"/>
          <p:nvPr/>
        </p:nvSpPr>
        <p:spPr>
          <a:xfrm>
            <a:off x="9057347" y="1466732"/>
            <a:ext cx="44445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zh-CN" sz="16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CN" altLang="en-US" sz="16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6" name="文本框 295">
            <a:extLst>
              <a:ext uri="{FF2B5EF4-FFF2-40B4-BE49-F238E27FC236}">
                <a16:creationId xmlns:a16="http://schemas.microsoft.com/office/drawing/2014/main" id="{5B07A206-FE0B-3E4F-4C12-CC9182A5F73F}"/>
              </a:ext>
            </a:extLst>
          </p:cNvPr>
          <p:cNvSpPr txBox="1"/>
          <p:nvPr/>
        </p:nvSpPr>
        <p:spPr>
          <a:xfrm>
            <a:off x="10266076" y="1461444"/>
            <a:ext cx="44445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zh-CN" sz="16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zh-CN" altLang="en-US" sz="16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7" name="文本框 296">
            <a:extLst>
              <a:ext uri="{FF2B5EF4-FFF2-40B4-BE49-F238E27FC236}">
                <a16:creationId xmlns:a16="http://schemas.microsoft.com/office/drawing/2014/main" id="{C8108520-1B06-4319-4428-0D14BB6AB857}"/>
              </a:ext>
            </a:extLst>
          </p:cNvPr>
          <p:cNvSpPr txBox="1"/>
          <p:nvPr/>
        </p:nvSpPr>
        <p:spPr>
          <a:xfrm>
            <a:off x="10367892" y="2631008"/>
            <a:ext cx="44445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zh-CN" sz="16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zh-CN" altLang="en-US" sz="16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8" name="文本框 297">
            <a:extLst>
              <a:ext uri="{FF2B5EF4-FFF2-40B4-BE49-F238E27FC236}">
                <a16:creationId xmlns:a16="http://schemas.microsoft.com/office/drawing/2014/main" id="{1D5EE513-2AD4-424E-33A7-3A5B47BA6962}"/>
              </a:ext>
            </a:extLst>
          </p:cNvPr>
          <p:cNvSpPr txBox="1"/>
          <p:nvPr/>
        </p:nvSpPr>
        <p:spPr>
          <a:xfrm>
            <a:off x="9029391" y="2648834"/>
            <a:ext cx="44445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zh-CN" sz="16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endParaRPr lang="zh-CN" altLang="en-US" sz="16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9" name="矩形 298">
            <a:extLst>
              <a:ext uri="{FF2B5EF4-FFF2-40B4-BE49-F238E27FC236}">
                <a16:creationId xmlns:a16="http://schemas.microsoft.com/office/drawing/2014/main" id="{786315B4-5F7B-FB36-741C-B4C18572AE83}"/>
              </a:ext>
            </a:extLst>
          </p:cNvPr>
          <p:cNvSpPr/>
          <p:nvPr/>
        </p:nvSpPr>
        <p:spPr>
          <a:xfrm>
            <a:off x="9005251" y="4201885"/>
            <a:ext cx="317500" cy="196850"/>
          </a:xfrm>
          <a:prstGeom prst="rect">
            <a:avLst/>
          </a:prstGeom>
          <a:solidFill>
            <a:srgbClr val="2E75B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sz="800" baseline="-25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CN" altLang="en-US" sz="800" baseline="-25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0" name="矩形 299">
            <a:extLst>
              <a:ext uri="{FF2B5EF4-FFF2-40B4-BE49-F238E27FC236}">
                <a16:creationId xmlns:a16="http://schemas.microsoft.com/office/drawing/2014/main" id="{FBA1CE72-8ED1-CFF8-0678-C2C5EFD1BCA1}"/>
              </a:ext>
            </a:extLst>
          </p:cNvPr>
          <p:cNvSpPr/>
          <p:nvPr/>
        </p:nvSpPr>
        <p:spPr>
          <a:xfrm>
            <a:off x="9705309" y="3631382"/>
            <a:ext cx="354272" cy="204357"/>
          </a:xfrm>
          <a:prstGeom prst="rect">
            <a:avLst/>
          </a:prstGeom>
          <a:solidFill>
            <a:srgbClr val="C55A1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sz="800" baseline="-25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32</a:t>
            </a:r>
            <a:endParaRPr lang="zh-CN" altLang="en-US" sz="800" baseline="-25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1" name="矩形 300">
            <a:extLst>
              <a:ext uri="{FF2B5EF4-FFF2-40B4-BE49-F238E27FC236}">
                <a16:creationId xmlns:a16="http://schemas.microsoft.com/office/drawing/2014/main" id="{F8A4B164-A414-2FD8-1684-D8B58F9E1FBC}"/>
              </a:ext>
            </a:extLst>
          </p:cNvPr>
          <p:cNvSpPr/>
          <p:nvPr/>
        </p:nvSpPr>
        <p:spPr>
          <a:xfrm>
            <a:off x="10457193" y="4200138"/>
            <a:ext cx="414793" cy="250808"/>
          </a:xfrm>
          <a:prstGeom prst="rect">
            <a:avLst/>
          </a:prstGeom>
          <a:solidFill>
            <a:srgbClr val="7C7C7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sz="800" baseline="-25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21</a:t>
            </a:r>
            <a:endParaRPr lang="zh-CN" altLang="en-US" sz="800" baseline="-25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2" name="矩形 301">
            <a:extLst>
              <a:ext uri="{FF2B5EF4-FFF2-40B4-BE49-F238E27FC236}">
                <a16:creationId xmlns:a16="http://schemas.microsoft.com/office/drawing/2014/main" id="{AE91B9A2-2792-8540-5F61-9B8B6496B6ED}"/>
              </a:ext>
            </a:extLst>
          </p:cNvPr>
          <p:cNvSpPr/>
          <p:nvPr/>
        </p:nvSpPr>
        <p:spPr>
          <a:xfrm>
            <a:off x="9755770" y="4925605"/>
            <a:ext cx="317500" cy="196850"/>
          </a:xfrm>
          <a:prstGeom prst="rect">
            <a:avLst/>
          </a:prstGeom>
          <a:solidFill>
            <a:srgbClr val="54823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sz="800" baseline="-25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endParaRPr lang="zh-CN" altLang="en-US" sz="800" baseline="-25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3" name="弧形 302">
            <a:extLst>
              <a:ext uri="{FF2B5EF4-FFF2-40B4-BE49-F238E27FC236}">
                <a16:creationId xmlns:a16="http://schemas.microsoft.com/office/drawing/2014/main" id="{5BE43569-D098-B07F-C727-F3200191DD37}"/>
              </a:ext>
            </a:extLst>
          </p:cNvPr>
          <p:cNvSpPr/>
          <p:nvPr/>
        </p:nvSpPr>
        <p:spPr>
          <a:xfrm>
            <a:off x="9424513" y="3714061"/>
            <a:ext cx="1183539" cy="1183539"/>
          </a:xfrm>
          <a:prstGeom prst="arc">
            <a:avLst>
              <a:gd name="adj1" fmla="val 16200000"/>
              <a:gd name="adj2" fmla="val 20930719"/>
            </a:avLst>
          </a:prstGeom>
          <a:ln w="19050">
            <a:solidFill>
              <a:schemeClr val="tx1"/>
            </a:solidFill>
            <a:prstDash val="sysDash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4" name="弧形 303">
            <a:extLst>
              <a:ext uri="{FF2B5EF4-FFF2-40B4-BE49-F238E27FC236}">
                <a16:creationId xmlns:a16="http://schemas.microsoft.com/office/drawing/2014/main" id="{1E02C789-52A4-A01F-EBE5-00740E0D6537}"/>
              </a:ext>
            </a:extLst>
          </p:cNvPr>
          <p:cNvSpPr/>
          <p:nvPr/>
        </p:nvSpPr>
        <p:spPr>
          <a:xfrm rot="5400000">
            <a:off x="9409740" y="3817237"/>
            <a:ext cx="1183539" cy="1183539"/>
          </a:xfrm>
          <a:prstGeom prst="arc">
            <a:avLst>
              <a:gd name="adj1" fmla="val 16200000"/>
              <a:gd name="adj2" fmla="val 21322451"/>
            </a:avLst>
          </a:prstGeom>
          <a:ln w="19050">
            <a:solidFill>
              <a:schemeClr val="tx1"/>
            </a:solidFill>
            <a:prstDash val="sysDash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5" name="弧形 304">
            <a:extLst>
              <a:ext uri="{FF2B5EF4-FFF2-40B4-BE49-F238E27FC236}">
                <a16:creationId xmlns:a16="http://schemas.microsoft.com/office/drawing/2014/main" id="{27AF0FE9-D243-F507-6DC3-0566C3A9CB4D}"/>
              </a:ext>
            </a:extLst>
          </p:cNvPr>
          <p:cNvSpPr/>
          <p:nvPr/>
        </p:nvSpPr>
        <p:spPr>
          <a:xfrm rot="10800000">
            <a:off x="9131032" y="3843709"/>
            <a:ext cx="1183539" cy="1183539"/>
          </a:xfrm>
          <a:prstGeom prst="arc">
            <a:avLst>
              <a:gd name="adj1" fmla="val 16200000"/>
              <a:gd name="adj2" fmla="val 83439"/>
            </a:avLst>
          </a:prstGeom>
          <a:ln w="19050">
            <a:solidFill>
              <a:schemeClr val="tx1"/>
            </a:solidFill>
            <a:prstDash val="sysDash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6" name="弧形 305">
            <a:extLst>
              <a:ext uri="{FF2B5EF4-FFF2-40B4-BE49-F238E27FC236}">
                <a16:creationId xmlns:a16="http://schemas.microsoft.com/office/drawing/2014/main" id="{E9A83345-1FC9-C9E1-09F2-BD070F69C79D}"/>
              </a:ext>
            </a:extLst>
          </p:cNvPr>
          <p:cNvSpPr/>
          <p:nvPr/>
        </p:nvSpPr>
        <p:spPr>
          <a:xfrm rot="16494868">
            <a:off x="9111247" y="3711289"/>
            <a:ext cx="1183539" cy="1183539"/>
          </a:xfrm>
          <a:prstGeom prst="arc">
            <a:avLst>
              <a:gd name="adj1" fmla="val 16550847"/>
              <a:gd name="adj2" fmla="val 21395440"/>
            </a:avLst>
          </a:prstGeom>
          <a:ln w="19050">
            <a:solidFill>
              <a:schemeClr val="tx1"/>
            </a:solidFill>
            <a:prstDash val="sysDash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7" name="文本框 306">
            <a:extLst>
              <a:ext uri="{FF2B5EF4-FFF2-40B4-BE49-F238E27FC236}">
                <a16:creationId xmlns:a16="http://schemas.microsoft.com/office/drawing/2014/main" id="{41201452-1D5C-9752-BF13-5B705352631D}"/>
              </a:ext>
            </a:extLst>
          </p:cNvPr>
          <p:cNvSpPr txBox="1"/>
          <p:nvPr/>
        </p:nvSpPr>
        <p:spPr>
          <a:xfrm>
            <a:off x="9051706" y="3522067"/>
            <a:ext cx="44445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zh-CN" sz="16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CN" altLang="en-US" sz="16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8" name="文本框 307">
            <a:extLst>
              <a:ext uri="{FF2B5EF4-FFF2-40B4-BE49-F238E27FC236}">
                <a16:creationId xmlns:a16="http://schemas.microsoft.com/office/drawing/2014/main" id="{B427C5FC-0C0D-BE4F-7D85-7173D0449578}"/>
              </a:ext>
            </a:extLst>
          </p:cNvPr>
          <p:cNvSpPr txBox="1"/>
          <p:nvPr/>
        </p:nvSpPr>
        <p:spPr>
          <a:xfrm>
            <a:off x="10260435" y="3516779"/>
            <a:ext cx="44445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zh-CN" sz="16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zh-CN" altLang="en-US" sz="16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9" name="文本框 308">
            <a:extLst>
              <a:ext uri="{FF2B5EF4-FFF2-40B4-BE49-F238E27FC236}">
                <a16:creationId xmlns:a16="http://schemas.microsoft.com/office/drawing/2014/main" id="{26BF231B-2F4C-A38B-D3A4-37E24F2AD071}"/>
              </a:ext>
            </a:extLst>
          </p:cNvPr>
          <p:cNvSpPr txBox="1"/>
          <p:nvPr/>
        </p:nvSpPr>
        <p:spPr>
          <a:xfrm>
            <a:off x="10362251" y="4686343"/>
            <a:ext cx="44445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zh-CN" sz="16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zh-CN" altLang="en-US" sz="16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0" name="文本框 309">
            <a:extLst>
              <a:ext uri="{FF2B5EF4-FFF2-40B4-BE49-F238E27FC236}">
                <a16:creationId xmlns:a16="http://schemas.microsoft.com/office/drawing/2014/main" id="{1DFD55FA-92AF-E617-EA15-9BDFC41BCEC1}"/>
              </a:ext>
            </a:extLst>
          </p:cNvPr>
          <p:cNvSpPr txBox="1"/>
          <p:nvPr/>
        </p:nvSpPr>
        <p:spPr>
          <a:xfrm>
            <a:off x="9023750" y="4704169"/>
            <a:ext cx="44445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zh-CN" sz="16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endParaRPr lang="zh-CN" altLang="en-US" sz="16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1" name="乘号 310">
            <a:extLst>
              <a:ext uri="{FF2B5EF4-FFF2-40B4-BE49-F238E27FC236}">
                <a16:creationId xmlns:a16="http://schemas.microsoft.com/office/drawing/2014/main" id="{EE07D948-B0F3-D401-6DCB-68DA77B4DB7E}"/>
              </a:ext>
            </a:extLst>
          </p:cNvPr>
          <p:cNvSpPr/>
          <p:nvPr/>
        </p:nvSpPr>
        <p:spPr>
          <a:xfrm>
            <a:off x="9260243" y="4740050"/>
            <a:ext cx="331040" cy="331040"/>
          </a:xfrm>
          <a:prstGeom prst="mathMultiply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12" name="弧形 311">
            <a:extLst>
              <a:ext uri="{FF2B5EF4-FFF2-40B4-BE49-F238E27FC236}">
                <a16:creationId xmlns:a16="http://schemas.microsoft.com/office/drawing/2014/main" id="{4522A3DE-3349-9C71-BE10-22AD7F04ACCA}"/>
              </a:ext>
            </a:extLst>
          </p:cNvPr>
          <p:cNvSpPr/>
          <p:nvPr/>
        </p:nvSpPr>
        <p:spPr>
          <a:xfrm rot="14093439">
            <a:off x="8847565" y="3764531"/>
            <a:ext cx="1183539" cy="1183539"/>
          </a:xfrm>
          <a:prstGeom prst="arc">
            <a:avLst>
              <a:gd name="adj1" fmla="val 16550847"/>
              <a:gd name="adj2" fmla="val 21395440"/>
            </a:avLst>
          </a:prstGeom>
          <a:ln w="19050">
            <a:solidFill>
              <a:schemeClr val="tx1"/>
            </a:solidFill>
            <a:prstDash val="sysDash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13" name="弧形 312">
            <a:extLst>
              <a:ext uri="{FF2B5EF4-FFF2-40B4-BE49-F238E27FC236}">
                <a16:creationId xmlns:a16="http://schemas.microsoft.com/office/drawing/2014/main" id="{234BEED9-B283-B7CF-C66C-940C71D493EB}"/>
              </a:ext>
            </a:extLst>
          </p:cNvPr>
          <p:cNvSpPr/>
          <p:nvPr/>
        </p:nvSpPr>
        <p:spPr>
          <a:xfrm rot="7612179">
            <a:off x="9319823" y="4053943"/>
            <a:ext cx="1183539" cy="1183539"/>
          </a:xfrm>
          <a:prstGeom prst="arc">
            <a:avLst>
              <a:gd name="adj1" fmla="val 16550847"/>
              <a:gd name="adj2" fmla="val 21395440"/>
            </a:avLst>
          </a:prstGeom>
          <a:ln w="19050">
            <a:solidFill>
              <a:schemeClr val="tx1"/>
            </a:solidFill>
            <a:prstDash val="sysDash"/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14" name="文本框 313">
            <a:extLst>
              <a:ext uri="{FF2B5EF4-FFF2-40B4-BE49-F238E27FC236}">
                <a16:creationId xmlns:a16="http://schemas.microsoft.com/office/drawing/2014/main" id="{8940C6E4-BD2F-5799-0C9B-F403D111D4B1}"/>
              </a:ext>
            </a:extLst>
          </p:cNvPr>
          <p:cNvSpPr txBox="1"/>
          <p:nvPr/>
        </p:nvSpPr>
        <p:spPr>
          <a:xfrm>
            <a:off x="8483148" y="4008694"/>
            <a:ext cx="4711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baseline="-5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CN" altLang="en-US" baseline="-5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5" name="文本框 314">
            <a:extLst>
              <a:ext uri="{FF2B5EF4-FFF2-40B4-BE49-F238E27FC236}">
                <a16:creationId xmlns:a16="http://schemas.microsoft.com/office/drawing/2014/main" id="{8DE2608A-23A4-6816-0F2D-B39667987BAE}"/>
              </a:ext>
            </a:extLst>
          </p:cNvPr>
          <p:cNvSpPr txBox="1"/>
          <p:nvPr/>
        </p:nvSpPr>
        <p:spPr>
          <a:xfrm>
            <a:off x="9755770" y="5305958"/>
            <a:ext cx="5301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i="1" baseline="-5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endParaRPr lang="zh-CN" altLang="en-US" baseline="-5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7" name="文本框 326">
            <a:extLst>
              <a:ext uri="{FF2B5EF4-FFF2-40B4-BE49-F238E27FC236}">
                <a16:creationId xmlns:a16="http://schemas.microsoft.com/office/drawing/2014/main" id="{9D2FA586-5B4F-D59E-FAE2-322931FCD735}"/>
              </a:ext>
            </a:extLst>
          </p:cNvPr>
          <p:cNvSpPr txBox="1"/>
          <p:nvPr/>
        </p:nvSpPr>
        <p:spPr>
          <a:xfrm>
            <a:off x="10182756" y="2962057"/>
            <a:ext cx="151859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altLang="zh-CN" sz="14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Step4. Deadlock ring formation</a:t>
            </a:r>
            <a:endParaRPr lang="zh-CN" altLang="en-US" sz="14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328" name="直接箭头连接符 327">
            <a:extLst>
              <a:ext uri="{FF2B5EF4-FFF2-40B4-BE49-F238E27FC236}">
                <a16:creationId xmlns:a16="http://schemas.microsoft.com/office/drawing/2014/main" id="{FC1B822D-7910-B6FE-8AF8-769F80FF7A10}"/>
              </a:ext>
            </a:extLst>
          </p:cNvPr>
          <p:cNvCxnSpPr/>
          <p:nvPr/>
        </p:nvCxnSpPr>
        <p:spPr>
          <a:xfrm>
            <a:off x="9863624" y="3157701"/>
            <a:ext cx="0" cy="317501"/>
          </a:xfrm>
          <a:prstGeom prst="straightConnector1">
            <a:avLst/>
          </a:prstGeom>
          <a:ln w="1905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9" name="文本框 328">
            <a:extLst>
              <a:ext uri="{FF2B5EF4-FFF2-40B4-BE49-F238E27FC236}">
                <a16:creationId xmlns:a16="http://schemas.microsoft.com/office/drawing/2014/main" id="{A46A607D-8FC6-C7F9-75D9-99697C64D4B4}"/>
              </a:ext>
            </a:extLst>
          </p:cNvPr>
          <p:cNvSpPr txBox="1"/>
          <p:nvPr/>
        </p:nvSpPr>
        <p:spPr>
          <a:xfrm>
            <a:off x="10193412" y="5133748"/>
            <a:ext cx="147819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altLang="zh-CN" sz="14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Step5 .Deadlock ring resolution </a:t>
            </a:r>
            <a:endParaRPr lang="zh-CN" altLang="en-US" sz="14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407" name="文本框 406">
            <a:extLst>
              <a:ext uri="{FF2B5EF4-FFF2-40B4-BE49-F238E27FC236}">
                <a16:creationId xmlns:a16="http://schemas.microsoft.com/office/drawing/2014/main" id="{6FCE6A8A-613A-B578-BE31-76965CBEB46A}"/>
              </a:ext>
            </a:extLst>
          </p:cNvPr>
          <p:cNvSpPr txBox="1"/>
          <p:nvPr/>
        </p:nvSpPr>
        <p:spPr>
          <a:xfrm>
            <a:off x="1239856" y="4074912"/>
            <a:ext cx="35886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sz="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CN" altLang="en-US" sz="8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08" name="文本框 407">
            <a:extLst>
              <a:ext uri="{FF2B5EF4-FFF2-40B4-BE49-F238E27FC236}">
                <a16:creationId xmlns:a16="http://schemas.microsoft.com/office/drawing/2014/main" id="{36680D83-D22F-9D2D-EA68-8FF943DF2490}"/>
              </a:ext>
            </a:extLst>
          </p:cNvPr>
          <p:cNvSpPr txBox="1"/>
          <p:nvPr/>
        </p:nvSpPr>
        <p:spPr>
          <a:xfrm>
            <a:off x="1664355" y="4081177"/>
            <a:ext cx="345017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sz="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21</a:t>
            </a:r>
            <a:endParaRPr lang="zh-CN" altLang="en-US" sz="8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09" name="文本框 408">
            <a:extLst>
              <a:ext uri="{FF2B5EF4-FFF2-40B4-BE49-F238E27FC236}">
                <a16:creationId xmlns:a16="http://schemas.microsoft.com/office/drawing/2014/main" id="{7F62FB53-35B1-539B-350E-4D729C3D4C44}"/>
              </a:ext>
            </a:extLst>
          </p:cNvPr>
          <p:cNvSpPr txBox="1"/>
          <p:nvPr/>
        </p:nvSpPr>
        <p:spPr>
          <a:xfrm>
            <a:off x="1238931" y="4578621"/>
            <a:ext cx="345017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sz="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32</a:t>
            </a:r>
            <a:endParaRPr lang="zh-CN" altLang="en-US" sz="8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28" name="矩形 527">
            <a:extLst>
              <a:ext uri="{FF2B5EF4-FFF2-40B4-BE49-F238E27FC236}">
                <a16:creationId xmlns:a16="http://schemas.microsoft.com/office/drawing/2014/main" id="{3DB2921B-C3DE-9259-0DE0-F2BFC00962AE}"/>
              </a:ext>
            </a:extLst>
          </p:cNvPr>
          <p:cNvSpPr/>
          <p:nvPr/>
        </p:nvSpPr>
        <p:spPr>
          <a:xfrm rot="5400000">
            <a:off x="2933947" y="1619325"/>
            <a:ext cx="334923" cy="142683"/>
          </a:xfrm>
          <a:prstGeom prst="rect">
            <a:avLst/>
          </a:prstGeom>
          <a:solidFill>
            <a:srgbClr val="C55A1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500" baseline="-25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29" name="矩形 528">
            <a:extLst>
              <a:ext uri="{FF2B5EF4-FFF2-40B4-BE49-F238E27FC236}">
                <a16:creationId xmlns:a16="http://schemas.microsoft.com/office/drawing/2014/main" id="{1215BDFB-DBEE-E4AB-71B3-3B6CDFF6C0E0}"/>
              </a:ext>
            </a:extLst>
          </p:cNvPr>
          <p:cNvSpPr/>
          <p:nvPr/>
        </p:nvSpPr>
        <p:spPr>
          <a:xfrm rot="10800000">
            <a:off x="2085388" y="2712068"/>
            <a:ext cx="334923" cy="142683"/>
          </a:xfrm>
          <a:prstGeom prst="rect">
            <a:avLst/>
          </a:prstGeom>
          <a:solidFill>
            <a:srgbClr val="C55A1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500" baseline="-25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30" name="文本框 529">
            <a:extLst>
              <a:ext uri="{FF2B5EF4-FFF2-40B4-BE49-F238E27FC236}">
                <a16:creationId xmlns:a16="http://schemas.microsoft.com/office/drawing/2014/main" id="{5ECCBD00-CD76-3584-8E96-1CC0BFEEBDF1}"/>
              </a:ext>
            </a:extLst>
          </p:cNvPr>
          <p:cNvSpPr txBox="1"/>
          <p:nvPr/>
        </p:nvSpPr>
        <p:spPr>
          <a:xfrm rot="5400000">
            <a:off x="798675" y="1885927"/>
            <a:ext cx="34605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sz="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52</a:t>
            </a:r>
            <a:endParaRPr lang="zh-CN" altLang="en-US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31" name="文本框 530">
            <a:extLst>
              <a:ext uri="{FF2B5EF4-FFF2-40B4-BE49-F238E27FC236}">
                <a16:creationId xmlns:a16="http://schemas.microsoft.com/office/drawing/2014/main" id="{2E2C3CAE-0DB4-7E71-50FF-D5AE16E2130F}"/>
              </a:ext>
            </a:extLst>
          </p:cNvPr>
          <p:cNvSpPr txBox="1"/>
          <p:nvPr/>
        </p:nvSpPr>
        <p:spPr>
          <a:xfrm>
            <a:off x="493676" y="1799998"/>
            <a:ext cx="34605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sz="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51</a:t>
            </a:r>
            <a:endParaRPr lang="zh-CN" altLang="en-US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33" name="矩形 532">
            <a:extLst>
              <a:ext uri="{FF2B5EF4-FFF2-40B4-BE49-F238E27FC236}">
                <a16:creationId xmlns:a16="http://schemas.microsoft.com/office/drawing/2014/main" id="{A7815307-347C-052A-5C5B-DD9EC48952FC}"/>
              </a:ext>
            </a:extLst>
          </p:cNvPr>
          <p:cNvSpPr/>
          <p:nvPr/>
        </p:nvSpPr>
        <p:spPr>
          <a:xfrm rot="10800000">
            <a:off x="5107952" y="2618694"/>
            <a:ext cx="334923" cy="142683"/>
          </a:xfrm>
          <a:prstGeom prst="rect">
            <a:avLst/>
          </a:prstGeom>
          <a:solidFill>
            <a:srgbClr val="7C7C7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500" baseline="-25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34" name="文本框 533">
            <a:extLst>
              <a:ext uri="{FF2B5EF4-FFF2-40B4-BE49-F238E27FC236}">
                <a16:creationId xmlns:a16="http://schemas.microsoft.com/office/drawing/2014/main" id="{DE493F6D-E734-A03C-5F20-7EB4831E1B2C}"/>
              </a:ext>
            </a:extLst>
          </p:cNvPr>
          <p:cNvSpPr txBox="1"/>
          <p:nvPr/>
        </p:nvSpPr>
        <p:spPr>
          <a:xfrm>
            <a:off x="798675" y="2235677"/>
            <a:ext cx="34605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sz="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62</a:t>
            </a:r>
            <a:endParaRPr lang="zh-CN" altLang="en-US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35" name="矩形 534">
            <a:extLst>
              <a:ext uri="{FF2B5EF4-FFF2-40B4-BE49-F238E27FC236}">
                <a16:creationId xmlns:a16="http://schemas.microsoft.com/office/drawing/2014/main" id="{A9193309-6DBB-2359-A3CA-6C32D2A5AB7F}"/>
              </a:ext>
            </a:extLst>
          </p:cNvPr>
          <p:cNvSpPr/>
          <p:nvPr/>
        </p:nvSpPr>
        <p:spPr>
          <a:xfrm rot="16200000">
            <a:off x="3944902" y="1607973"/>
            <a:ext cx="334923" cy="142683"/>
          </a:xfrm>
          <a:prstGeom prst="rect">
            <a:avLst/>
          </a:prstGeom>
          <a:solidFill>
            <a:srgbClr val="7C7C7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500" baseline="-25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36" name="文本框 535">
            <a:extLst>
              <a:ext uri="{FF2B5EF4-FFF2-40B4-BE49-F238E27FC236}">
                <a16:creationId xmlns:a16="http://schemas.microsoft.com/office/drawing/2014/main" id="{AB3D6A27-3539-3B6D-345B-E3254282626E}"/>
              </a:ext>
            </a:extLst>
          </p:cNvPr>
          <p:cNvSpPr txBox="1"/>
          <p:nvPr/>
        </p:nvSpPr>
        <p:spPr>
          <a:xfrm rot="5400000">
            <a:off x="1358600" y="1833305"/>
            <a:ext cx="34605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sz="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61</a:t>
            </a:r>
            <a:endParaRPr lang="zh-CN" altLang="en-US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37" name="矩形 536">
            <a:extLst>
              <a:ext uri="{FF2B5EF4-FFF2-40B4-BE49-F238E27FC236}">
                <a16:creationId xmlns:a16="http://schemas.microsoft.com/office/drawing/2014/main" id="{DFD07613-17C2-9185-B40A-844CFBDC4006}"/>
              </a:ext>
            </a:extLst>
          </p:cNvPr>
          <p:cNvSpPr/>
          <p:nvPr/>
        </p:nvSpPr>
        <p:spPr>
          <a:xfrm rot="10800000">
            <a:off x="1887879" y="3469658"/>
            <a:ext cx="334923" cy="142683"/>
          </a:xfrm>
          <a:prstGeom prst="rect">
            <a:avLst/>
          </a:prstGeom>
          <a:solidFill>
            <a:srgbClr val="54823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500" baseline="-25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39" name="矩形 538">
            <a:extLst>
              <a:ext uri="{FF2B5EF4-FFF2-40B4-BE49-F238E27FC236}">
                <a16:creationId xmlns:a16="http://schemas.microsoft.com/office/drawing/2014/main" id="{6753F97E-E40B-0EE2-2F52-043F40E8DD1F}"/>
              </a:ext>
            </a:extLst>
          </p:cNvPr>
          <p:cNvSpPr/>
          <p:nvPr/>
        </p:nvSpPr>
        <p:spPr>
          <a:xfrm rot="16200000">
            <a:off x="2873423" y="4269804"/>
            <a:ext cx="334923" cy="142683"/>
          </a:xfrm>
          <a:prstGeom prst="rect">
            <a:avLst/>
          </a:prstGeom>
          <a:solidFill>
            <a:srgbClr val="54823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500" baseline="-25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41" name="文本框 540">
            <a:extLst>
              <a:ext uri="{FF2B5EF4-FFF2-40B4-BE49-F238E27FC236}">
                <a16:creationId xmlns:a16="http://schemas.microsoft.com/office/drawing/2014/main" id="{5D57E973-DE70-C2B8-B42B-2CC5E617AB4E}"/>
              </a:ext>
            </a:extLst>
          </p:cNvPr>
          <p:cNvSpPr txBox="1"/>
          <p:nvPr/>
        </p:nvSpPr>
        <p:spPr>
          <a:xfrm>
            <a:off x="25633" y="3595002"/>
            <a:ext cx="34605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sz="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72</a:t>
            </a:r>
            <a:endParaRPr lang="zh-CN" altLang="en-US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38" name="文本框 537">
            <a:extLst>
              <a:ext uri="{FF2B5EF4-FFF2-40B4-BE49-F238E27FC236}">
                <a16:creationId xmlns:a16="http://schemas.microsoft.com/office/drawing/2014/main" id="{C256A6B2-E350-F89E-0FDE-EE5788FAC5BC}"/>
              </a:ext>
            </a:extLst>
          </p:cNvPr>
          <p:cNvSpPr txBox="1"/>
          <p:nvPr/>
        </p:nvSpPr>
        <p:spPr>
          <a:xfrm rot="5400000">
            <a:off x="805872" y="3794164"/>
            <a:ext cx="34605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sz="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71</a:t>
            </a:r>
            <a:endParaRPr lang="zh-CN" altLang="en-US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43" name="矩形 542">
            <a:extLst>
              <a:ext uri="{FF2B5EF4-FFF2-40B4-BE49-F238E27FC236}">
                <a16:creationId xmlns:a16="http://schemas.microsoft.com/office/drawing/2014/main" id="{EB8A866F-405C-F055-F10E-9182A37D2F7A}"/>
              </a:ext>
            </a:extLst>
          </p:cNvPr>
          <p:cNvSpPr/>
          <p:nvPr/>
        </p:nvSpPr>
        <p:spPr>
          <a:xfrm rot="10800000">
            <a:off x="4881906" y="3483251"/>
            <a:ext cx="334923" cy="142683"/>
          </a:xfrm>
          <a:prstGeom prst="rect">
            <a:avLst/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500" baseline="-25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44" name="矩形 543">
            <a:extLst>
              <a:ext uri="{FF2B5EF4-FFF2-40B4-BE49-F238E27FC236}">
                <a16:creationId xmlns:a16="http://schemas.microsoft.com/office/drawing/2014/main" id="{3495FE8D-FE30-C094-3203-F2FDDC688042}"/>
              </a:ext>
            </a:extLst>
          </p:cNvPr>
          <p:cNvSpPr/>
          <p:nvPr/>
        </p:nvSpPr>
        <p:spPr>
          <a:xfrm rot="16200000">
            <a:off x="3994513" y="4095073"/>
            <a:ext cx="334923" cy="142683"/>
          </a:xfrm>
          <a:prstGeom prst="rect">
            <a:avLst/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500" baseline="-25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45" name="文本框 544">
            <a:extLst>
              <a:ext uri="{FF2B5EF4-FFF2-40B4-BE49-F238E27FC236}">
                <a16:creationId xmlns:a16="http://schemas.microsoft.com/office/drawing/2014/main" id="{87D63809-2434-3BA8-15F8-DB46D9E58270}"/>
              </a:ext>
            </a:extLst>
          </p:cNvPr>
          <p:cNvSpPr txBox="1"/>
          <p:nvPr/>
        </p:nvSpPr>
        <p:spPr>
          <a:xfrm rot="5400000">
            <a:off x="4502559" y="4360829"/>
            <a:ext cx="34605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sz="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82</a:t>
            </a:r>
            <a:endParaRPr lang="zh-CN" altLang="en-US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42" name="文本框 541">
            <a:extLst>
              <a:ext uri="{FF2B5EF4-FFF2-40B4-BE49-F238E27FC236}">
                <a16:creationId xmlns:a16="http://schemas.microsoft.com/office/drawing/2014/main" id="{61978FED-83D5-12C6-AD8E-F9930F644A41}"/>
              </a:ext>
            </a:extLst>
          </p:cNvPr>
          <p:cNvSpPr txBox="1"/>
          <p:nvPr/>
        </p:nvSpPr>
        <p:spPr>
          <a:xfrm>
            <a:off x="5317726" y="3988901"/>
            <a:ext cx="34605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sz="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81</a:t>
            </a:r>
            <a:endParaRPr lang="zh-CN" altLang="en-US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46" name="文本框 545">
            <a:extLst>
              <a:ext uri="{FF2B5EF4-FFF2-40B4-BE49-F238E27FC236}">
                <a16:creationId xmlns:a16="http://schemas.microsoft.com/office/drawing/2014/main" id="{D6D53F39-9B43-FFC7-A8AA-CAF0EE129B87}"/>
              </a:ext>
            </a:extLst>
          </p:cNvPr>
          <p:cNvSpPr txBox="1"/>
          <p:nvPr/>
        </p:nvSpPr>
        <p:spPr>
          <a:xfrm>
            <a:off x="4057784" y="6421325"/>
            <a:ext cx="51956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Figure 3 Collision point deadlock detection-crack</a:t>
            </a:r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87122F32-D3ED-000F-EE9C-7DCEB634DB4F}"/>
              </a:ext>
            </a:extLst>
          </p:cNvPr>
          <p:cNvSpPr/>
          <p:nvPr/>
        </p:nvSpPr>
        <p:spPr>
          <a:xfrm>
            <a:off x="1230190" y="4347439"/>
            <a:ext cx="294059" cy="162511"/>
          </a:xfrm>
          <a:prstGeom prst="rect">
            <a:avLst/>
          </a:prstGeom>
          <a:solidFill>
            <a:srgbClr val="7C7C7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500" baseline="-25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0FE35FED-F01E-E561-D692-56F65F10558B}"/>
              </a:ext>
            </a:extLst>
          </p:cNvPr>
          <p:cNvSpPr/>
          <p:nvPr/>
        </p:nvSpPr>
        <p:spPr>
          <a:xfrm>
            <a:off x="1669878" y="4343751"/>
            <a:ext cx="294059" cy="162511"/>
          </a:xfrm>
          <a:prstGeom prst="rect">
            <a:avLst/>
          </a:prstGeom>
          <a:solidFill>
            <a:srgbClr val="C55A1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500" baseline="-25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3956BAB5-E09D-EBC9-EABA-F0B1F46F5091}"/>
              </a:ext>
            </a:extLst>
          </p:cNvPr>
          <p:cNvSpPr/>
          <p:nvPr/>
        </p:nvSpPr>
        <p:spPr>
          <a:xfrm>
            <a:off x="1230118" y="5180712"/>
            <a:ext cx="294059" cy="162511"/>
          </a:xfrm>
          <a:prstGeom prst="rect">
            <a:avLst/>
          </a:prstGeom>
          <a:solidFill>
            <a:srgbClr val="7C7C7C"/>
          </a:solidFill>
          <a:ln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500" baseline="-25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679B15F0-A9E5-7BB0-DD9F-85B414B170BE}"/>
              </a:ext>
            </a:extLst>
          </p:cNvPr>
          <p:cNvSpPr txBox="1"/>
          <p:nvPr/>
        </p:nvSpPr>
        <p:spPr>
          <a:xfrm>
            <a:off x="1231029" y="4327757"/>
            <a:ext cx="345017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sz="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22</a:t>
            </a:r>
            <a:endParaRPr lang="zh-CN" altLang="en-US" sz="8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1D9C895-46B1-DFDE-89C1-42831A0D1010}"/>
              </a:ext>
            </a:extLst>
          </p:cNvPr>
          <p:cNvSpPr txBox="1"/>
          <p:nvPr/>
        </p:nvSpPr>
        <p:spPr>
          <a:xfrm>
            <a:off x="1664355" y="4325542"/>
            <a:ext cx="345017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sz="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31</a:t>
            </a:r>
            <a:endParaRPr lang="zh-CN" altLang="en-US" sz="8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55DC0583-83DE-32CF-9D14-037F600D3380}"/>
              </a:ext>
            </a:extLst>
          </p:cNvPr>
          <p:cNvSpPr txBox="1"/>
          <p:nvPr/>
        </p:nvSpPr>
        <p:spPr>
          <a:xfrm>
            <a:off x="1685313" y="4572527"/>
            <a:ext cx="375221" cy="3009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sz="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endParaRPr lang="zh-CN" altLang="en-US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574C88DF-4D63-0313-D919-76EF31F4399B}"/>
              </a:ext>
            </a:extLst>
          </p:cNvPr>
          <p:cNvSpPr txBox="1"/>
          <p:nvPr/>
        </p:nvSpPr>
        <p:spPr>
          <a:xfrm>
            <a:off x="1215649" y="5163544"/>
            <a:ext cx="36829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sz="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22</a:t>
            </a:r>
            <a:endParaRPr lang="zh-CN" altLang="en-US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D97C195E-94CA-9688-0D0F-812AB44CC614}"/>
              </a:ext>
            </a:extLst>
          </p:cNvPr>
          <p:cNvSpPr txBox="1"/>
          <p:nvPr/>
        </p:nvSpPr>
        <p:spPr>
          <a:xfrm>
            <a:off x="1228788" y="5441524"/>
            <a:ext cx="35516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sz="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32</a:t>
            </a:r>
            <a:endParaRPr lang="zh-CN" altLang="en-US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6" name="椭圆 35">
            <a:extLst>
              <a:ext uri="{FF2B5EF4-FFF2-40B4-BE49-F238E27FC236}">
                <a16:creationId xmlns:a16="http://schemas.microsoft.com/office/drawing/2014/main" id="{7B76F7E6-A397-21A8-6EB1-5D5B67099583}"/>
              </a:ext>
            </a:extLst>
          </p:cNvPr>
          <p:cNvSpPr/>
          <p:nvPr/>
        </p:nvSpPr>
        <p:spPr>
          <a:xfrm>
            <a:off x="3592254" y="2870270"/>
            <a:ext cx="46600" cy="41802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1" name="椭圆 40">
            <a:extLst>
              <a:ext uri="{FF2B5EF4-FFF2-40B4-BE49-F238E27FC236}">
                <a16:creationId xmlns:a16="http://schemas.microsoft.com/office/drawing/2014/main" id="{2636C5A4-4C82-969C-319B-0101316DE801}"/>
              </a:ext>
            </a:extLst>
          </p:cNvPr>
          <p:cNvSpPr/>
          <p:nvPr/>
        </p:nvSpPr>
        <p:spPr>
          <a:xfrm>
            <a:off x="3609204" y="3369570"/>
            <a:ext cx="46600" cy="41802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403265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E557D9-054A-FEFB-48D3-147EDF4B15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6" name="文本框 545">
            <a:extLst>
              <a:ext uri="{FF2B5EF4-FFF2-40B4-BE49-F238E27FC236}">
                <a16:creationId xmlns:a16="http://schemas.microsoft.com/office/drawing/2014/main" id="{35FEDC22-533B-0251-4AE9-0A68CE78D979}"/>
              </a:ext>
            </a:extLst>
          </p:cNvPr>
          <p:cNvSpPr txBox="1"/>
          <p:nvPr/>
        </p:nvSpPr>
        <p:spPr>
          <a:xfrm>
            <a:off x="3657453" y="8067245"/>
            <a:ext cx="51956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Figure 3 Collision point deadlock detection-crack</a:t>
            </a:r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grpSp>
        <p:nvGrpSpPr>
          <p:cNvPr id="571" name="组合 570">
            <a:extLst>
              <a:ext uri="{FF2B5EF4-FFF2-40B4-BE49-F238E27FC236}">
                <a16:creationId xmlns:a16="http://schemas.microsoft.com/office/drawing/2014/main" id="{59ED0499-6483-110D-258B-3A7EF78E1C53}"/>
              </a:ext>
            </a:extLst>
          </p:cNvPr>
          <p:cNvGrpSpPr/>
          <p:nvPr/>
        </p:nvGrpSpPr>
        <p:grpSpPr>
          <a:xfrm>
            <a:off x="1696312" y="-67194"/>
            <a:ext cx="3722469" cy="3045241"/>
            <a:chOff x="1692381" y="-98626"/>
            <a:chExt cx="3801162" cy="3213358"/>
          </a:xfrm>
        </p:grpSpPr>
        <p:sp>
          <p:nvSpPr>
            <p:cNvPr id="229" name="文本框 228">
              <a:extLst>
                <a:ext uri="{FF2B5EF4-FFF2-40B4-BE49-F238E27FC236}">
                  <a16:creationId xmlns:a16="http://schemas.microsoft.com/office/drawing/2014/main" id="{E9CD5633-FAB9-8C77-4ABB-86494EB0F044}"/>
                </a:ext>
              </a:extLst>
            </p:cNvPr>
            <p:cNvSpPr txBox="1"/>
            <p:nvPr/>
          </p:nvSpPr>
          <p:spPr>
            <a:xfrm>
              <a:off x="2696882" y="-98626"/>
              <a:ext cx="545107" cy="4221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L</a:t>
              </a:r>
              <a:r>
                <a:rPr lang="en-US" altLang="zh-CN" sz="20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  <a:endParaRPr lang="zh-CN" altLang="en-US" sz="2000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562" name="组合 561">
              <a:extLst>
                <a:ext uri="{FF2B5EF4-FFF2-40B4-BE49-F238E27FC236}">
                  <a16:creationId xmlns:a16="http://schemas.microsoft.com/office/drawing/2014/main" id="{841BC84E-CCD7-2DC1-84D0-2DCB93B6FE5B}"/>
                </a:ext>
              </a:extLst>
            </p:cNvPr>
            <p:cNvGrpSpPr/>
            <p:nvPr/>
          </p:nvGrpSpPr>
          <p:grpSpPr>
            <a:xfrm>
              <a:off x="1692381" y="-87015"/>
              <a:ext cx="3801162" cy="3201747"/>
              <a:chOff x="1598057" y="54741"/>
              <a:chExt cx="4103526" cy="3505103"/>
            </a:xfrm>
          </p:grpSpPr>
          <p:sp>
            <p:nvSpPr>
              <p:cNvPr id="180" name="矩形 179">
                <a:extLst>
                  <a:ext uri="{FF2B5EF4-FFF2-40B4-BE49-F238E27FC236}">
                    <a16:creationId xmlns:a16="http://schemas.microsoft.com/office/drawing/2014/main" id="{91FD0B34-7739-10BD-EDF9-52D8D51F72F6}"/>
                  </a:ext>
                </a:extLst>
              </p:cNvPr>
              <p:cNvSpPr/>
              <p:nvPr/>
            </p:nvSpPr>
            <p:spPr>
              <a:xfrm>
                <a:off x="3495429" y="1563437"/>
                <a:ext cx="230558" cy="130690"/>
              </a:xfrm>
              <a:prstGeom prst="rect">
                <a:avLst/>
              </a:prstGeom>
              <a:solidFill>
                <a:schemeClr val="accent5">
                  <a:lumMod val="75000"/>
                </a:schemeClr>
              </a:solidFill>
              <a:ln>
                <a:solidFill>
                  <a:schemeClr val="accent5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500" baseline="-250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37" name="弧形 36">
                <a:extLst>
                  <a:ext uri="{FF2B5EF4-FFF2-40B4-BE49-F238E27FC236}">
                    <a16:creationId xmlns:a16="http://schemas.microsoft.com/office/drawing/2014/main" id="{9F2B8111-95BF-04E1-088C-5179F3FC3DBD}"/>
                  </a:ext>
                </a:extLst>
              </p:cNvPr>
              <p:cNvSpPr/>
              <p:nvPr/>
            </p:nvSpPr>
            <p:spPr>
              <a:xfrm>
                <a:off x="2140271" y="1649711"/>
                <a:ext cx="1416299" cy="1247547"/>
              </a:xfrm>
              <a:prstGeom prst="arc">
                <a:avLst>
                  <a:gd name="adj1" fmla="val 16440996"/>
                  <a:gd name="adj2" fmla="val 21068784"/>
                </a:avLst>
              </a:prstGeom>
              <a:ln w="28575">
                <a:solidFill>
                  <a:srgbClr val="92D050"/>
                </a:solidFill>
                <a:headEnd type="triangl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34" name="弧形 33">
                <a:extLst>
                  <a:ext uri="{FF2B5EF4-FFF2-40B4-BE49-F238E27FC236}">
                    <a16:creationId xmlns:a16="http://schemas.microsoft.com/office/drawing/2014/main" id="{2974B270-2CD6-2921-9BF2-389303648C57}"/>
                  </a:ext>
                </a:extLst>
              </p:cNvPr>
              <p:cNvSpPr/>
              <p:nvPr/>
            </p:nvSpPr>
            <p:spPr>
              <a:xfrm rot="10800000" flipH="1">
                <a:off x="2124645" y="512696"/>
                <a:ext cx="1416299" cy="1312469"/>
              </a:xfrm>
              <a:prstGeom prst="arc">
                <a:avLst>
                  <a:gd name="adj1" fmla="val 16257973"/>
                  <a:gd name="adj2" fmla="val 379"/>
                </a:avLst>
              </a:prstGeom>
              <a:ln w="28575">
                <a:solidFill>
                  <a:schemeClr val="accent5">
                    <a:lumMod val="75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16" name="文本框 15">
                <a:extLst>
                  <a:ext uri="{FF2B5EF4-FFF2-40B4-BE49-F238E27FC236}">
                    <a16:creationId xmlns:a16="http://schemas.microsoft.com/office/drawing/2014/main" id="{FF59815E-E764-01B1-372F-EEE5241D0265}"/>
                  </a:ext>
                </a:extLst>
              </p:cNvPr>
              <p:cNvSpPr txBox="1"/>
              <p:nvPr/>
            </p:nvSpPr>
            <p:spPr>
              <a:xfrm>
                <a:off x="5232582" y="1711535"/>
                <a:ext cx="469001" cy="46220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</a:t>
                </a:r>
                <a:r>
                  <a:rPr lang="en-US" altLang="zh-CN" sz="2000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:endParaRPr lang="zh-CN" altLang="en-US" sz="20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7" name="文本框 16">
                <a:extLst>
                  <a:ext uri="{FF2B5EF4-FFF2-40B4-BE49-F238E27FC236}">
                    <a16:creationId xmlns:a16="http://schemas.microsoft.com/office/drawing/2014/main" id="{284137F5-897A-90BA-166F-040435ADC886}"/>
                  </a:ext>
                </a:extLst>
              </p:cNvPr>
              <p:cNvSpPr txBox="1"/>
              <p:nvPr/>
            </p:nvSpPr>
            <p:spPr>
              <a:xfrm>
                <a:off x="1598057" y="1388476"/>
                <a:ext cx="605020" cy="46220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</a:t>
                </a:r>
                <a:r>
                  <a:rPr lang="en-US" altLang="zh-CN" sz="2000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  <a:endParaRPr lang="zh-CN" altLang="en-US" sz="20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9" name="文本框 18">
                <a:extLst>
                  <a:ext uri="{FF2B5EF4-FFF2-40B4-BE49-F238E27FC236}">
                    <a16:creationId xmlns:a16="http://schemas.microsoft.com/office/drawing/2014/main" id="{A72F2BDD-6F55-A8D9-37A7-EC752A502E44}"/>
                  </a:ext>
                </a:extLst>
              </p:cNvPr>
              <p:cNvSpPr txBox="1"/>
              <p:nvPr/>
            </p:nvSpPr>
            <p:spPr>
              <a:xfrm>
                <a:off x="3434244" y="3097643"/>
                <a:ext cx="567709" cy="46220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</a:t>
                </a:r>
                <a:r>
                  <a:rPr lang="en-US" altLang="zh-CN" sz="2000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3</a:t>
                </a:r>
                <a:endParaRPr lang="zh-CN" altLang="en-US" sz="20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grpSp>
            <p:nvGrpSpPr>
              <p:cNvPr id="25" name="组合 24">
                <a:extLst>
                  <a:ext uri="{FF2B5EF4-FFF2-40B4-BE49-F238E27FC236}">
                    <a16:creationId xmlns:a16="http://schemas.microsoft.com/office/drawing/2014/main" id="{BB4A704F-902A-2B40-EA52-6859B91F337F}"/>
                  </a:ext>
                </a:extLst>
              </p:cNvPr>
              <p:cNvGrpSpPr/>
              <p:nvPr/>
            </p:nvGrpSpPr>
            <p:grpSpPr>
              <a:xfrm>
                <a:off x="1893192" y="149999"/>
                <a:ext cx="3416170" cy="3174336"/>
                <a:chOff x="1514658" y="1207760"/>
                <a:chExt cx="4357065" cy="3947232"/>
              </a:xfrm>
            </p:grpSpPr>
            <p:cxnSp>
              <p:nvCxnSpPr>
                <p:cNvPr id="5" name="直接箭头连接符 4">
                  <a:extLst>
                    <a:ext uri="{FF2B5EF4-FFF2-40B4-BE49-F238E27FC236}">
                      <a16:creationId xmlns:a16="http://schemas.microsoft.com/office/drawing/2014/main" id="{88540061-34E0-A497-554A-A5898E72BF5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514658" y="3299747"/>
                  <a:ext cx="4357065" cy="0"/>
                </a:xfrm>
                <a:prstGeom prst="straightConnector1">
                  <a:avLst/>
                </a:prstGeom>
                <a:ln w="28575">
                  <a:solidFill>
                    <a:schemeClr val="accent5">
                      <a:lumMod val="75000"/>
                    </a:schemeClr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" name="直接箭头连接符 6">
                  <a:extLst>
                    <a:ext uri="{FF2B5EF4-FFF2-40B4-BE49-F238E27FC236}">
                      <a16:creationId xmlns:a16="http://schemas.microsoft.com/office/drawing/2014/main" id="{2BF154E4-5F19-7B0E-5FC8-2A9BFEB1F3B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361052" y="1207761"/>
                  <a:ext cx="0" cy="3914692"/>
                </a:xfrm>
                <a:prstGeom prst="straightConnector1">
                  <a:avLst/>
                </a:prstGeom>
                <a:ln w="28575">
                  <a:solidFill>
                    <a:schemeClr val="accent6">
                      <a:lumMod val="75000"/>
                    </a:schemeClr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" name="直接箭头连接符 7">
                  <a:extLst>
                    <a:ext uri="{FF2B5EF4-FFF2-40B4-BE49-F238E27FC236}">
                      <a16:creationId xmlns:a16="http://schemas.microsoft.com/office/drawing/2014/main" id="{C279D24D-5717-E34C-4AEF-E1F3A641066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1514658" y="3041067"/>
                  <a:ext cx="4344657" cy="28514"/>
                </a:xfrm>
                <a:prstGeom prst="straightConnector1">
                  <a:avLst/>
                </a:prstGeom>
                <a:ln w="28575">
                  <a:solidFill>
                    <a:schemeClr val="accent3">
                      <a:lumMod val="75000"/>
                    </a:schemeClr>
                  </a:solidFill>
                  <a:headEnd type="triangl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grpSp>
              <p:nvGrpSpPr>
                <p:cNvPr id="127" name="组合 126">
                  <a:extLst>
                    <a:ext uri="{FF2B5EF4-FFF2-40B4-BE49-F238E27FC236}">
                      <a16:creationId xmlns:a16="http://schemas.microsoft.com/office/drawing/2014/main" id="{F289E60D-692B-EB41-D03A-719ABE2FFDA8}"/>
                    </a:ext>
                  </a:extLst>
                </p:cNvPr>
                <p:cNvGrpSpPr/>
                <p:nvPr/>
              </p:nvGrpSpPr>
              <p:grpSpPr>
                <a:xfrm>
                  <a:off x="3919747" y="1207760"/>
                  <a:ext cx="1863719" cy="1620387"/>
                  <a:chOff x="3953472" y="-518855"/>
                  <a:chExt cx="2945262" cy="2854671"/>
                </a:xfrm>
              </p:grpSpPr>
              <p:cxnSp>
                <p:nvCxnSpPr>
                  <p:cNvPr id="108" name="直接箭头连接符 107">
                    <a:extLst>
                      <a:ext uri="{FF2B5EF4-FFF2-40B4-BE49-F238E27FC236}">
                        <a16:creationId xmlns:a16="http://schemas.microsoft.com/office/drawing/2014/main" id="{99902D5E-0EE2-A5F1-D8C3-E38C6121DD82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4557304" y="2330127"/>
                    <a:ext cx="2341430" cy="0"/>
                  </a:xfrm>
                  <a:prstGeom prst="straightConnector1">
                    <a:avLst/>
                  </a:prstGeom>
                  <a:ln w="28575">
                    <a:solidFill>
                      <a:schemeClr val="accent3">
                        <a:lumMod val="75000"/>
                      </a:schemeClr>
                    </a:solidFill>
                    <a:headEnd type="triangle" w="med" len="med"/>
                    <a:tailEnd type="none" w="med" len="med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124" name="弧形 123">
                    <a:extLst>
                      <a:ext uri="{FF2B5EF4-FFF2-40B4-BE49-F238E27FC236}">
                        <a16:creationId xmlns:a16="http://schemas.microsoft.com/office/drawing/2014/main" id="{2D4C89EC-0D8D-D0CC-DD02-C3ECD30D693F}"/>
                      </a:ext>
                    </a:extLst>
                  </p:cNvPr>
                  <p:cNvSpPr/>
                  <p:nvPr/>
                </p:nvSpPr>
                <p:spPr>
                  <a:xfrm rot="10800000">
                    <a:off x="3953472" y="670523"/>
                    <a:ext cx="1309296" cy="1665293"/>
                  </a:xfrm>
                  <a:prstGeom prst="arc">
                    <a:avLst/>
                  </a:prstGeom>
                  <a:ln w="28575">
                    <a:solidFill>
                      <a:schemeClr val="accent3">
                        <a:lumMod val="75000"/>
                      </a:schemeClr>
                    </a:solidFill>
                    <a:headEnd type="none" w="med" len="med"/>
                    <a:tailEnd type="none" w="med" len="med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cxnSp>
                <p:nvCxnSpPr>
                  <p:cNvPr id="125" name="直接箭头连接符 124">
                    <a:extLst>
                      <a:ext uri="{FF2B5EF4-FFF2-40B4-BE49-F238E27FC236}">
                        <a16:creationId xmlns:a16="http://schemas.microsoft.com/office/drawing/2014/main" id="{2A2FB45A-96BC-4749-603B-100391E24F8C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3958015" y="-518855"/>
                    <a:ext cx="1003" cy="2072316"/>
                  </a:xfrm>
                  <a:prstGeom prst="straightConnector1">
                    <a:avLst/>
                  </a:prstGeom>
                  <a:ln w="28575">
                    <a:solidFill>
                      <a:schemeClr val="accent3">
                        <a:lumMod val="75000"/>
                      </a:schemeClr>
                    </a:solidFill>
                    <a:headEnd type="triangle" w="med" len="med"/>
                    <a:tailEnd type="none" w="med" len="med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129" name="组合 128">
                  <a:extLst>
                    <a:ext uri="{FF2B5EF4-FFF2-40B4-BE49-F238E27FC236}">
                      <a16:creationId xmlns:a16="http://schemas.microsoft.com/office/drawing/2014/main" id="{4339F601-457F-A9D0-1E8F-44BEAADF9ACD}"/>
                    </a:ext>
                  </a:extLst>
                </p:cNvPr>
                <p:cNvGrpSpPr/>
                <p:nvPr/>
              </p:nvGrpSpPr>
              <p:grpSpPr>
                <a:xfrm flipH="1">
                  <a:off x="1541283" y="1207761"/>
                  <a:ext cx="1586758" cy="1620386"/>
                  <a:chOff x="3891183" y="-345050"/>
                  <a:chExt cx="2507577" cy="2854671"/>
                </a:xfrm>
              </p:grpSpPr>
              <p:cxnSp>
                <p:nvCxnSpPr>
                  <p:cNvPr id="130" name="直接箭头连接符 129">
                    <a:extLst>
                      <a:ext uri="{FF2B5EF4-FFF2-40B4-BE49-F238E27FC236}">
                        <a16:creationId xmlns:a16="http://schemas.microsoft.com/office/drawing/2014/main" id="{7D7C57E2-DE70-96DD-F5CA-AE6FD978CF09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4498228" y="2503927"/>
                    <a:ext cx="1900532" cy="0"/>
                  </a:xfrm>
                  <a:prstGeom prst="straightConnector1">
                    <a:avLst/>
                  </a:prstGeom>
                  <a:ln w="28575">
                    <a:solidFill>
                      <a:srgbClr val="C55A11"/>
                    </a:solidFill>
                    <a:headEnd type="none" w="med" len="med"/>
                    <a:tailEnd type="triangle" w="med" len="med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131" name="弧形 130">
                    <a:extLst>
                      <a:ext uri="{FF2B5EF4-FFF2-40B4-BE49-F238E27FC236}">
                        <a16:creationId xmlns:a16="http://schemas.microsoft.com/office/drawing/2014/main" id="{18D63655-B4D9-7EBC-B919-F04E6D4F5DBF}"/>
                      </a:ext>
                    </a:extLst>
                  </p:cNvPr>
                  <p:cNvSpPr/>
                  <p:nvPr/>
                </p:nvSpPr>
                <p:spPr>
                  <a:xfrm rot="10800000">
                    <a:off x="3894386" y="844327"/>
                    <a:ext cx="1309290" cy="1665294"/>
                  </a:xfrm>
                  <a:prstGeom prst="arc">
                    <a:avLst/>
                  </a:prstGeom>
                  <a:ln w="28575">
                    <a:solidFill>
                      <a:srgbClr val="C55A11"/>
                    </a:solidFill>
                    <a:headEnd type="none" w="med" len="med"/>
                    <a:tailEnd type="none" w="med" len="med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/>
                  </a:p>
                </p:txBody>
              </p:sp>
              <p:cxnSp>
                <p:nvCxnSpPr>
                  <p:cNvPr id="132" name="直接箭头连接符 131">
                    <a:extLst>
                      <a:ext uri="{FF2B5EF4-FFF2-40B4-BE49-F238E27FC236}">
                        <a16:creationId xmlns:a16="http://schemas.microsoft.com/office/drawing/2014/main" id="{8DEBCE83-8308-D461-5D2C-756A7F2209E3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3891183" y="-345050"/>
                    <a:ext cx="0" cy="2057738"/>
                  </a:xfrm>
                  <a:prstGeom prst="straightConnector1">
                    <a:avLst/>
                  </a:prstGeom>
                  <a:ln w="28575">
                    <a:solidFill>
                      <a:srgbClr val="C55A11"/>
                    </a:solidFill>
                    <a:headEnd type="none" w="med" len="med"/>
                    <a:tailEnd type="triangle" w="med" len="med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141" name="组合 140">
                  <a:extLst>
                    <a:ext uri="{FF2B5EF4-FFF2-40B4-BE49-F238E27FC236}">
                      <a16:creationId xmlns:a16="http://schemas.microsoft.com/office/drawing/2014/main" id="{14135F5A-8CB6-B209-D41A-F30575ECE94F}"/>
                    </a:ext>
                  </a:extLst>
                </p:cNvPr>
                <p:cNvGrpSpPr/>
                <p:nvPr/>
              </p:nvGrpSpPr>
              <p:grpSpPr>
                <a:xfrm rot="16200000" flipH="1">
                  <a:off x="1541895" y="3568846"/>
                  <a:ext cx="1585533" cy="1586759"/>
                  <a:chOff x="3931169" y="-173439"/>
                  <a:chExt cx="2793270" cy="2507579"/>
                </a:xfrm>
              </p:grpSpPr>
              <p:cxnSp>
                <p:nvCxnSpPr>
                  <p:cNvPr id="143" name="直接箭头连接符 142">
                    <a:extLst>
                      <a:ext uri="{FF2B5EF4-FFF2-40B4-BE49-F238E27FC236}">
                        <a16:creationId xmlns:a16="http://schemas.microsoft.com/office/drawing/2014/main" id="{E3210CFF-594C-993D-10B8-E892076C2885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16200000" flipH="1">
                    <a:off x="5631313" y="1235310"/>
                    <a:ext cx="0" cy="2186252"/>
                  </a:xfrm>
                  <a:prstGeom prst="straightConnector1">
                    <a:avLst/>
                  </a:prstGeom>
                  <a:ln w="28575">
                    <a:solidFill>
                      <a:srgbClr val="548235"/>
                    </a:solidFill>
                    <a:headEnd type="none" w="med" len="med"/>
                    <a:tailEnd type="triangle" w="med" len="med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144" name="弧形 143">
                    <a:extLst>
                      <a:ext uri="{FF2B5EF4-FFF2-40B4-BE49-F238E27FC236}">
                        <a16:creationId xmlns:a16="http://schemas.microsoft.com/office/drawing/2014/main" id="{147F08BA-6EC4-E1AC-84B9-B6487B8BFE44}"/>
                      </a:ext>
                    </a:extLst>
                  </p:cNvPr>
                  <p:cNvSpPr/>
                  <p:nvPr/>
                </p:nvSpPr>
                <p:spPr>
                  <a:xfrm rot="10800000">
                    <a:off x="3934346" y="668842"/>
                    <a:ext cx="1309295" cy="1665298"/>
                  </a:xfrm>
                  <a:prstGeom prst="arc">
                    <a:avLst/>
                  </a:prstGeom>
                  <a:ln w="28575">
                    <a:solidFill>
                      <a:srgbClr val="548235"/>
                    </a:solidFill>
                    <a:headEnd type="none" w="med" len="med"/>
                    <a:tailEnd type="none" w="med" len="med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/>
                  </a:p>
                </p:txBody>
              </p:sp>
              <p:cxnSp>
                <p:nvCxnSpPr>
                  <p:cNvPr id="145" name="直接箭头连接符 144">
                    <a:extLst>
                      <a:ext uri="{FF2B5EF4-FFF2-40B4-BE49-F238E27FC236}">
                        <a16:creationId xmlns:a16="http://schemas.microsoft.com/office/drawing/2014/main" id="{FBC4BBC1-BBA4-B1F1-5D88-0A2E7F212731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16200000" flipH="1">
                    <a:off x="3075839" y="681891"/>
                    <a:ext cx="1710659" cy="0"/>
                  </a:xfrm>
                  <a:prstGeom prst="straightConnector1">
                    <a:avLst/>
                  </a:prstGeom>
                  <a:ln w="28575">
                    <a:solidFill>
                      <a:srgbClr val="548235"/>
                    </a:solidFill>
                    <a:headEnd type="none" w="med" len="med"/>
                    <a:tailEnd type="triangle" w="med" len="med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147" name="组合 146">
                  <a:extLst>
                    <a:ext uri="{FF2B5EF4-FFF2-40B4-BE49-F238E27FC236}">
                      <a16:creationId xmlns:a16="http://schemas.microsoft.com/office/drawing/2014/main" id="{1FC75D41-520B-5421-3AA4-195DA6D5F45F}"/>
                    </a:ext>
                  </a:extLst>
                </p:cNvPr>
                <p:cNvGrpSpPr/>
                <p:nvPr/>
              </p:nvGrpSpPr>
              <p:grpSpPr>
                <a:xfrm rot="5400000">
                  <a:off x="4053873" y="3399320"/>
                  <a:ext cx="1584614" cy="1845802"/>
                  <a:chOff x="4030768" y="-563099"/>
                  <a:chExt cx="2791650" cy="2916948"/>
                </a:xfrm>
              </p:grpSpPr>
              <p:cxnSp>
                <p:nvCxnSpPr>
                  <p:cNvPr id="148" name="直接箭头连接符 147">
                    <a:extLst>
                      <a:ext uri="{FF2B5EF4-FFF2-40B4-BE49-F238E27FC236}">
                        <a16:creationId xmlns:a16="http://schemas.microsoft.com/office/drawing/2014/main" id="{8AB3DC90-5F27-DBED-E051-2DC0422D64C7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16200000">
                    <a:off x="5730096" y="1255841"/>
                    <a:ext cx="0" cy="2184644"/>
                  </a:xfrm>
                  <a:prstGeom prst="straightConnector1">
                    <a:avLst/>
                  </a:prstGeom>
                  <a:ln w="28575">
                    <a:solidFill>
                      <a:srgbClr val="92D050"/>
                    </a:solidFill>
                    <a:headEnd type="triangle" w="med" len="med"/>
                    <a:tailEnd type="none" w="med" len="med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149" name="弧形 148">
                    <a:extLst>
                      <a:ext uri="{FF2B5EF4-FFF2-40B4-BE49-F238E27FC236}">
                        <a16:creationId xmlns:a16="http://schemas.microsoft.com/office/drawing/2014/main" id="{A3494F19-ACC7-82A3-A6BE-9F389A3DA057}"/>
                      </a:ext>
                    </a:extLst>
                  </p:cNvPr>
                  <p:cNvSpPr/>
                  <p:nvPr/>
                </p:nvSpPr>
                <p:spPr>
                  <a:xfrm rot="10800000">
                    <a:off x="4033931" y="688556"/>
                    <a:ext cx="1309288" cy="1665293"/>
                  </a:xfrm>
                  <a:prstGeom prst="arc">
                    <a:avLst/>
                  </a:prstGeom>
                  <a:ln w="28575">
                    <a:solidFill>
                      <a:srgbClr val="92D050"/>
                    </a:solidFill>
                    <a:headEnd type="none" w="med" len="med"/>
                    <a:tailEnd type="none" w="med" len="med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cxnSp>
                <p:nvCxnSpPr>
                  <p:cNvPr id="150" name="直接箭头连接符 149">
                    <a:extLst>
                      <a:ext uri="{FF2B5EF4-FFF2-40B4-BE49-F238E27FC236}">
                        <a16:creationId xmlns:a16="http://schemas.microsoft.com/office/drawing/2014/main" id="{C5EBB1E2-140C-9865-E84A-E4698798FF9F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16200000" flipH="1">
                    <a:off x="2970753" y="496916"/>
                    <a:ext cx="2120030" cy="0"/>
                  </a:xfrm>
                  <a:prstGeom prst="straightConnector1">
                    <a:avLst/>
                  </a:prstGeom>
                  <a:ln w="28575">
                    <a:solidFill>
                      <a:srgbClr val="92D050"/>
                    </a:solidFill>
                    <a:headEnd type="triangle" w="med" len="med"/>
                    <a:tailEnd type="none" w="med" len="med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cxnSp>
              <p:nvCxnSpPr>
                <p:cNvPr id="155" name="直接箭头连接符 154">
                  <a:extLst>
                    <a:ext uri="{FF2B5EF4-FFF2-40B4-BE49-F238E27FC236}">
                      <a16:creationId xmlns:a16="http://schemas.microsoft.com/office/drawing/2014/main" id="{95AF3765-573F-577B-4C36-84A477A3DF9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631482" y="1207761"/>
                  <a:ext cx="0" cy="3863328"/>
                </a:xfrm>
                <a:prstGeom prst="straightConnector1">
                  <a:avLst/>
                </a:prstGeom>
                <a:ln w="28575">
                  <a:solidFill>
                    <a:srgbClr val="92D050"/>
                  </a:solidFill>
                  <a:headEnd type="triangl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73" name="组合 172">
                <a:extLst>
                  <a:ext uri="{FF2B5EF4-FFF2-40B4-BE49-F238E27FC236}">
                    <a16:creationId xmlns:a16="http://schemas.microsoft.com/office/drawing/2014/main" id="{CC6FD0F5-73F7-AC97-8CEC-C1F4622050DC}"/>
                  </a:ext>
                </a:extLst>
              </p:cNvPr>
              <p:cNvGrpSpPr/>
              <p:nvPr/>
            </p:nvGrpSpPr>
            <p:grpSpPr>
              <a:xfrm>
                <a:off x="2951816" y="1694901"/>
                <a:ext cx="547963" cy="462200"/>
                <a:chOff x="4778171" y="4603644"/>
                <a:chExt cx="569901" cy="411485"/>
              </a:xfrm>
            </p:grpSpPr>
            <p:sp>
              <p:nvSpPr>
                <p:cNvPr id="171" name="矩形 170">
                  <a:extLst>
                    <a:ext uri="{FF2B5EF4-FFF2-40B4-BE49-F238E27FC236}">
                      <a16:creationId xmlns:a16="http://schemas.microsoft.com/office/drawing/2014/main" id="{7CEC39AE-5226-D3C9-C4F5-B586DB53C8B2}"/>
                    </a:ext>
                  </a:extLst>
                </p:cNvPr>
                <p:cNvSpPr/>
                <p:nvPr/>
              </p:nvSpPr>
              <p:spPr>
                <a:xfrm>
                  <a:off x="5037171" y="4671946"/>
                  <a:ext cx="239789" cy="116350"/>
                </a:xfrm>
                <a:prstGeom prst="rect">
                  <a:avLst/>
                </a:prstGeom>
                <a:solidFill>
                  <a:srgbClr val="2E75B6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500" baseline="-25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72" name="文本框 171">
                  <a:extLst>
                    <a:ext uri="{FF2B5EF4-FFF2-40B4-BE49-F238E27FC236}">
                      <a16:creationId xmlns:a16="http://schemas.microsoft.com/office/drawing/2014/main" id="{55ED36A4-11ED-624D-8DB7-AA86BA39FC3D}"/>
                    </a:ext>
                  </a:extLst>
                </p:cNvPr>
                <p:cNvSpPr txBox="1"/>
                <p:nvPr/>
              </p:nvSpPr>
              <p:spPr>
                <a:xfrm>
                  <a:off x="4778171" y="4603644"/>
                  <a:ext cx="569901" cy="41148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2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V</a:t>
                  </a:r>
                  <a:r>
                    <a:rPr lang="en-US" altLang="zh-CN" sz="2000" baseline="-25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</a:t>
                  </a:r>
                  <a:endParaRPr lang="zh-CN" altLang="en-US" sz="5400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  <p:sp>
            <p:nvSpPr>
              <p:cNvPr id="168" name="矩形 167">
                <a:extLst>
                  <a:ext uri="{FF2B5EF4-FFF2-40B4-BE49-F238E27FC236}">
                    <a16:creationId xmlns:a16="http://schemas.microsoft.com/office/drawing/2014/main" id="{4158DB4E-3FC2-6C3F-8780-217702DC044F}"/>
                  </a:ext>
                </a:extLst>
              </p:cNvPr>
              <p:cNvSpPr/>
              <p:nvPr/>
            </p:nvSpPr>
            <p:spPr>
              <a:xfrm rot="5400000">
                <a:off x="3209699" y="1500892"/>
                <a:ext cx="269343" cy="111871"/>
              </a:xfrm>
              <a:prstGeom prst="rect">
                <a:avLst/>
              </a:prstGeom>
              <a:solidFill>
                <a:schemeClr val="accent5">
                  <a:lumMod val="75000"/>
                </a:schemeClr>
              </a:solidFill>
              <a:ln>
                <a:solidFill>
                  <a:schemeClr val="accent5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400" baseline="-250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77" name="矩形 176">
                <a:extLst>
                  <a:ext uri="{FF2B5EF4-FFF2-40B4-BE49-F238E27FC236}">
                    <a16:creationId xmlns:a16="http://schemas.microsoft.com/office/drawing/2014/main" id="{682944B3-6B67-04D5-F0A0-32B92B9E660F}"/>
                  </a:ext>
                </a:extLst>
              </p:cNvPr>
              <p:cNvSpPr/>
              <p:nvPr/>
            </p:nvSpPr>
            <p:spPr>
              <a:xfrm rot="5400000">
                <a:off x="3422911" y="1843336"/>
                <a:ext cx="269343" cy="111871"/>
              </a:xfrm>
              <a:prstGeom prst="rect">
                <a:avLst/>
              </a:prstGeom>
              <a:solidFill>
                <a:schemeClr val="accent5">
                  <a:lumMod val="75000"/>
                </a:schemeClr>
              </a:solidFill>
              <a:ln>
                <a:solidFill>
                  <a:schemeClr val="accent5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500" baseline="-250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30" name="文本框 229">
                <a:extLst>
                  <a:ext uri="{FF2B5EF4-FFF2-40B4-BE49-F238E27FC236}">
                    <a16:creationId xmlns:a16="http://schemas.microsoft.com/office/drawing/2014/main" id="{16A6E9D7-BDCD-5B7F-CCFD-93ED899F883E}"/>
                  </a:ext>
                </a:extLst>
              </p:cNvPr>
              <p:cNvSpPr txBox="1"/>
              <p:nvPr/>
            </p:nvSpPr>
            <p:spPr>
              <a:xfrm>
                <a:off x="3759954" y="54741"/>
                <a:ext cx="642688" cy="46220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</a:t>
                </a:r>
                <a:r>
                  <a:rPr lang="en-US" altLang="zh-CN" sz="2000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6</a:t>
                </a:r>
                <a:endParaRPr lang="zh-CN" altLang="en-US" sz="20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31" name="文本框 230">
                <a:extLst>
                  <a:ext uri="{FF2B5EF4-FFF2-40B4-BE49-F238E27FC236}">
                    <a16:creationId xmlns:a16="http://schemas.microsoft.com/office/drawing/2014/main" id="{58B9A8F9-35E3-1032-0FC8-9358C8294C65}"/>
                  </a:ext>
                </a:extLst>
              </p:cNvPr>
              <p:cNvSpPr txBox="1"/>
              <p:nvPr/>
            </p:nvSpPr>
            <p:spPr>
              <a:xfrm>
                <a:off x="2792728" y="3071264"/>
                <a:ext cx="509842" cy="46220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</a:t>
                </a:r>
                <a:r>
                  <a:rPr lang="en-US" altLang="zh-CN" sz="2000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7</a:t>
                </a:r>
                <a:endParaRPr lang="zh-CN" altLang="en-US" sz="20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32" name="文本框 231">
                <a:extLst>
                  <a:ext uri="{FF2B5EF4-FFF2-40B4-BE49-F238E27FC236}">
                    <a16:creationId xmlns:a16="http://schemas.microsoft.com/office/drawing/2014/main" id="{B9609037-D176-0318-D10D-BA371EE84645}"/>
                  </a:ext>
                </a:extLst>
              </p:cNvPr>
              <p:cNvSpPr txBox="1"/>
              <p:nvPr/>
            </p:nvSpPr>
            <p:spPr>
              <a:xfrm>
                <a:off x="3738450" y="3045802"/>
                <a:ext cx="592401" cy="46220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</a:t>
                </a:r>
                <a:r>
                  <a:rPr lang="en-US" altLang="zh-CN" sz="2000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8</a:t>
                </a:r>
                <a:endParaRPr lang="zh-CN" altLang="en-US" sz="20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62" name="矩形 261">
                <a:extLst>
                  <a:ext uri="{FF2B5EF4-FFF2-40B4-BE49-F238E27FC236}">
                    <a16:creationId xmlns:a16="http://schemas.microsoft.com/office/drawing/2014/main" id="{58ADFB46-ECD1-7E15-1027-4F2F73A873FA}"/>
                  </a:ext>
                </a:extLst>
              </p:cNvPr>
              <p:cNvSpPr/>
              <p:nvPr/>
            </p:nvSpPr>
            <p:spPr>
              <a:xfrm rot="5400000">
                <a:off x="3017550" y="453166"/>
                <a:ext cx="269342" cy="111871"/>
              </a:xfrm>
              <a:prstGeom prst="rect">
                <a:avLst/>
              </a:prstGeom>
              <a:solidFill>
                <a:srgbClr val="339933"/>
              </a:solidFill>
              <a:ln>
                <a:solidFill>
                  <a:srgbClr val="339933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500" baseline="-250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39" name="弧形 38">
                <a:extLst>
                  <a:ext uri="{FF2B5EF4-FFF2-40B4-BE49-F238E27FC236}">
                    <a16:creationId xmlns:a16="http://schemas.microsoft.com/office/drawing/2014/main" id="{BD2711CD-2EE8-A227-E743-A521EE1E30F1}"/>
                  </a:ext>
                </a:extLst>
              </p:cNvPr>
              <p:cNvSpPr/>
              <p:nvPr/>
            </p:nvSpPr>
            <p:spPr>
              <a:xfrm flipH="1">
                <a:off x="3347693" y="1639459"/>
                <a:ext cx="1416299" cy="1247547"/>
              </a:xfrm>
              <a:prstGeom prst="arc">
                <a:avLst>
                  <a:gd name="adj1" fmla="val 16926257"/>
                  <a:gd name="adj2" fmla="val 21295602"/>
                </a:avLst>
              </a:prstGeom>
              <a:ln w="28575">
                <a:solidFill>
                  <a:schemeClr val="accent3">
                    <a:lumMod val="75000"/>
                  </a:schemeClr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33" name="弧形 32">
                <a:extLst>
                  <a:ext uri="{FF2B5EF4-FFF2-40B4-BE49-F238E27FC236}">
                    <a16:creationId xmlns:a16="http://schemas.microsoft.com/office/drawing/2014/main" id="{8B8B1B76-37D6-B7A7-45BB-4C6B608D25A8}"/>
                  </a:ext>
                </a:extLst>
              </p:cNvPr>
              <p:cNvSpPr/>
              <p:nvPr/>
            </p:nvSpPr>
            <p:spPr>
              <a:xfrm rot="16200000" flipH="1">
                <a:off x="3256494" y="447617"/>
                <a:ext cx="1452679" cy="1279601"/>
              </a:xfrm>
              <a:prstGeom prst="arc">
                <a:avLst>
                  <a:gd name="adj1" fmla="val 16623082"/>
                  <a:gd name="adj2" fmla="val 21254339"/>
                </a:avLst>
              </a:prstGeom>
              <a:ln w="28575">
                <a:solidFill>
                  <a:schemeClr val="accent6">
                    <a:lumMod val="75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529" name="矩形 528">
                <a:extLst>
                  <a:ext uri="{FF2B5EF4-FFF2-40B4-BE49-F238E27FC236}">
                    <a16:creationId xmlns:a16="http://schemas.microsoft.com/office/drawing/2014/main" id="{22E5F69F-D8DF-1114-E8E1-8D1AFD11D35B}"/>
                  </a:ext>
                </a:extLst>
              </p:cNvPr>
              <p:cNvSpPr/>
              <p:nvPr/>
            </p:nvSpPr>
            <p:spPr>
              <a:xfrm rot="10800000">
                <a:off x="2261622" y="1372415"/>
                <a:ext cx="262597" cy="114745"/>
              </a:xfrm>
              <a:prstGeom prst="rect">
                <a:avLst/>
              </a:prstGeom>
              <a:solidFill>
                <a:srgbClr val="339933"/>
              </a:solidFill>
              <a:ln>
                <a:solidFill>
                  <a:srgbClr val="339933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500" baseline="-250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533" name="矩形 532">
                <a:extLst>
                  <a:ext uri="{FF2B5EF4-FFF2-40B4-BE49-F238E27FC236}">
                    <a16:creationId xmlns:a16="http://schemas.microsoft.com/office/drawing/2014/main" id="{29A649E0-C6D6-2CC7-9BAA-5DA4B580A6F1}"/>
                  </a:ext>
                </a:extLst>
              </p:cNvPr>
              <p:cNvSpPr/>
              <p:nvPr/>
            </p:nvSpPr>
            <p:spPr>
              <a:xfrm rot="10800000">
                <a:off x="4467393" y="1387659"/>
                <a:ext cx="262597" cy="114745"/>
              </a:xfrm>
              <a:prstGeom prst="rect">
                <a:avLst/>
              </a:prstGeom>
              <a:solidFill>
                <a:srgbClr val="339933"/>
              </a:solidFill>
              <a:ln>
                <a:solidFill>
                  <a:srgbClr val="339933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500" baseline="-250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535" name="矩形 534">
                <a:extLst>
                  <a:ext uri="{FF2B5EF4-FFF2-40B4-BE49-F238E27FC236}">
                    <a16:creationId xmlns:a16="http://schemas.microsoft.com/office/drawing/2014/main" id="{AF5BB2F7-53AA-F07E-35B3-0B1E8BF23E10}"/>
                  </a:ext>
                </a:extLst>
              </p:cNvPr>
              <p:cNvSpPr/>
              <p:nvPr/>
            </p:nvSpPr>
            <p:spPr>
              <a:xfrm rot="16200000">
                <a:off x="3635739" y="453165"/>
                <a:ext cx="269343" cy="111871"/>
              </a:xfrm>
              <a:prstGeom prst="rect">
                <a:avLst/>
              </a:prstGeom>
              <a:solidFill>
                <a:srgbClr val="339933"/>
              </a:solidFill>
              <a:ln>
                <a:solidFill>
                  <a:srgbClr val="339933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500" baseline="-250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537" name="矩形 536">
                <a:extLst>
                  <a:ext uri="{FF2B5EF4-FFF2-40B4-BE49-F238E27FC236}">
                    <a16:creationId xmlns:a16="http://schemas.microsoft.com/office/drawing/2014/main" id="{B5BA9790-0B10-F878-B710-E044CF7A3FAC}"/>
                  </a:ext>
                </a:extLst>
              </p:cNvPr>
              <p:cNvSpPr/>
              <p:nvPr/>
            </p:nvSpPr>
            <p:spPr>
              <a:xfrm rot="10800000">
                <a:off x="2209280" y="1998427"/>
                <a:ext cx="262597" cy="114745"/>
              </a:xfrm>
              <a:prstGeom prst="rect">
                <a:avLst/>
              </a:prstGeom>
              <a:solidFill>
                <a:srgbClr val="339933"/>
              </a:solidFill>
              <a:ln>
                <a:solidFill>
                  <a:srgbClr val="339933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500" baseline="-250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539" name="矩形 538">
                <a:extLst>
                  <a:ext uri="{FF2B5EF4-FFF2-40B4-BE49-F238E27FC236}">
                    <a16:creationId xmlns:a16="http://schemas.microsoft.com/office/drawing/2014/main" id="{60576BBB-0BCC-CCBC-6BF9-4806C5C86921}"/>
                  </a:ext>
                </a:extLst>
              </p:cNvPr>
              <p:cNvSpPr/>
              <p:nvPr/>
            </p:nvSpPr>
            <p:spPr>
              <a:xfrm rot="16200000">
                <a:off x="3010013" y="2601361"/>
                <a:ext cx="269343" cy="111871"/>
              </a:xfrm>
              <a:prstGeom prst="rect">
                <a:avLst/>
              </a:prstGeom>
              <a:solidFill>
                <a:srgbClr val="339933"/>
              </a:solidFill>
              <a:ln>
                <a:solidFill>
                  <a:srgbClr val="339933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500" baseline="-250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543" name="矩形 542">
                <a:extLst>
                  <a:ext uri="{FF2B5EF4-FFF2-40B4-BE49-F238E27FC236}">
                    <a16:creationId xmlns:a16="http://schemas.microsoft.com/office/drawing/2014/main" id="{CC03BE5D-F8D5-CC32-0DBF-1F0B064850E3}"/>
                  </a:ext>
                </a:extLst>
              </p:cNvPr>
              <p:cNvSpPr/>
              <p:nvPr/>
            </p:nvSpPr>
            <p:spPr>
              <a:xfrm rot="10800000">
                <a:off x="4533293" y="1979932"/>
                <a:ext cx="262597" cy="114745"/>
              </a:xfrm>
              <a:prstGeom prst="rect">
                <a:avLst/>
              </a:prstGeom>
              <a:solidFill>
                <a:srgbClr val="339933"/>
              </a:solidFill>
              <a:ln>
                <a:solidFill>
                  <a:srgbClr val="339933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500" baseline="-250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544" name="矩形 543">
                <a:extLst>
                  <a:ext uri="{FF2B5EF4-FFF2-40B4-BE49-F238E27FC236}">
                    <a16:creationId xmlns:a16="http://schemas.microsoft.com/office/drawing/2014/main" id="{F40EBC11-A6A2-E6DF-638F-F37317F40DD5}"/>
                  </a:ext>
                </a:extLst>
              </p:cNvPr>
              <p:cNvSpPr/>
              <p:nvPr/>
            </p:nvSpPr>
            <p:spPr>
              <a:xfrm rot="16200000">
                <a:off x="3653991" y="2621443"/>
                <a:ext cx="269343" cy="111871"/>
              </a:xfrm>
              <a:prstGeom prst="rect">
                <a:avLst/>
              </a:prstGeom>
              <a:solidFill>
                <a:srgbClr val="339933"/>
              </a:solidFill>
              <a:ln>
                <a:solidFill>
                  <a:srgbClr val="339933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500" baseline="-250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8" name="文本框 27">
                <a:extLst>
                  <a:ext uri="{FF2B5EF4-FFF2-40B4-BE49-F238E27FC236}">
                    <a16:creationId xmlns:a16="http://schemas.microsoft.com/office/drawing/2014/main" id="{9110CB4D-B6B9-C0AC-0742-B80ABF0FB4BA}"/>
                  </a:ext>
                </a:extLst>
              </p:cNvPr>
              <p:cNvSpPr txBox="1"/>
              <p:nvPr/>
            </p:nvSpPr>
            <p:spPr>
              <a:xfrm>
                <a:off x="3465926" y="1249332"/>
                <a:ext cx="498615" cy="46220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</a:t>
                </a:r>
                <a:r>
                  <a:rPr lang="en-US" altLang="zh-CN" sz="2000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3</a:t>
                </a:r>
                <a:endParaRPr lang="zh-CN" altLang="en-US" sz="54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9" name="文本框 28">
                <a:extLst>
                  <a:ext uri="{FF2B5EF4-FFF2-40B4-BE49-F238E27FC236}">
                    <a16:creationId xmlns:a16="http://schemas.microsoft.com/office/drawing/2014/main" id="{474EB3F5-5AD1-1BAF-97E7-635D3B2FB887}"/>
                  </a:ext>
                </a:extLst>
              </p:cNvPr>
              <p:cNvSpPr txBox="1"/>
              <p:nvPr/>
            </p:nvSpPr>
            <p:spPr>
              <a:xfrm>
                <a:off x="3408219" y="1793579"/>
                <a:ext cx="505076" cy="46220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</a:t>
                </a:r>
                <a:r>
                  <a:rPr lang="en-US" altLang="zh-CN" sz="2000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  <a:endParaRPr lang="zh-CN" altLang="en-US" sz="54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47" name="文本框 46">
                <a:extLst>
                  <a:ext uri="{FF2B5EF4-FFF2-40B4-BE49-F238E27FC236}">
                    <a16:creationId xmlns:a16="http://schemas.microsoft.com/office/drawing/2014/main" id="{6A94B4E9-A97A-2CB0-01F7-66BA5C3893AC}"/>
                  </a:ext>
                </a:extLst>
              </p:cNvPr>
              <p:cNvSpPr txBox="1"/>
              <p:nvPr/>
            </p:nvSpPr>
            <p:spPr>
              <a:xfrm>
                <a:off x="3139750" y="3092097"/>
                <a:ext cx="642688" cy="46220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</a:t>
                </a:r>
                <a:r>
                  <a:rPr lang="en-US" altLang="zh-CN" sz="2000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4</a:t>
                </a:r>
                <a:endParaRPr lang="zh-CN" altLang="en-US" sz="20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30" name="文本框 29">
                <a:extLst>
                  <a:ext uri="{FF2B5EF4-FFF2-40B4-BE49-F238E27FC236}">
                    <a16:creationId xmlns:a16="http://schemas.microsoft.com/office/drawing/2014/main" id="{48ACC729-4DF8-4E07-604D-559D26789BE6}"/>
                  </a:ext>
                </a:extLst>
              </p:cNvPr>
              <p:cNvSpPr txBox="1"/>
              <p:nvPr/>
            </p:nvSpPr>
            <p:spPr>
              <a:xfrm>
                <a:off x="2985261" y="1164093"/>
                <a:ext cx="546215" cy="46220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</a:t>
                </a:r>
                <a:r>
                  <a:rPr lang="en-US" altLang="zh-CN" sz="2000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4</a:t>
                </a:r>
                <a:endParaRPr lang="zh-CN" altLang="en-US" sz="54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</p:grpSp>
      <p:grpSp>
        <p:nvGrpSpPr>
          <p:cNvPr id="126" name="组合 125">
            <a:extLst>
              <a:ext uri="{FF2B5EF4-FFF2-40B4-BE49-F238E27FC236}">
                <a16:creationId xmlns:a16="http://schemas.microsoft.com/office/drawing/2014/main" id="{F7FF8A52-DDAD-8CC0-9532-0D5A77D4C933}"/>
              </a:ext>
            </a:extLst>
          </p:cNvPr>
          <p:cNvGrpSpPr/>
          <p:nvPr/>
        </p:nvGrpSpPr>
        <p:grpSpPr>
          <a:xfrm>
            <a:off x="6332540" y="928184"/>
            <a:ext cx="2172757" cy="1146595"/>
            <a:chOff x="5989532" y="685654"/>
            <a:chExt cx="2172757" cy="1146595"/>
          </a:xfrm>
        </p:grpSpPr>
        <p:grpSp>
          <p:nvGrpSpPr>
            <p:cNvPr id="42" name="组合 41">
              <a:extLst>
                <a:ext uri="{FF2B5EF4-FFF2-40B4-BE49-F238E27FC236}">
                  <a16:creationId xmlns:a16="http://schemas.microsoft.com/office/drawing/2014/main" id="{7A20F960-2995-F5FE-632F-C7E875B1F962}"/>
                </a:ext>
              </a:extLst>
            </p:cNvPr>
            <p:cNvGrpSpPr/>
            <p:nvPr/>
          </p:nvGrpSpPr>
          <p:grpSpPr>
            <a:xfrm>
              <a:off x="5989532" y="685654"/>
              <a:ext cx="2172757" cy="1146595"/>
              <a:chOff x="9272543" y="1765370"/>
              <a:chExt cx="2172757" cy="1146595"/>
            </a:xfrm>
          </p:grpSpPr>
          <p:sp>
            <p:nvSpPr>
              <p:cNvPr id="287" name="矩形 286">
                <a:extLst>
                  <a:ext uri="{FF2B5EF4-FFF2-40B4-BE49-F238E27FC236}">
                    <a16:creationId xmlns:a16="http://schemas.microsoft.com/office/drawing/2014/main" id="{8E8035C4-0DAF-501D-6181-2361EA1A6E5A}"/>
                  </a:ext>
                </a:extLst>
              </p:cNvPr>
              <p:cNvSpPr/>
              <p:nvPr/>
            </p:nvSpPr>
            <p:spPr>
              <a:xfrm>
                <a:off x="9272543" y="2632742"/>
                <a:ext cx="363218" cy="223625"/>
              </a:xfrm>
              <a:prstGeom prst="rect">
                <a:avLst/>
              </a:prstGeom>
              <a:solidFill>
                <a:srgbClr val="2E75B6"/>
              </a:solidFill>
              <a:ln>
                <a:solidFill>
                  <a:srgbClr val="2E75B6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100" baseline="-250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88" name="矩形 287">
                <a:extLst>
                  <a:ext uri="{FF2B5EF4-FFF2-40B4-BE49-F238E27FC236}">
                    <a16:creationId xmlns:a16="http://schemas.microsoft.com/office/drawing/2014/main" id="{6918D111-8CE2-DC8A-CAB4-EC45FEBCA966}"/>
                  </a:ext>
                </a:extLst>
              </p:cNvPr>
              <p:cNvSpPr/>
              <p:nvPr/>
            </p:nvSpPr>
            <p:spPr>
              <a:xfrm rot="5400000">
                <a:off x="10312993" y="2619109"/>
                <a:ext cx="356475" cy="229238"/>
              </a:xfrm>
              <a:prstGeom prst="rect">
                <a:avLst/>
              </a:prstGeom>
              <a:solidFill>
                <a:srgbClr val="2E75B6"/>
              </a:solidFill>
              <a:ln>
                <a:solidFill>
                  <a:srgbClr val="2E75B6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100" baseline="-250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89" name="矩形 288">
                <a:extLst>
                  <a:ext uri="{FF2B5EF4-FFF2-40B4-BE49-F238E27FC236}">
                    <a16:creationId xmlns:a16="http://schemas.microsoft.com/office/drawing/2014/main" id="{08F745CD-8263-ED96-B761-E688A1E4D89D}"/>
                  </a:ext>
                </a:extLst>
              </p:cNvPr>
              <p:cNvSpPr/>
              <p:nvPr/>
            </p:nvSpPr>
            <p:spPr>
              <a:xfrm>
                <a:off x="10316784" y="1851641"/>
                <a:ext cx="349509" cy="198597"/>
              </a:xfrm>
              <a:prstGeom prst="rect">
                <a:avLst/>
              </a:prstGeom>
              <a:solidFill>
                <a:srgbClr val="2E75B6"/>
              </a:solidFill>
              <a:ln>
                <a:solidFill>
                  <a:srgbClr val="2E75B6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100" baseline="-250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90" name="矩形 289">
                <a:extLst>
                  <a:ext uri="{FF2B5EF4-FFF2-40B4-BE49-F238E27FC236}">
                    <a16:creationId xmlns:a16="http://schemas.microsoft.com/office/drawing/2014/main" id="{559AC8A1-8058-BEBA-8C38-81B61A6ABC73}"/>
                  </a:ext>
                </a:extLst>
              </p:cNvPr>
              <p:cNvSpPr/>
              <p:nvPr/>
            </p:nvSpPr>
            <p:spPr>
              <a:xfrm rot="5400000">
                <a:off x="9271959" y="1860143"/>
                <a:ext cx="369332" cy="179785"/>
              </a:xfrm>
              <a:prstGeom prst="rect">
                <a:avLst/>
              </a:prstGeom>
              <a:solidFill>
                <a:srgbClr val="2E75B6"/>
              </a:solidFill>
              <a:ln>
                <a:solidFill>
                  <a:srgbClr val="2E75B6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100" baseline="-250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cxnSp>
            <p:nvCxnSpPr>
              <p:cNvPr id="328" name="直接箭头连接符 327">
                <a:extLst>
                  <a:ext uri="{FF2B5EF4-FFF2-40B4-BE49-F238E27FC236}">
                    <a16:creationId xmlns:a16="http://schemas.microsoft.com/office/drawing/2014/main" id="{8DDB851E-27B9-BE1E-41B9-A132E3E730CC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0704084" y="2336351"/>
                <a:ext cx="741216" cy="1"/>
              </a:xfrm>
              <a:prstGeom prst="straightConnector1">
                <a:avLst/>
              </a:prstGeom>
              <a:ln w="19050">
                <a:solidFill>
                  <a:schemeClr val="accent6">
                    <a:lumMod val="75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23" name="组合 122">
              <a:extLst>
                <a:ext uri="{FF2B5EF4-FFF2-40B4-BE49-F238E27FC236}">
                  <a16:creationId xmlns:a16="http://schemas.microsoft.com/office/drawing/2014/main" id="{5A27F5AC-AD0E-01C7-108D-C1791ACF3628}"/>
                </a:ext>
              </a:extLst>
            </p:cNvPr>
            <p:cNvGrpSpPr/>
            <p:nvPr/>
          </p:nvGrpSpPr>
          <p:grpSpPr>
            <a:xfrm>
              <a:off x="6171141" y="870320"/>
              <a:ext cx="1037387" cy="794519"/>
              <a:chOff x="6171141" y="870320"/>
              <a:chExt cx="1037387" cy="794519"/>
            </a:xfrm>
          </p:grpSpPr>
          <p:cxnSp>
            <p:nvCxnSpPr>
              <p:cNvPr id="116" name="直接箭头连接符 115">
                <a:extLst>
                  <a:ext uri="{FF2B5EF4-FFF2-40B4-BE49-F238E27FC236}">
                    <a16:creationId xmlns:a16="http://schemas.microsoft.com/office/drawing/2014/main" id="{FA46F672-BFA8-B0DA-8FB7-F9BF120FDCBD}"/>
                  </a:ext>
                </a:extLst>
              </p:cNvPr>
              <p:cNvCxnSpPr>
                <a:cxnSpLocks/>
                <a:stCxn id="287" idx="3"/>
                <a:endCxn id="288" idx="2"/>
              </p:cNvCxnSpPr>
              <p:nvPr/>
            </p:nvCxnSpPr>
            <p:spPr>
              <a:xfrm flipV="1">
                <a:off x="6352750" y="1654013"/>
                <a:ext cx="740851" cy="10826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8" name="直接箭头连接符 117">
                <a:extLst>
                  <a:ext uri="{FF2B5EF4-FFF2-40B4-BE49-F238E27FC236}">
                    <a16:creationId xmlns:a16="http://schemas.microsoft.com/office/drawing/2014/main" id="{654C3DC9-007F-772F-DEC3-67410C2EE165}"/>
                  </a:ext>
                </a:extLst>
              </p:cNvPr>
              <p:cNvCxnSpPr>
                <a:stCxn id="288" idx="1"/>
                <a:endCxn id="289" idx="2"/>
              </p:cNvCxnSpPr>
              <p:nvPr/>
            </p:nvCxnSpPr>
            <p:spPr>
              <a:xfrm flipV="1">
                <a:off x="7208220" y="970522"/>
                <a:ext cx="308" cy="505253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0" name="直接箭头连接符 119">
                <a:extLst>
                  <a:ext uri="{FF2B5EF4-FFF2-40B4-BE49-F238E27FC236}">
                    <a16:creationId xmlns:a16="http://schemas.microsoft.com/office/drawing/2014/main" id="{1414843B-2388-23EA-B44D-0215AA71B7C5}"/>
                  </a:ext>
                </a:extLst>
              </p:cNvPr>
              <p:cNvCxnSpPr>
                <a:cxnSpLocks/>
                <a:stCxn id="289" idx="1"/>
                <a:endCxn id="290" idx="0"/>
              </p:cNvCxnSpPr>
              <p:nvPr/>
            </p:nvCxnSpPr>
            <p:spPr>
              <a:xfrm flipH="1" flipV="1">
                <a:off x="6263507" y="870320"/>
                <a:ext cx="770266" cy="904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2" name="直接箭头连接符 121">
                <a:extLst>
                  <a:ext uri="{FF2B5EF4-FFF2-40B4-BE49-F238E27FC236}">
                    <a16:creationId xmlns:a16="http://schemas.microsoft.com/office/drawing/2014/main" id="{F9F8C231-7F5A-5121-4942-910E8A61734A}"/>
                  </a:ext>
                </a:extLst>
              </p:cNvPr>
              <p:cNvCxnSpPr>
                <a:cxnSpLocks/>
                <a:stCxn id="290" idx="3"/>
                <a:endCxn id="287" idx="0"/>
              </p:cNvCxnSpPr>
              <p:nvPr/>
            </p:nvCxnSpPr>
            <p:spPr>
              <a:xfrm flipH="1">
                <a:off x="6171141" y="1054986"/>
                <a:ext cx="2473" cy="498040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512" name="组合 511">
            <a:extLst>
              <a:ext uri="{FF2B5EF4-FFF2-40B4-BE49-F238E27FC236}">
                <a16:creationId xmlns:a16="http://schemas.microsoft.com/office/drawing/2014/main" id="{53E09E5C-916C-46EA-8244-A155BD1474F9}"/>
              </a:ext>
            </a:extLst>
          </p:cNvPr>
          <p:cNvGrpSpPr/>
          <p:nvPr/>
        </p:nvGrpSpPr>
        <p:grpSpPr>
          <a:xfrm>
            <a:off x="8780901" y="909760"/>
            <a:ext cx="1359886" cy="1146596"/>
            <a:chOff x="6023396" y="685653"/>
            <a:chExt cx="1359886" cy="1146596"/>
          </a:xfrm>
        </p:grpSpPr>
        <p:grpSp>
          <p:nvGrpSpPr>
            <p:cNvPr id="513" name="组合 512">
              <a:extLst>
                <a:ext uri="{FF2B5EF4-FFF2-40B4-BE49-F238E27FC236}">
                  <a16:creationId xmlns:a16="http://schemas.microsoft.com/office/drawing/2014/main" id="{4A08F200-58A8-88EB-2D95-C37EDB3EF15B}"/>
                </a:ext>
              </a:extLst>
            </p:cNvPr>
            <p:cNvGrpSpPr/>
            <p:nvPr/>
          </p:nvGrpSpPr>
          <p:grpSpPr>
            <a:xfrm>
              <a:off x="6023396" y="685653"/>
              <a:ext cx="1359886" cy="1146596"/>
              <a:chOff x="9306407" y="1765369"/>
              <a:chExt cx="1359886" cy="1146596"/>
            </a:xfrm>
          </p:grpSpPr>
          <p:sp>
            <p:nvSpPr>
              <p:cNvPr id="519" name="矩形 518">
                <a:extLst>
                  <a:ext uri="{FF2B5EF4-FFF2-40B4-BE49-F238E27FC236}">
                    <a16:creationId xmlns:a16="http://schemas.microsoft.com/office/drawing/2014/main" id="{72E65EC3-D9DC-DA60-3E7A-5A5045CF731C}"/>
                  </a:ext>
                </a:extLst>
              </p:cNvPr>
              <p:cNvSpPr/>
              <p:nvPr/>
            </p:nvSpPr>
            <p:spPr>
              <a:xfrm>
                <a:off x="9306407" y="2641209"/>
                <a:ext cx="331040" cy="196850"/>
              </a:xfrm>
              <a:prstGeom prst="rect">
                <a:avLst/>
              </a:prstGeom>
              <a:solidFill>
                <a:srgbClr val="2E75B6"/>
              </a:solidFill>
              <a:ln>
                <a:solidFill>
                  <a:srgbClr val="2E75B6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100" baseline="-250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520" name="矩形 519">
                <a:extLst>
                  <a:ext uri="{FF2B5EF4-FFF2-40B4-BE49-F238E27FC236}">
                    <a16:creationId xmlns:a16="http://schemas.microsoft.com/office/drawing/2014/main" id="{1DD8F3E2-AFC5-5967-B538-FC7CDDE54F57}"/>
                  </a:ext>
                </a:extLst>
              </p:cNvPr>
              <p:cNvSpPr/>
              <p:nvPr/>
            </p:nvSpPr>
            <p:spPr>
              <a:xfrm rot="5400000">
                <a:off x="10312993" y="2619109"/>
                <a:ext cx="356475" cy="229238"/>
              </a:xfrm>
              <a:prstGeom prst="rect">
                <a:avLst/>
              </a:prstGeom>
              <a:solidFill>
                <a:srgbClr val="2E75B6"/>
              </a:solidFill>
              <a:ln>
                <a:solidFill>
                  <a:srgbClr val="2E75B6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050" baseline="-250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521" name="矩形 520">
                <a:extLst>
                  <a:ext uri="{FF2B5EF4-FFF2-40B4-BE49-F238E27FC236}">
                    <a16:creationId xmlns:a16="http://schemas.microsoft.com/office/drawing/2014/main" id="{22BCD720-DAEA-0C5F-3D49-22D4213462B6}"/>
                  </a:ext>
                </a:extLst>
              </p:cNvPr>
              <p:cNvSpPr/>
              <p:nvPr/>
            </p:nvSpPr>
            <p:spPr>
              <a:xfrm>
                <a:off x="10316784" y="1851641"/>
                <a:ext cx="349509" cy="198597"/>
              </a:xfrm>
              <a:prstGeom prst="rect">
                <a:avLst/>
              </a:prstGeom>
              <a:solidFill>
                <a:srgbClr val="2E75B6"/>
              </a:solidFill>
              <a:ln>
                <a:solidFill>
                  <a:srgbClr val="2E75B6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050" baseline="-250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522" name="矩形 521">
                <a:extLst>
                  <a:ext uri="{FF2B5EF4-FFF2-40B4-BE49-F238E27FC236}">
                    <a16:creationId xmlns:a16="http://schemas.microsoft.com/office/drawing/2014/main" id="{6D1BC1D2-1484-DDE3-09EF-4BF00843F50C}"/>
                  </a:ext>
                </a:extLst>
              </p:cNvPr>
              <p:cNvSpPr/>
              <p:nvPr/>
            </p:nvSpPr>
            <p:spPr>
              <a:xfrm rot="5400000">
                <a:off x="9277562" y="1854538"/>
                <a:ext cx="382079" cy="203741"/>
              </a:xfrm>
              <a:prstGeom prst="rect">
                <a:avLst/>
              </a:prstGeom>
              <a:solidFill>
                <a:srgbClr val="2E75B6"/>
              </a:solidFill>
              <a:ln>
                <a:solidFill>
                  <a:srgbClr val="2E75B6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100" baseline="-250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514" name="组合 513">
              <a:extLst>
                <a:ext uri="{FF2B5EF4-FFF2-40B4-BE49-F238E27FC236}">
                  <a16:creationId xmlns:a16="http://schemas.microsoft.com/office/drawing/2014/main" id="{E1095C3F-0683-F7E8-B620-7764E98DA78D}"/>
                </a:ext>
              </a:extLst>
            </p:cNvPr>
            <p:cNvGrpSpPr/>
            <p:nvPr/>
          </p:nvGrpSpPr>
          <p:grpSpPr>
            <a:xfrm>
              <a:off x="6185590" y="871224"/>
              <a:ext cx="1022938" cy="788694"/>
              <a:chOff x="6185590" y="871224"/>
              <a:chExt cx="1022938" cy="788694"/>
            </a:xfrm>
          </p:grpSpPr>
          <p:cxnSp>
            <p:nvCxnSpPr>
              <p:cNvPr id="515" name="直接箭头连接符 514">
                <a:extLst>
                  <a:ext uri="{FF2B5EF4-FFF2-40B4-BE49-F238E27FC236}">
                    <a16:creationId xmlns:a16="http://schemas.microsoft.com/office/drawing/2014/main" id="{D2A6DCD9-4DA4-C172-20B2-52427E3E42C0}"/>
                  </a:ext>
                </a:extLst>
              </p:cNvPr>
              <p:cNvCxnSpPr>
                <a:cxnSpLocks/>
                <a:stCxn id="519" idx="3"/>
                <a:endCxn id="520" idx="2"/>
              </p:cNvCxnSpPr>
              <p:nvPr/>
            </p:nvCxnSpPr>
            <p:spPr>
              <a:xfrm flipV="1">
                <a:off x="6354436" y="1654013"/>
                <a:ext cx="739165" cy="5905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6" name="直接箭头连接符 515">
                <a:extLst>
                  <a:ext uri="{FF2B5EF4-FFF2-40B4-BE49-F238E27FC236}">
                    <a16:creationId xmlns:a16="http://schemas.microsoft.com/office/drawing/2014/main" id="{53625DE8-680A-B6FE-4FC1-F660F9D78C33}"/>
                  </a:ext>
                </a:extLst>
              </p:cNvPr>
              <p:cNvCxnSpPr>
                <a:stCxn id="520" idx="1"/>
                <a:endCxn id="521" idx="2"/>
              </p:cNvCxnSpPr>
              <p:nvPr/>
            </p:nvCxnSpPr>
            <p:spPr>
              <a:xfrm flipV="1">
                <a:off x="7208220" y="970522"/>
                <a:ext cx="308" cy="505253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7" name="直接箭头连接符 516">
                <a:extLst>
                  <a:ext uri="{FF2B5EF4-FFF2-40B4-BE49-F238E27FC236}">
                    <a16:creationId xmlns:a16="http://schemas.microsoft.com/office/drawing/2014/main" id="{301B0C1E-C7C6-DA97-83F0-8D311E69F1A1}"/>
                  </a:ext>
                </a:extLst>
              </p:cNvPr>
              <p:cNvCxnSpPr>
                <a:cxnSpLocks/>
                <a:stCxn id="521" idx="1"/>
                <a:endCxn id="522" idx="0"/>
              </p:cNvCxnSpPr>
              <p:nvPr/>
            </p:nvCxnSpPr>
            <p:spPr>
              <a:xfrm flipH="1">
                <a:off x="6287461" y="871224"/>
                <a:ext cx="746312" cy="5469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8" name="直接箭头连接符 517">
                <a:extLst>
                  <a:ext uri="{FF2B5EF4-FFF2-40B4-BE49-F238E27FC236}">
                    <a16:creationId xmlns:a16="http://schemas.microsoft.com/office/drawing/2014/main" id="{CAC5C322-2A3F-F4A7-2307-12DDEBDEC064}"/>
                  </a:ext>
                </a:extLst>
              </p:cNvPr>
              <p:cNvCxnSpPr>
                <a:cxnSpLocks/>
                <a:stCxn id="522" idx="3"/>
                <a:endCxn id="519" idx="0"/>
              </p:cNvCxnSpPr>
              <p:nvPr/>
            </p:nvCxnSpPr>
            <p:spPr>
              <a:xfrm>
                <a:off x="6185590" y="1067732"/>
                <a:ext cx="3326" cy="493761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524" name="乘号 523">
            <a:extLst>
              <a:ext uri="{FF2B5EF4-FFF2-40B4-BE49-F238E27FC236}">
                <a16:creationId xmlns:a16="http://schemas.microsoft.com/office/drawing/2014/main" id="{1569C0A3-FC7B-6D52-C509-0334FBFFAED5}"/>
              </a:ext>
            </a:extLst>
          </p:cNvPr>
          <p:cNvSpPr/>
          <p:nvPr/>
        </p:nvSpPr>
        <p:spPr>
          <a:xfrm>
            <a:off x="8761259" y="1315167"/>
            <a:ext cx="331040" cy="331040"/>
          </a:xfrm>
          <a:prstGeom prst="mathMultiply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26" name="文本框 525">
            <a:extLst>
              <a:ext uri="{FF2B5EF4-FFF2-40B4-BE49-F238E27FC236}">
                <a16:creationId xmlns:a16="http://schemas.microsoft.com/office/drawing/2014/main" id="{8E4AF14C-247A-CE00-C4BC-75CB7A0207B7}"/>
              </a:ext>
            </a:extLst>
          </p:cNvPr>
          <p:cNvSpPr txBox="1"/>
          <p:nvPr/>
        </p:nvSpPr>
        <p:spPr>
          <a:xfrm>
            <a:off x="8761259" y="1967891"/>
            <a:ext cx="47114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000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sz="2000" baseline="-5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CN" altLang="en-US" sz="2000" baseline="-5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532" name="直接箭头连接符 531">
            <a:extLst>
              <a:ext uri="{FF2B5EF4-FFF2-40B4-BE49-F238E27FC236}">
                <a16:creationId xmlns:a16="http://schemas.microsoft.com/office/drawing/2014/main" id="{EA9627BB-F5AD-6A5D-A37D-41A1B39BAACC}"/>
              </a:ext>
            </a:extLst>
          </p:cNvPr>
          <p:cNvCxnSpPr/>
          <p:nvPr/>
        </p:nvCxnSpPr>
        <p:spPr>
          <a:xfrm>
            <a:off x="8761259" y="2073165"/>
            <a:ext cx="583496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0" name="文本框 539">
            <a:extLst>
              <a:ext uri="{FF2B5EF4-FFF2-40B4-BE49-F238E27FC236}">
                <a16:creationId xmlns:a16="http://schemas.microsoft.com/office/drawing/2014/main" id="{CB65557C-A8BC-6CCF-2D8B-85FC2FC674E1}"/>
              </a:ext>
            </a:extLst>
          </p:cNvPr>
          <p:cNvSpPr txBox="1"/>
          <p:nvPr/>
        </p:nvSpPr>
        <p:spPr>
          <a:xfrm>
            <a:off x="8370667" y="793484"/>
            <a:ext cx="53015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000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sz="2000" baseline="-5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endParaRPr lang="zh-CN" altLang="en-US" sz="2000" baseline="-5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547" name="直接箭头连接符 546">
            <a:extLst>
              <a:ext uri="{FF2B5EF4-FFF2-40B4-BE49-F238E27FC236}">
                <a16:creationId xmlns:a16="http://schemas.microsoft.com/office/drawing/2014/main" id="{D5595A21-A686-BDC4-D6C6-91BDACC68C20}"/>
              </a:ext>
            </a:extLst>
          </p:cNvPr>
          <p:cNvCxnSpPr>
            <a:cxnSpLocks/>
          </p:cNvCxnSpPr>
          <p:nvPr/>
        </p:nvCxnSpPr>
        <p:spPr>
          <a:xfrm flipV="1">
            <a:off x="8747892" y="768838"/>
            <a:ext cx="0" cy="51088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28" name="组合 527">
            <a:extLst>
              <a:ext uri="{FF2B5EF4-FFF2-40B4-BE49-F238E27FC236}">
                <a16:creationId xmlns:a16="http://schemas.microsoft.com/office/drawing/2014/main" id="{2D3DB99C-8BE0-9265-3577-5AD8F93050FD}"/>
              </a:ext>
            </a:extLst>
          </p:cNvPr>
          <p:cNvGrpSpPr/>
          <p:nvPr/>
        </p:nvGrpSpPr>
        <p:grpSpPr>
          <a:xfrm>
            <a:off x="6319620" y="4298531"/>
            <a:ext cx="2471145" cy="999559"/>
            <a:chOff x="5865138" y="3939534"/>
            <a:chExt cx="2471145" cy="999559"/>
          </a:xfrm>
        </p:grpSpPr>
        <p:grpSp>
          <p:nvGrpSpPr>
            <p:cNvPr id="4" name="组合 3">
              <a:extLst>
                <a:ext uri="{FF2B5EF4-FFF2-40B4-BE49-F238E27FC236}">
                  <a16:creationId xmlns:a16="http://schemas.microsoft.com/office/drawing/2014/main" id="{07B42E20-CCF1-D0F3-BC93-F1A8FDBBBACE}"/>
                </a:ext>
              </a:extLst>
            </p:cNvPr>
            <p:cNvGrpSpPr/>
            <p:nvPr/>
          </p:nvGrpSpPr>
          <p:grpSpPr>
            <a:xfrm>
              <a:off x="5865138" y="3939534"/>
              <a:ext cx="2471145" cy="999559"/>
              <a:chOff x="5894979" y="775790"/>
              <a:chExt cx="2471145" cy="999559"/>
            </a:xfrm>
          </p:grpSpPr>
          <p:grpSp>
            <p:nvGrpSpPr>
              <p:cNvPr id="6" name="组合 5">
                <a:extLst>
                  <a:ext uri="{FF2B5EF4-FFF2-40B4-BE49-F238E27FC236}">
                    <a16:creationId xmlns:a16="http://schemas.microsoft.com/office/drawing/2014/main" id="{15BA551D-16D1-3892-FF8F-A40D1740533F}"/>
                  </a:ext>
                </a:extLst>
              </p:cNvPr>
              <p:cNvGrpSpPr/>
              <p:nvPr/>
            </p:nvGrpSpPr>
            <p:grpSpPr>
              <a:xfrm>
                <a:off x="5894979" y="775790"/>
                <a:ext cx="2471145" cy="999559"/>
                <a:chOff x="9177990" y="1855506"/>
                <a:chExt cx="2471145" cy="999559"/>
              </a:xfrm>
            </p:grpSpPr>
            <p:cxnSp>
              <p:nvCxnSpPr>
                <p:cNvPr id="22" name="直接箭头连接符 21">
                  <a:extLst>
                    <a:ext uri="{FF2B5EF4-FFF2-40B4-BE49-F238E27FC236}">
                      <a16:creationId xmlns:a16="http://schemas.microsoft.com/office/drawing/2014/main" id="{805A7950-2607-F358-1F94-5282B6A45AA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0917275" y="2348855"/>
                  <a:ext cx="731860" cy="0"/>
                </a:xfrm>
                <a:prstGeom prst="straightConnector1">
                  <a:avLst/>
                </a:prstGeom>
                <a:ln w="19050">
                  <a:solidFill>
                    <a:schemeClr val="accent6">
                      <a:lumMod val="75000"/>
                    </a:schemeClr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4" name="矩形 13">
                  <a:extLst>
                    <a:ext uri="{FF2B5EF4-FFF2-40B4-BE49-F238E27FC236}">
                      <a16:creationId xmlns:a16="http://schemas.microsoft.com/office/drawing/2014/main" id="{F129A205-0B67-FBF7-45A9-71B6461FB9D7}"/>
                    </a:ext>
                  </a:extLst>
                </p:cNvPr>
                <p:cNvSpPr/>
                <p:nvPr/>
              </p:nvSpPr>
              <p:spPr>
                <a:xfrm>
                  <a:off x="9177990" y="1855506"/>
                  <a:ext cx="506482" cy="239741"/>
                </a:xfrm>
                <a:prstGeom prst="rect">
                  <a:avLst/>
                </a:prstGeom>
                <a:solidFill>
                  <a:srgbClr val="2E75B6"/>
                </a:solidFill>
                <a:ln>
                  <a:solidFill>
                    <a:srgbClr val="2E75B6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CN" sz="2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V</a:t>
                  </a:r>
                  <a:r>
                    <a:rPr lang="en-US" altLang="zh-CN" sz="2000" baseline="-25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</a:t>
                  </a:r>
                  <a:endParaRPr lang="zh-CN" altLang="en-US" sz="2000" baseline="-25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0" name="矩形 19">
                  <a:extLst>
                    <a:ext uri="{FF2B5EF4-FFF2-40B4-BE49-F238E27FC236}">
                      <a16:creationId xmlns:a16="http://schemas.microsoft.com/office/drawing/2014/main" id="{E48C6356-23DF-9327-8C25-C18F5EA28500}"/>
                    </a:ext>
                  </a:extLst>
                </p:cNvPr>
                <p:cNvSpPr/>
                <p:nvPr/>
              </p:nvSpPr>
              <p:spPr>
                <a:xfrm>
                  <a:off x="10646983" y="1876078"/>
                  <a:ext cx="459431" cy="194653"/>
                </a:xfrm>
                <a:prstGeom prst="rect">
                  <a:avLst/>
                </a:prstGeom>
                <a:solidFill>
                  <a:schemeClr val="accent2"/>
                </a:solidFill>
                <a:ln>
                  <a:solidFill>
                    <a:srgbClr val="ED7D28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CN" sz="2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V</a:t>
                  </a:r>
                  <a:r>
                    <a:rPr lang="en-US" altLang="zh-CN" sz="2000" baseline="-25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6</a:t>
                  </a:r>
                  <a:endParaRPr lang="zh-CN" altLang="en-US" sz="2000" baseline="-25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5" name="矩形 14">
                  <a:extLst>
                    <a:ext uri="{FF2B5EF4-FFF2-40B4-BE49-F238E27FC236}">
                      <a16:creationId xmlns:a16="http://schemas.microsoft.com/office/drawing/2014/main" id="{BDDB7A09-95BE-80F8-BB2F-291BCECE76C6}"/>
                    </a:ext>
                  </a:extLst>
                </p:cNvPr>
                <p:cNvSpPr/>
                <p:nvPr/>
              </p:nvSpPr>
              <p:spPr>
                <a:xfrm>
                  <a:off x="10048832" y="2634799"/>
                  <a:ext cx="550735" cy="220266"/>
                </a:xfrm>
                <a:prstGeom prst="rect">
                  <a:avLst/>
                </a:prstGeom>
                <a:solidFill>
                  <a:schemeClr val="accent2"/>
                </a:solidFill>
                <a:ln>
                  <a:solidFill>
                    <a:srgbClr val="ED7D28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CN" sz="2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V</a:t>
                  </a:r>
                  <a:r>
                    <a:rPr lang="en-US" altLang="zh-CN" sz="2000" baseline="-25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5</a:t>
                  </a:r>
                  <a:endParaRPr lang="zh-CN" altLang="en-US" sz="2000" baseline="-25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9" name="组合 8">
                <a:extLst>
                  <a:ext uri="{FF2B5EF4-FFF2-40B4-BE49-F238E27FC236}">
                    <a16:creationId xmlns:a16="http://schemas.microsoft.com/office/drawing/2014/main" id="{6407DDA7-EA9B-7197-A196-4A7910A364E7}"/>
                  </a:ext>
                </a:extLst>
              </p:cNvPr>
              <p:cNvGrpSpPr/>
              <p:nvPr/>
            </p:nvGrpSpPr>
            <p:grpSpPr>
              <a:xfrm>
                <a:off x="6401461" y="895661"/>
                <a:ext cx="1192227" cy="659422"/>
                <a:chOff x="6401461" y="895661"/>
                <a:chExt cx="1192227" cy="659422"/>
              </a:xfrm>
            </p:grpSpPr>
            <p:cxnSp>
              <p:nvCxnSpPr>
                <p:cNvPr id="10" name="直接箭头连接符 9">
                  <a:extLst>
                    <a:ext uri="{FF2B5EF4-FFF2-40B4-BE49-F238E27FC236}">
                      <a16:creationId xmlns:a16="http://schemas.microsoft.com/office/drawing/2014/main" id="{409206A2-C454-3743-2DCA-8846C6CD8691}"/>
                    </a:ext>
                  </a:extLst>
                </p:cNvPr>
                <p:cNvCxnSpPr>
                  <a:cxnSpLocks/>
                  <a:stCxn id="14" idx="3"/>
                  <a:endCxn id="15" idx="0"/>
                </p:cNvCxnSpPr>
                <p:nvPr/>
              </p:nvCxnSpPr>
              <p:spPr>
                <a:xfrm>
                  <a:off x="6401461" y="895661"/>
                  <a:ext cx="639728" cy="659422"/>
                </a:xfrm>
                <a:prstGeom prst="straightConnector1">
                  <a:avLst/>
                </a:prstGeom>
                <a:ln w="12700">
                  <a:solidFill>
                    <a:schemeClr val="tx1"/>
                  </a:solidFill>
                  <a:headEnd type="triangl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1" name="直接箭头连接符 10">
                  <a:extLst>
                    <a:ext uri="{FF2B5EF4-FFF2-40B4-BE49-F238E27FC236}">
                      <a16:creationId xmlns:a16="http://schemas.microsoft.com/office/drawing/2014/main" id="{78C4DF3B-46C1-8E15-A4A1-D0C7469041F8}"/>
                    </a:ext>
                  </a:extLst>
                </p:cNvPr>
                <p:cNvCxnSpPr>
                  <a:cxnSpLocks/>
                  <a:stCxn id="15" idx="0"/>
                  <a:endCxn id="20" idx="2"/>
                </p:cNvCxnSpPr>
                <p:nvPr/>
              </p:nvCxnSpPr>
              <p:spPr>
                <a:xfrm flipV="1">
                  <a:off x="7041189" y="991015"/>
                  <a:ext cx="552499" cy="564068"/>
                </a:xfrm>
                <a:prstGeom prst="straightConnector1">
                  <a:avLst/>
                </a:prstGeom>
                <a:ln w="12700">
                  <a:solidFill>
                    <a:schemeClr val="tx1"/>
                  </a:solidFill>
                  <a:headEnd type="triangl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cxnSp>
          <p:nvCxnSpPr>
            <p:cNvPr id="523" name="直接箭头连接符 522">
              <a:extLst>
                <a:ext uri="{FF2B5EF4-FFF2-40B4-BE49-F238E27FC236}">
                  <a16:creationId xmlns:a16="http://schemas.microsoft.com/office/drawing/2014/main" id="{412BDB89-D8FB-AB5B-99AB-0E13C08E2D2B}"/>
                </a:ext>
              </a:extLst>
            </p:cNvPr>
            <p:cNvCxnSpPr>
              <a:cxnSpLocks/>
              <a:stCxn id="14" idx="3"/>
              <a:endCxn id="20" idx="1"/>
            </p:cNvCxnSpPr>
            <p:nvPr/>
          </p:nvCxnSpPr>
          <p:spPr>
            <a:xfrm flipV="1">
              <a:off x="6371620" y="4057433"/>
              <a:ext cx="962511" cy="1972"/>
            </a:xfrm>
            <a:prstGeom prst="straightConnector1">
              <a:avLst/>
            </a:prstGeom>
            <a:ln w="12700"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30" name="组合 529">
            <a:extLst>
              <a:ext uri="{FF2B5EF4-FFF2-40B4-BE49-F238E27FC236}">
                <a16:creationId xmlns:a16="http://schemas.microsoft.com/office/drawing/2014/main" id="{DC6F4353-D451-6600-0E69-24620DD991C5}"/>
              </a:ext>
            </a:extLst>
          </p:cNvPr>
          <p:cNvGrpSpPr/>
          <p:nvPr/>
        </p:nvGrpSpPr>
        <p:grpSpPr>
          <a:xfrm>
            <a:off x="8853139" y="4285040"/>
            <a:ext cx="1979890" cy="998700"/>
            <a:chOff x="5854892" y="3927581"/>
            <a:chExt cx="1979890" cy="998700"/>
          </a:xfrm>
        </p:grpSpPr>
        <p:grpSp>
          <p:nvGrpSpPr>
            <p:cNvPr id="531" name="组合 530">
              <a:extLst>
                <a:ext uri="{FF2B5EF4-FFF2-40B4-BE49-F238E27FC236}">
                  <a16:creationId xmlns:a16="http://schemas.microsoft.com/office/drawing/2014/main" id="{A7770B27-3F7D-5C03-42C8-EEA6FB3C30BE}"/>
                </a:ext>
              </a:extLst>
            </p:cNvPr>
            <p:cNvGrpSpPr/>
            <p:nvPr/>
          </p:nvGrpSpPr>
          <p:grpSpPr>
            <a:xfrm>
              <a:off x="5854892" y="3927581"/>
              <a:ext cx="1979890" cy="998700"/>
              <a:chOff x="5884733" y="763837"/>
              <a:chExt cx="1979890" cy="998700"/>
            </a:xfrm>
          </p:grpSpPr>
          <p:grpSp>
            <p:nvGrpSpPr>
              <p:cNvPr id="536" name="组合 535">
                <a:extLst>
                  <a:ext uri="{FF2B5EF4-FFF2-40B4-BE49-F238E27FC236}">
                    <a16:creationId xmlns:a16="http://schemas.microsoft.com/office/drawing/2014/main" id="{5B5B79D0-92AC-11D2-C2AE-FFFEABCA373F}"/>
                  </a:ext>
                </a:extLst>
              </p:cNvPr>
              <p:cNvGrpSpPr/>
              <p:nvPr/>
            </p:nvGrpSpPr>
            <p:grpSpPr>
              <a:xfrm>
                <a:off x="5884733" y="763837"/>
                <a:ext cx="1979890" cy="998700"/>
                <a:chOff x="9167744" y="1843553"/>
                <a:chExt cx="1979890" cy="998700"/>
              </a:xfrm>
            </p:grpSpPr>
            <p:sp>
              <p:nvSpPr>
                <p:cNvPr id="548" name="矩形 547">
                  <a:extLst>
                    <a:ext uri="{FF2B5EF4-FFF2-40B4-BE49-F238E27FC236}">
                      <a16:creationId xmlns:a16="http://schemas.microsoft.com/office/drawing/2014/main" id="{403C8642-74BD-5C6E-3963-B10267B05D46}"/>
                    </a:ext>
                  </a:extLst>
                </p:cNvPr>
                <p:cNvSpPr/>
                <p:nvPr/>
              </p:nvSpPr>
              <p:spPr>
                <a:xfrm>
                  <a:off x="10048833" y="2634799"/>
                  <a:ext cx="530760" cy="207454"/>
                </a:xfrm>
                <a:prstGeom prst="rect">
                  <a:avLst/>
                </a:prstGeom>
                <a:solidFill>
                  <a:schemeClr val="accent2"/>
                </a:solidFill>
                <a:ln>
                  <a:solidFill>
                    <a:srgbClr val="ED7D28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CN" sz="2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V</a:t>
                  </a:r>
                  <a:r>
                    <a:rPr lang="en-US" altLang="zh-CN" sz="2000" baseline="-25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5</a:t>
                  </a:r>
                  <a:endParaRPr lang="zh-CN" altLang="en-US" sz="2000" baseline="-25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49" name="矩形 548">
                  <a:extLst>
                    <a:ext uri="{FF2B5EF4-FFF2-40B4-BE49-F238E27FC236}">
                      <a16:creationId xmlns:a16="http://schemas.microsoft.com/office/drawing/2014/main" id="{976F4987-58E9-308C-338D-B6543EAA4EBF}"/>
                    </a:ext>
                  </a:extLst>
                </p:cNvPr>
                <p:cNvSpPr/>
                <p:nvPr/>
              </p:nvSpPr>
              <p:spPr>
                <a:xfrm>
                  <a:off x="10646983" y="1876078"/>
                  <a:ext cx="500651" cy="224799"/>
                </a:xfrm>
                <a:prstGeom prst="rect">
                  <a:avLst/>
                </a:prstGeom>
                <a:solidFill>
                  <a:schemeClr val="accent2"/>
                </a:solidFill>
                <a:ln>
                  <a:solidFill>
                    <a:srgbClr val="ED7D28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CN" sz="2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V</a:t>
                  </a:r>
                  <a:r>
                    <a:rPr lang="en-US" altLang="zh-CN" sz="2000" baseline="-25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6</a:t>
                  </a:r>
                  <a:endParaRPr lang="zh-CN" altLang="en-US" sz="2000" baseline="-25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45" name="矩形 544">
                  <a:extLst>
                    <a:ext uri="{FF2B5EF4-FFF2-40B4-BE49-F238E27FC236}">
                      <a16:creationId xmlns:a16="http://schemas.microsoft.com/office/drawing/2014/main" id="{270175E3-18E1-673E-DA1C-0EEA61EA4F2F}"/>
                    </a:ext>
                  </a:extLst>
                </p:cNvPr>
                <p:cNvSpPr/>
                <p:nvPr/>
              </p:nvSpPr>
              <p:spPr>
                <a:xfrm>
                  <a:off x="9167744" y="1843553"/>
                  <a:ext cx="553990" cy="253408"/>
                </a:xfrm>
                <a:prstGeom prst="rect">
                  <a:avLst/>
                </a:prstGeom>
                <a:solidFill>
                  <a:srgbClr val="2E75B6"/>
                </a:solidFill>
                <a:ln>
                  <a:solidFill>
                    <a:srgbClr val="2E75B6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CN" sz="2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V</a:t>
                  </a:r>
                  <a:r>
                    <a:rPr lang="en-US" altLang="zh-CN" sz="2000" baseline="-25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</a:t>
                  </a:r>
                  <a:endParaRPr lang="zh-CN" altLang="en-US" sz="2000" baseline="-25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538" name="组合 537">
                <a:extLst>
                  <a:ext uri="{FF2B5EF4-FFF2-40B4-BE49-F238E27FC236}">
                    <a16:creationId xmlns:a16="http://schemas.microsoft.com/office/drawing/2014/main" id="{F1F1D43C-658D-7A7D-3F8C-08B6410F730A}"/>
                  </a:ext>
                </a:extLst>
              </p:cNvPr>
              <p:cNvGrpSpPr/>
              <p:nvPr/>
            </p:nvGrpSpPr>
            <p:grpSpPr>
              <a:xfrm>
                <a:off x="6438723" y="890541"/>
                <a:ext cx="1175575" cy="664542"/>
                <a:chOff x="6438723" y="890541"/>
                <a:chExt cx="1175575" cy="664542"/>
              </a:xfrm>
            </p:grpSpPr>
            <p:cxnSp>
              <p:nvCxnSpPr>
                <p:cNvPr id="541" name="直接箭头连接符 540">
                  <a:extLst>
                    <a:ext uri="{FF2B5EF4-FFF2-40B4-BE49-F238E27FC236}">
                      <a16:creationId xmlns:a16="http://schemas.microsoft.com/office/drawing/2014/main" id="{FF385494-C84C-0D8C-1DD1-A737F68AD7CA}"/>
                    </a:ext>
                  </a:extLst>
                </p:cNvPr>
                <p:cNvCxnSpPr>
                  <a:cxnSpLocks/>
                  <a:stCxn id="545" idx="3"/>
                  <a:endCxn id="548" idx="0"/>
                </p:cNvCxnSpPr>
                <p:nvPr/>
              </p:nvCxnSpPr>
              <p:spPr>
                <a:xfrm>
                  <a:off x="6438723" y="890541"/>
                  <a:ext cx="592479" cy="664542"/>
                </a:xfrm>
                <a:prstGeom prst="straightConnector1">
                  <a:avLst/>
                </a:prstGeom>
                <a:ln w="12700">
                  <a:solidFill>
                    <a:schemeClr val="tx1"/>
                  </a:solidFill>
                  <a:headEnd type="triangl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42" name="直接箭头连接符 541">
                  <a:extLst>
                    <a:ext uri="{FF2B5EF4-FFF2-40B4-BE49-F238E27FC236}">
                      <a16:creationId xmlns:a16="http://schemas.microsoft.com/office/drawing/2014/main" id="{BFC66AAA-3BF3-51A7-7A1D-A24B105B1CF2}"/>
                    </a:ext>
                  </a:extLst>
                </p:cNvPr>
                <p:cNvCxnSpPr>
                  <a:cxnSpLocks/>
                  <a:stCxn id="548" idx="0"/>
                  <a:endCxn id="549" idx="2"/>
                </p:cNvCxnSpPr>
                <p:nvPr/>
              </p:nvCxnSpPr>
              <p:spPr>
                <a:xfrm flipV="1">
                  <a:off x="7031202" y="1021161"/>
                  <a:ext cx="583096" cy="533922"/>
                </a:xfrm>
                <a:prstGeom prst="straightConnector1">
                  <a:avLst/>
                </a:prstGeom>
                <a:ln w="12700">
                  <a:solidFill>
                    <a:schemeClr val="tx1"/>
                  </a:solidFill>
                  <a:headEnd type="triangl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cxnSp>
          <p:nvCxnSpPr>
            <p:cNvPr id="534" name="直接箭头连接符 533">
              <a:extLst>
                <a:ext uri="{FF2B5EF4-FFF2-40B4-BE49-F238E27FC236}">
                  <a16:creationId xmlns:a16="http://schemas.microsoft.com/office/drawing/2014/main" id="{5670E3BC-6C62-293C-49A7-5FE4B753BBDF}"/>
                </a:ext>
              </a:extLst>
            </p:cNvPr>
            <p:cNvCxnSpPr>
              <a:cxnSpLocks/>
              <a:stCxn id="545" idx="3"/>
              <a:endCxn id="549" idx="1"/>
            </p:cNvCxnSpPr>
            <p:nvPr/>
          </p:nvCxnSpPr>
          <p:spPr>
            <a:xfrm>
              <a:off x="6408882" y="4054285"/>
              <a:ext cx="925249" cy="18221"/>
            </a:xfrm>
            <a:prstGeom prst="straightConnector1">
              <a:avLst/>
            </a:prstGeom>
            <a:ln w="12700"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53" name="文本框 552">
            <a:extLst>
              <a:ext uri="{FF2B5EF4-FFF2-40B4-BE49-F238E27FC236}">
                <a16:creationId xmlns:a16="http://schemas.microsoft.com/office/drawing/2014/main" id="{66B8DD81-106F-D653-1B87-F38289F7655A}"/>
              </a:ext>
            </a:extLst>
          </p:cNvPr>
          <p:cNvSpPr txBox="1"/>
          <p:nvPr/>
        </p:nvSpPr>
        <p:spPr>
          <a:xfrm>
            <a:off x="8935985" y="3711046"/>
            <a:ext cx="47114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000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sz="2000" baseline="-5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CN" altLang="en-US" sz="2000" baseline="-5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554" name="直接箭头连接符 553">
            <a:extLst>
              <a:ext uri="{FF2B5EF4-FFF2-40B4-BE49-F238E27FC236}">
                <a16:creationId xmlns:a16="http://schemas.microsoft.com/office/drawing/2014/main" id="{26F86486-0CE7-2AB7-62B2-87F30074E91B}"/>
              </a:ext>
            </a:extLst>
          </p:cNvPr>
          <p:cNvCxnSpPr/>
          <p:nvPr/>
        </p:nvCxnSpPr>
        <p:spPr>
          <a:xfrm>
            <a:off x="8891848" y="4154760"/>
            <a:ext cx="583496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5" name="文本框 554">
            <a:extLst>
              <a:ext uri="{FF2B5EF4-FFF2-40B4-BE49-F238E27FC236}">
                <a16:creationId xmlns:a16="http://schemas.microsoft.com/office/drawing/2014/main" id="{F06D0922-CD1D-B909-45B8-2B1586C4E322}"/>
              </a:ext>
            </a:extLst>
          </p:cNvPr>
          <p:cNvSpPr txBox="1"/>
          <p:nvPr/>
        </p:nvSpPr>
        <p:spPr>
          <a:xfrm>
            <a:off x="9219673" y="5031448"/>
            <a:ext cx="53015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000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sz="2000" baseline="-5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endParaRPr lang="zh-CN" altLang="en-US" sz="2000" baseline="-5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556" name="直接箭头连接符 555">
            <a:extLst>
              <a:ext uri="{FF2B5EF4-FFF2-40B4-BE49-F238E27FC236}">
                <a16:creationId xmlns:a16="http://schemas.microsoft.com/office/drawing/2014/main" id="{D11A29B2-0DE5-C3FD-A1BB-03D405AD0243}"/>
              </a:ext>
            </a:extLst>
          </p:cNvPr>
          <p:cNvCxnSpPr>
            <a:cxnSpLocks/>
          </p:cNvCxnSpPr>
          <p:nvPr/>
        </p:nvCxnSpPr>
        <p:spPr>
          <a:xfrm flipH="1" flipV="1">
            <a:off x="9410316" y="5004933"/>
            <a:ext cx="376337" cy="446101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65" name="组合 564">
            <a:extLst>
              <a:ext uri="{FF2B5EF4-FFF2-40B4-BE49-F238E27FC236}">
                <a16:creationId xmlns:a16="http://schemas.microsoft.com/office/drawing/2014/main" id="{186DB05E-1EBA-5E92-1ED5-6AF22834B16D}"/>
              </a:ext>
            </a:extLst>
          </p:cNvPr>
          <p:cNvGrpSpPr/>
          <p:nvPr/>
        </p:nvGrpSpPr>
        <p:grpSpPr>
          <a:xfrm>
            <a:off x="1521405" y="3205745"/>
            <a:ext cx="3572594" cy="3300442"/>
            <a:chOff x="131383" y="2826645"/>
            <a:chExt cx="3694963" cy="3601080"/>
          </a:xfrm>
        </p:grpSpPr>
        <p:sp>
          <p:nvSpPr>
            <p:cNvPr id="48" name="矩形 47">
              <a:extLst>
                <a:ext uri="{FF2B5EF4-FFF2-40B4-BE49-F238E27FC236}">
                  <a16:creationId xmlns:a16="http://schemas.microsoft.com/office/drawing/2014/main" id="{7AD5B27F-C375-A1FA-E17E-BC6CFA05A5A2}"/>
                </a:ext>
              </a:extLst>
            </p:cNvPr>
            <p:cNvSpPr/>
            <p:nvPr/>
          </p:nvSpPr>
          <p:spPr>
            <a:xfrm rot="19937043">
              <a:off x="1983737" y="4574895"/>
              <a:ext cx="230558" cy="130690"/>
            </a:xfrm>
            <a:prstGeom prst="rect">
              <a:avLst/>
            </a:prstGeom>
            <a:solidFill>
              <a:srgbClr val="ED7D28"/>
            </a:solidFill>
            <a:ln>
              <a:solidFill>
                <a:srgbClr val="ED7D28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500" baseline="-25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9" name="弧形 48">
              <a:extLst>
                <a:ext uri="{FF2B5EF4-FFF2-40B4-BE49-F238E27FC236}">
                  <a16:creationId xmlns:a16="http://schemas.microsoft.com/office/drawing/2014/main" id="{449A46D9-306F-2C16-9795-2EE20AEABB88}"/>
                </a:ext>
              </a:extLst>
            </p:cNvPr>
            <p:cNvSpPr/>
            <p:nvPr/>
          </p:nvSpPr>
          <p:spPr>
            <a:xfrm>
              <a:off x="657255" y="4483484"/>
              <a:ext cx="1416299" cy="1247547"/>
            </a:xfrm>
            <a:prstGeom prst="arc">
              <a:avLst>
                <a:gd name="adj1" fmla="val 16440996"/>
                <a:gd name="adj2" fmla="val 21068784"/>
              </a:avLst>
            </a:prstGeom>
            <a:ln w="28575">
              <a:solidFill>
                <a:srgbClr val="92D050"/>
              </a:solidFill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0" name="弧形 49">
              <a:extLst>
                <a:ext uri="{FF2B5EF4-FFF2-40B4-BE49-F238E27FC236}">
                  <a16:creationId xmlns:a16="http://schemas.microsoft.com/office/drawing/2014/main" id="{B6E1CEE9-F8D6-34E6-7285-0A3687454CC2}"/>
                </a:ext>
              </a:extLst>
            </p:cNvPr>
            <p:cNvSpPr/>
            <p:nvPr/>
          </p:nvSpPr>
          <p:spPr>
            <a:xfrm rot="10800000" flipH="1">
              <a:off x="641629" y="3346469"/>
              <a:ext cx="1416299" cy="1312469"/>
            </a:xfrm>
            <a:prstGeom prst="arc">
              <a:avLst>
                <a:gd name="adj1" fmla="val 16257973"/>
                <a:gd name="adj2" fmla="val 379"/>
              </a:avLst>
            </a:prstGeom>
            <a:ln w="28575">
              <a:solidFill>
                <a:schemeClr val="accent5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1" name="文本框 50">
              <a:extLst>
                <a:ext uri="{FF2B5EF4-FFF2-40B4-BE49-F238E27FC236}">
                  <a16:creationId xmlns:a16="http://schemas.microsoft.com/office/drawing/2014/main" id="{2A075EA7-85AD-19CB-983C-C4B2B53D50B7}"/>
                </a:ext>
              </a:extLst>
            </p:cNvPr>
            <p:cNvSpPr txBox="1"/>
            <p:nvPr/>
          </p:nvSpPr>
          <p:spPr>
            <a:xfrm>
              <a:off x="131383" y="4194044"/>
              <a:ext cx="475169" cy="43655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L</a:t>
              </a:r>
              <a:r>
                <a:rPr lang="en-US" altLang="zh-CN" sz="20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lang="zh-CN" altLang="en-US" sz="2000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2" name="文本框 51">
              <a:extLst>
                <a:ext uri="{FF2B5EF4-FFF2-40B4-BE49-F238E27FC236}">
                  <a16:creationId xmlns:a16="http://schemas.microsoft.com/office/drawing/2014/main" id="{87EEC33F-751C-F3A0-05E9-7835866807D8}"/>
                </a:ext>
              </a:extLst>
            </p:cNvPr>
            <p:cNvSpPr txBox="1"/>
            <p:nvPr/>
          </p:nvSpPr>
          <p:spPr>
            <a:xfrm>
              <a:off x="1929631" y="5970017"/>
              <a:ext cx="497946" cy="43655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L</a:t>
              </a:r>
              <a:r>
                <a:rPr lang="en-US" altLang="zh-CN" sz="20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endParaRPr lang="zh-CN" altLang="en-US" sz="2000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53" name="组合 52">
              <a:extLst>
                <a:ext uri="{FF2B5EF4-FFF2-40B4-BE49-F238E27FC236}">
                  <a16:creationId xmlns:a16="http://schemas.microsoft.com/office/drawing/2014/main" id="{EC94132F-45E3-9709-5275-8AF2C63051AD}"/>
                </a:ext>
              </a:extLst>
            </p:cNvPr>
            <p:cNvGrpSpPr/>
            <p:nvPr/>
          </p:nvGrpSpPr>
          <p:grpSpPr>
            <a:xfrm>
              <a:off x="410176" y="2957381"/>
              <a:ext cx="3416170" cy="3200727"/>
              <a:chOff x="1514658" y="1174943"/>
              <a:chExt cx="4357065" cy="3980049"/>
            </a:xfrm>
          </p:grpSpPr>
          <p:cxnSp>
            <p:nvCxnSpPr>
              <p:cNvPr id="54" name="直接箭头连接符 53">
                <a:extLst>
                  <a:ext uri="{FF2B5EF4-FFF2-40B4-BE49-F238E27FC236}">
                    <a16:creationId xmlns:a16="http://schemas.microsoft.com/office/drawing/2014/main" id="{E0B17BF2-9500-BE65-5296-7077270913A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514658" y="3299747"/>
                <a:ext cx="4357065" cy="0"/>
              </a:xfrm>
              <a:prstGeom prst="straightConnector1">
                <a:avLst/>
              </a:prstGeom>
              <a:ln w="28575">
                <a:solidFill>
                  <a:schemeClr val="accent5">
                    <a:lumMod val="75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5" name="直接箭头连接符 54">
                <a:extLst>
                  <a:ext uri="{FF2B5EF4-FFF2-40B4-BE49-F238E27FC236}">
                    <a16:creationId xmlns:a16="http://schemas.microsoft.com/office/drawing/2014/main" id="{0FF20873-8630-A279-4615-11B34277C7B5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3361052" y="1174943"/>
                <a:ext cx="9054" cy="3947510"/>
              </a:xfrm>
              <a:prstGeom prst="straightConnector1">
                <a:avLst/>
              </a:prstGeom>
              <a:ln w="28575">
                <a:solidFill>
                  <a:schemeClr val="accent6">
                    <a:lumMod val="75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6" name="直接箭头连接符 55">
                <a:extLst>
                  <a:ext uri="{FF2B5EF4-FFF2-40B4-BE49-F238E27FC236}">
                    <a16:creationId xmlns:a16="http://schemas.microsoft.com/office/drawing/2014/main" id="{022EC5FE-A571-9782-27B5-2D3F081C6DD1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514658" y="3041067"/>
                <a:ext cx="4344657" cy="28514"/>
              </a:xfrm>
              <a:prstGeom prst="straightConnector1">
                <a:avLst/>
              </a:prstGeom>
              <a:ln w="28575">
                <a:solidFill>
                  <a:schemeClr val="accent3">
                    <a:lumMod val="75000"/>
                  </a:schemeClr>
                </a:solidFill>
                <a:headEnd type="triangl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57" name="组合 56">
                <a:extLst>
                  <a:ext uri="{FF2B5EF4-FFF2-40B4-BE49-F238E27FC236}">
                    <a16:creationId xmlns:a16="http://schemas.microsoft.com/office/drawing/2014/main" id="{6B3E7676-F9AB-EB42-75DE-1B7CD447ED92}"/>
                  </a:ext>
                </a:extLst>
              </p:cNvPr>
              <p:cNvGrpSpPr/>
              <p:nvPr/>
            </p:nvGrpSpPr>
            <p:grpSpPr>
              <a:xfrm>
                <a:off x="3919744" y="1882883"/>
                <a:ext cx="1863720" cy="945264"/>
                <a:chOff x="3953470" y="670523"/>
                <a:chExt cx="2945264" cy="1665293"/>
              </a:xfrm>
            </p:grpSpPr>
            <p:cxnSp>
              <p:nvCxnSpPr>
                <p:cNvPr id="71" name="直接箭头连接符 70">
                  <a:extLst>
                    <a:ext uri="{FF2B5EF4-FFF2-40B4-BE49-F238E27FC236}">
                      <a16:creationId xmlns:a16="http://schemas.microsoft.com/office/drawing/2014/main" id="{10B33B13-37C1-C3C0-CC12-7B33A438DF9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557304" y="2330127"/>
                  <a:ext cx="2341430" cy="0"/>
                </a:xfrm>
                <a:prstGeom prst="straightConnector1">
                  <a:avLst/>
                </a:prstGeom>
                <a:ln w="28575">
                  <a:solidFill>
                    <a:schemeClr val="accent3">
                      <a:lumMod val="75000"/>
                    </a:schemeClr>
                  </a:solidFill>
                  <a:headEnd type="triangl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72" name="弧形 71">
                  <a:extLst>
                    <a:ext uri="{FF2B5EF4-FFF2-40B4-BE49-F238E27FC236}">
                      <a16:creationId xmlns:a16="http://schemas.microsoft.com/office/drawing/2014/main" id="{341E5697-D97C-51FB-5AA9-6069FDCAA939}"/>
                    </a:ext>
                  </a:extLst>
                </p:cNvPr>
                <p:cNvSpPr/>
                <p:nvPr/>
              </p:nvSpPr>
              <p:spPr>
                <a:xfrm rot="10800000">
                  <a:off x="3953470" y="670523"/>
                  <a:ext cx="1309296" cy="1665293"/>
                </a:xfrm>
                <a:prstGeom prst="arc">
                  <a:avLst/>
                </a:prstGeom>
                <a:ln w="28575">
                  <a:solidFill>
                    <a:schemeClr val="accent3">
                      <a:lumMod val="75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  <p:grpSp>
            <p:nvGrpSpPr>
              <p:cNvPr id="58" name="组合 57">
                <a:extLst>
                  <a:ext uri="{FF2B5EF4-FFF2-40B4-BE49-F238E27FC236}">
                    <a16:creationId xmlns:a16="http://schemas.microsoft.com/office/drawing/2014/main" id="{7BD1496B-FBE0-8BA2-993C-60ADFE74FF8C}"/>
                  </a:ext>
                </a:extLst>
              </p:cNvPr>
              <p:cNvGrpSpPr/>
              <p:nvPr/>
            </p:nvGrpSpPr>
            <p:grpSpPr>
              <a:xfrm flipH="1">
                <a:off x="1541283" y="1198227"/>
                <a:ext cx="1586758" cy="1629920"/>
                <a:chOff x="3891183" y="-361847"/>
                <a:chExt cx="2507577" cy="2871468"/>
              </a:xfrm>
            </p:grpSpPr>
            <p:cxnSp>
              <p:nvCxnSpPr>
                <p:cNvPr id="68" name="直接箭头连接符 67">
                  <a:extLst>
                    <a:ext uri="{FF2B5EF4-FFF2-40B4-BE49-F238E27FC236}">
                      <a16:creationId xmlns:a16="http://schemas.microsoft.com/office/drawing/2014/main" id="{726F81F6-4E90-B023-937F-B4B20268EDE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498228" y="2503927"/>
                  <a:ext cx="1900532" cy="0"/>
                </a:xfrm>
                <a:prstGeom prst="straightConnector1">
                  <a:avLst/>
                </a:prstGeom>
                <a:ln w="28575">
                  <a:solidFill>
                    <a:srgbClr val="C55A11"/>
                  </a:solidFill>
                  <a:headEnd type="non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69" name="弧形 68">
                  <a:extLst>
                    <a:ext uri="{FF2B5EF4-FFF2-40B4-BE49-F238E27FC236}">
                      <a16:creationId xmlns:a16="http://schemas.microsoft.com/office/drawing/2014/main" id="{026EE5EC-0E8B-A58A-8011-D03564A25240}"/>
                    </a:ext>
                  </a:extLst>
                </p:cNvPr>
                <p:cNvSpPr/>
                <p:nvPr/>
              </p:nvSpPr>
              <p:spPr>
                <a:xfrm rot="10800000">
                  <a:off x="3894386" y="844327"/>
                  <a:ext cx="1309290" cy="1665294"/>
                </a:xfrm>
                <a:prstGeom prst="arc">
                  <a:avLst/>
                </a:prstGeom>
                <a:ln w="28575">
                  <a:solidFill>
                    <a:srgbClr val="C55A11"/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cxnSp>
              <p:nvCxnSpPr>
                <p:cNvPr id="70" name="直接箭头连接符 69">
                  <a:extLst>
                    <a:ext uri="{FF2B5EF4-FFF2-40B4-BE49-F238E27FC236}">
                      <a16:creationId xmlns:a16="http://schemas.microsoft.com/office/drawing/2014/main" id="{B57D49B1-6445-BBB4-45F5-549076F2D3E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3891183" y="-361847"/>
                  <a:ext cx="0" cy="2074535"/>
                </a:xfrm>
                <a:prstGeom prst="straightConnector1">
                  <a:avLst/>
                </a:prstGeom>
                <a:ln w="28575">
                  <a:solidFill>
                    <a:srgbClr val="C55A11"/>
                  </a:solidFill>
                  <a:headEnd type="non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59" name="组合 58">
                <a:extLst>
                  <a:ext uri="{FF2B5EF4-FFF2-40B4-BE49-F238E27FC236}">
                    <a16:creationId xmlns:a16="http://schemas.microsoft.com/office/drawing/2014/main" id="{B13F1683-B660-FEF5-6BF1-39AC4559BDEF}"/>
                  </a:ext>
                </a:extLst>
              </p:cNvPr>
              <p:cNvGrpSpPr/>
              <p:nvPr/>
            </p:nvGrpSpPr>
            <p:grpSpPr>
              <a:xfrm rot="16200000" flipH="1">
                <a:off x="1541895" y="3568846"/>
                <a:ext cx="1585533" cy="1586759"/>
                <a:chOff x="3931169" y="-173439"/>
                <a:chExt cx="2793270" cy="2507579"/>
              </a:xfrm>
            </p:grpSpPr>
            <p:cxnSp>
              <p:nvCxnSpPr>
                <p:cNvPr id="65" name="直接箭头连接符 64">
                  <a:extLst>
                    <a:ext uri="{FF2B5EF4-FFF2-40B4-BE49-F238E27FC236}">
                      <a16:creationId xmlns:a16="http://schemas.microsoft.com/office/drawing/2014/main" id="{EB9997AB-0988-2888-32F0-C31D9E80290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16200000" flipH="1">
                  <a:off x="5631313" y="1235310"/>
                  <a:ext cx="0" cy="2186252"/>
                </a:xfrm>
                <a:prstGeom prst="straightConnector1">
                  <a:avLst/>
                </a:prstGeom>
                <a:ln w="28575">
                  <a:solidFill>
                    <a:srgbClr val="548235"/>
                  </a:solidFill>
                  <a:headEnd type="non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66" name="弧形 65">
                  <a:extLst>
                    <a:ext uri="{FF2B5EF4-FFF2-40B4-BE49-F238E27FC236}">
                      <a16:creationId xmlns:a16="http://schemas.microsoft.com/office/drawing/2014/main" id="{CAD793E4-7B8A-1472-473A-79A23635B439}"/>
                    </a:ext>
                  </a:extLst>
                </p:cNvPr>
                <p:cNvSpPr/>
                <p:nvPr/>
              </p:nvSpPr>
              <p:spPr>
                <a:xfrm rot="10800000">
                  <a:off x="3934346" y="668842"/>
                  <a:ext cx="1309295" cy="1665298"/>
                </a:xfrm>
                <a:prstGeom prst="arc">
                  <a:avLst/>
                </a:prstGeom>
                <a:ln w="28575">
                  <a:solidFill>
                    <a:srgbClr val="548235"/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cxnSp>
              <p:nvCxnSpPr>
                <p:cNvPr id="67" name="直接箭头连接符 66">
                  <a:extLst>
                    <a:ext uri="{FF2B5EF4-FFF2-40B4-BE49-F238E27FC236}">
                      <a16:creationId xmlns:a16="http://schemas.microsoft.com/office/drawing/2014/main" id="{D9CBAE4B-A969-6BD2-FF9D-5ACEC50B5F9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16200000" flipH="1">
                  <a:off x="3075839" y="681891"/>
                  <a:ext cx="1710659" cy="0"/>
                </a:xfrm>
                <a:prstGeom prst="straightConnector1">
                  <a:avLst/>
                </a:prstGeom>
                <a:ln w="28575">
                  <a:solidFill>
                    <a:srgbClr val="548235"/>
                  </a:solidFill>
                  <a:headEnd type="non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60" name="组合 59">
                <a:extLst>
                  <a:ext uri="{FF2B5EF4-FFF2-40B4-BE49-F238E27FC236}">
                    <a16:creationId xmlns:a16="http://schemas.microsoft.com/office/drawing/2014/main" id="{25326EF5-F28B-98E5-33A6-C8A3A6BDE06E}"/>
                  </a:ext>
                </a:extLst>
              </p:cNvPr>
              <p:cNvGrpSpPr/>
              <p:nvPr/>
            </p:nvGrpSpPr>
            <p:grpSpPr>
              <a:xfrm rot="5400000">
                <a:off x="4053873" y="3399320"/>
                <a:ext cx="1584614" cy="1845802"/>
                <a:chOff x="4030768" y="-563099"/>
                <a:chExt cx="2791650" cy="2916948"/>
              </a:xfrm>
            </p:grpSpPr>
            <p:cxnSp>
              <p:nvCxnSpPr>
                <p:cNvPr id="62" name="直接箭头连接符 61">
                  <a:extLst>
                    <a:ext uri="{FF2B5EF4-FFF2-40B4-BE49-F238E27FC236}">
                      <a16:creationId xmlns:a16="http://schemas.microsoft.com/office/drawing/2014/main" id="{DF618525-D170-F5FF-A0EE-A8096D0AA53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16200000">
                  <a:off x="5730096" y="1255841"/>
                  <a:ext cx="0" cy="2184644"/>
                </a:xfrm>
                <a:prstGeom prst="straightConnector1">
                  <a:avLst/>
                </a:prstGeom>
                <a:ln w="28575">
                  <a:solidFill>
                    <a:srgbClr val="92D050"/>
                  </a:solidFill>
                  <a:headEnd type="triangl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63" name="弧形 62">
                  <a:extLst>
                    <a:ext uri="{FF2B5EF4-FFF2-40B4-BE49-F238E27FC236}">
                      <a16:creationId xmlns:a16="http://schemas.microsoft.com/office/drawing/2014/main" id="{6B2B1D2B-8F43-BE6E-4C60-DC702F34678A}"/>
                    </a:ext>
                  </a:extLst>
                </p:cNvPr>
                <p:cNvSpPr/>
                <p:nvPr/>
              </p:nvSpPr>
              <p:spPr>
                <a:xfrm rot="10800000">
                  <a:off x="4033931" y="688556"/>
                  <a:ext cx="1309288" cy="1665293"/>
                </a:xfrm>
                <a:prstGeom prst="arc">
                  <a:avLst/>
                </a:prstGeom>
                <a:ln w="28575">
                  <a:solidFill>
                    <a:srgbClr val="92D050"/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cxnSp>
              <p:nvCxnSpPr>
                <p:cNvPr id="64" name="直接箭头连接符 63">
                  <a:extLst>
                    <a:ext uri="{FF2B5EF4-FFF2-40B4-BE49-F238E27FC236}">
                      <a16:creationId xmlns:a16="http://schemas.microsoft.com/office/drawing/2014/main" id="{66A75017-A7B2-347B-CE3E-7333D012274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16200000" flipH="1">
                  <a:off x="2970753" y="496916"/>
                  <a:ext cx="2120030" cy="0"/>
                </a:xfrm>
                <a:prstGeom prst="straightConnector1">
                  <a:avLst/>
                </a:prstGeom>
                <a:ln w="28575">
                  <a:solidFill>
                    <a:srgbClr val="92D050"/>
                  </a:solidFill>
                  <a:headEnd type="triangl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61" name="直接箭头连接符 60">
                <a:extLst>
                  <a:ext uri="{FF2B5EF4-FFF2-40B4-BE49-F238E27FC236}">
                    <a16:creationId xmlns:a16="http://schemas.microsoft.com/office/drawing/2014/main" id="{4E5D861C-30DB-3555-D62B-D254DDF8E6E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631482" y="1180025"/>
                <a:ext cx="0" cy="3891065"/>
              </a:xfrm>
              <a:prstGeom prst="straightConnector1">
                <a:avLst/>
              </a:prstGeom>
              <a:ln w="28575">
                <a:solidFill>
                  <a:srgbClr val="92D050"/>
                </a:solidFill>
                <a:headEnd type="triangl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74" name="组合 73">
              <a:extLst>
                <a:ext uri="{FF2B5EF4-FFF2-40B4-BE49-F238E27FC236}">
                  <a16:creationId xmlns:a16="http://schemas.microsoft.com/office/drawing/2014/main" id="{CA86B64C-F303-E4C7-EF38-496B06E52DAB}"/>
                </a:ext>
              </a:extLst>
            </p:cNvPr>
            <p:cNvGrpSpPr/>
            <p:nvPr/>
          </p:nvGrpSpPr>
          <p:grpSpPr>
            <a:xfrm>
              <a:off x="1470879" y="4511369"/>
              <a:ext cx="487286" cy="436556"/>
              <a:chOff x="4780336" y="4588231"/>
              <a:chExt cx="506795" cy="388655"/>
            </a:xfrm>
          </p:grpSpPr>
          <p:sp>
            <p:nvSpPr>
              <p:cNvPr id="75" name="矩形 74">
                <a:extLst>
                  <a:ext uri="{FF2B5EF4-FFF2-40B4-BE49-F238E27FC236}">
                    <a16:creationId xmlns:a16="http://schemas.microsoft.com/office/drawing/2014/main" id="{707BD452-2293-EA56-DA70-6E746D5F8BFD}"/>
                  </a:ext>
                </a:extLst>
              </p:cNvPr>
              <p:cNvSpPr/>
              <p:nvPr/>
            </p:nvSpPr>
            <p:spPr>
              <a:xfrm>
                <a:off x="5037171" y="4671946"/>
                <a:ext cx="239789" cy="116350"/>
              </a:xfrm>
              <a:prstGeom prst="rect">
                <a:avLst/>
              </a:prstGeom>
              <a:solidFill>
                <a:srgbClr val="2E75B6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500" baseline="-250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76" name="文本框 75">
                <a:extLst>
                  <a:ext uri="{FF2B5EF4-FFF2-40B4-BE49-F238E27FC236}">
                    <a16:creationId xmlns:a16="http://schemas.microsoft.com/office/drawing/2014/main" id="{B6952649-4F3B-AD09-65DE-5846FA40BBAE}"/>
                  </a:ext>
                </a:extLst>
              </p:cNvPr>
              <p:cNvSpPr txBox="1"/>
              <p:nvPr/>
            </p:nvSpPr>
            <p:spPr>
              <a:xfrm>
                <a:off x="4780336" y="4588231"/>
                <a:ext cx="506795" cy="38865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</a:t>
                </a:r>
                <a:r>
                  <a:rPr lang="en-US" altLang="zh-CN" sz="2000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:endParaRPr lang="zh-CN" altLang="en-US" sz="54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78" name="矩形 77">
              <a:extLst>
                <a:ext uri="{FF2B5EF4-FFF2-40B4-BE49-F238E27FC236}">
                  <a16:creationId xmlns:a16="http://schemas.microsoft.com/office/drawing/2014/main" id="{5EAE1D26-D527-CD10-6C66-D232D909DFBF}"/>
                </a:ext>
              </a:extLst>
            </p:cNvPr>
            <p:cNvSpPr/>
            <p:nvPr/>
          </p:nvSpPr>
          <p:spPr>
            <a:xfrm rot="3958819">
              <a:off x="1873234" y="4802685"/>
              <a:ext cx="269343" cy="111871"/>
            </a:xfrm>
            <a:prstGeom prst="rect">
              <a:avLst/>
            </a:prstGeom>
            <a:solidFill>
              <a:srgbClr val="ED7D28"/>
            </a:solidFill>
            <a:ln>
              <a:solidFill>
                <a:srgbClr val="ED7D28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500" baseline="-25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9" name="文本框 78">
              <a:extLst>
                <a:ext uri="{FF2B5EF4-FFF2-40B4-BE49-F238E27FC236}">
                  <a16:creationId xmlns:a16="http://schemas.microsoft.com/office/drawing/2014/main" id="{76564948-F505-A6A0-2211-9963F344447B}"/>
                </a:ext>
              </a:extLst>
            </p:cNvPr>
            <p:cNvSpPr txBox="1"/>
            <p:nvPr/>
          </p:nvSpPr>
          <p:spPr>
            <a:xfrm>
              <a:off x="1272505" y="2826645"/>
              <a:ext cx="521796" cy="43655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L</a:t>
              </a:r>
              <a:r>
                <a:rPr lang="en-US" altLang="zh-CN" sz="20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  <a:endParaRPr lang="zh-CN" altLang="en-US" sz="2000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0" name="文本框 79">
              <a:extLst>
                <a:ext uri="{FF2B5EF4-FFF2-40B4-BE49-F238E27FC236}">
                  <a16:creationId xmlns:a16="http://schemas.microsoft.com/office/drawing/2014/main" id="{2B9EB022-9C14-9DAA-F6EE-1360955CFFBE}"/>
                </a:ext>
              </a:extLst>
            </p:cNvPr>
            <p:cNvSpPr txBox="1"/>
            <p:nvPr/>
          </p:nvSpPr>
          <p:spPr>
            <a:xfrm>
              <a:off x="2277214" y="2919988"/>
              <a:ext cx="521796" cy="43655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L</a:t>
              </a:r>
              <a:r>
                <a:rPr lang="en-US" altLang="zh-CN" sz="20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6</a:t>
              </a:r>
              <a:endParaRPr lang="zh-CN" altLang="en-US" sz="2000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1" name="文本框 80">
              <a:extLst>
                <a:ext uri="{FF2B5EF4-FFF2-40B4-BE49-F238E27FC236}">
                  <a16:creationId xmlns:a16="http://schemas.microsoft.com/office/drawing/2014/main" id="{4E6078A7-A80B-9627-02CE-92A6B38F5F27}"/>
                </a:ext>
              </a:extLst>
            </p:cNvPr>
            <p:cNvSpPr txBox="1"/>
            <p:nvPr/>
          </p:nvSpPr>
          <p:spPr>
            <a:xfrm>
              <a:off x="1403968" y="5971652"/>
              <a:ext cx="490736" cy="43655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L</a:t>
              </a:r>
              <a:r>
                <a:rPr lang="en-US" altLang="zh-CN" sz="20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7</a:t>
              </a:r>
              <a:endParaRPr lang="zh-CN" altLang="en-US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2" name="文本框 81">
              <a:extLst>
                <a:ext uri="{FF2B5EF4-FFF2-40B4-BE49-F238E27FC236}">
                  <a16:creationId xmlns:a16="http://schemas.microsoft.com/office/drawing/2014/main" id="{6648224C-67E5-18C7-7573-A1C536B279B0}"/>
                </a:ext>
              </a:extLst>
            </p:cNvPr>
            <p:cNvSpPr txBox="1"/>
            <p:nvPr/>
          </p:nvSpPr>
          <p:spPr>
            <a:xfrm>
              <a:off x="2199923" y="5991169"/>
              <a:ext cx="532372" cy="43655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L</a:t>
              </a:r>
              <a:r>
                <a:rPr lang="en-US" altLang="zh-CN" sz="20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8</a:t>
              </a:r>
              <a:endParaRPr lang="zh-CN" altLang="en-US" sz="2000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3" name="矩形 82">
              <a:extLst>
                <a:ext uri="{FF2B5EF4-FFF2-40B4-BE49-F238E27FC236}">
                  <a16:creationId xmlns:a16="http://schemas.microsoft.com/office/drawing/2014/main" id="{DA23504A-E60E-77CD-1C8C-E6292E1474CE}"/>
                </a:ext>
              </a:extLst>
            </p:cNvPr>
            <p:cNvSpPr/>
            <p:nvPr/>
          </p:nvSpPr>
          <p:spPr>
            <a:xfrm rot="5400000">
              <a:off x="1534534" y="3286939"/>
              <a:ext cx="269342" cy="111871"/>
            </a:xfrm>
            <a:prstGeom prst="rect">
              <a:avLst/>
            </a:prstGeom>
            <a:solidFill>
              <a:srgbClr val="339933"/>
            </a:solidFill>
            <a:ln>
              <a:solidFill>
                <a:srgbClr val="33993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500" baseline="-25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4" name="弧形 83">
              <a:extLst>
                <a:ext uri="{FF2B5EF4-FFF2-40B4-BE49-F238E27FC236}">
                  <a16:creationId xmlns:a16="http://schemas.microsoft.com/office/drawing/2014/main" id="{5B001A47-E030-FADA-3581-CBA83DB96FAD}"/>
                </a:ext>
              </a:extLst>
            </p:cNvPr>
            <p:cNvSpPr/>
            <p:nvPr/>
          </p:nvSpPr>
          <p:spPr>
            <a:xfrm flipH="1">
              <a:off x="1864677" y="4473232"/>
              <a:ext cx="1416299" cy="1247547"/>
            </a:xfrm>
            <a:prstGeom prst="arc">
              <a:avLst>
                <a:gd name="adj1" fmla="val 16926257"/>
                <a:gd name="adj2" fmla="val 21295602"/>
              </a:avLst>
            </a:prstGeom>
            <a:ln w="28575">
              <a:solidFill>
                <a:schemeClr val="accent3">
                  <a:lumMod val="75000"/>
                </a:schemeClr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5" name="弧形 84">
              <a:extLst>
                <a:ext uri="{FF2B5EF4-FFF2-40B4-BE49-F238E27FC236}">
                  <a16:creationId xmlns:a16="http://schemas.microsoft.com/office/drawing/2014/main" id="{E832D446-529B-4886-46B8-10EB4C0823C5}"/>
                </a:ext>
              </a:extLst>
            </p:cNvPr>
            <p:cNvSpPr/>
            <p:nvPr/>
          </p:nvSpPr>
          <p:spPr>
            <a:xfrm rot="16200000" flipH="1">
              <a:off x="1773478" y="3281390"/>
              <a:ext cx="1452679" cy="1279601"/>
            </a:xfrm>
            <a:prstGeom prst="arc">
              <a:avLst>
                <a:gd name="adj1" fmla="val 16623082"/>
                <a:gd name="adj2" fmla="val 21254339"/>
              </a:avLst>
            </a:prstGeom>
            <a:ln w="28575">
              <a:solidFill>
                <a:schemeClr val="accent6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7" name="矩形 86">
              <a:extLst>
                <a:ext uri="{FF2B5EF4-FFF2-40B4-BE49-F238E27FC236}">
                  <a16:creationId xmlns:a16="http://schemas.microsoft.com/office/drawing/2014/main" id="{3DA59AC0-591D-C707-4A0C-DE0FC20BD515}"/>
                </a:ext>
              </a:extLst>
            </p:cNvPr>
            <p:cNvSpPr/>
            <p:nvPr/>
          </p:nvSpPr>
          <p:spPr>
            <a:xfrm rot="10800000">
              <a:off x="778606" y="4206188"/>
              <a:ext cx="262597" cy="114745"/>
            </a:xfrm>
            <a:prstGeom prst="rect">
              <a:avLst/>
            </a:prstGeom>
            <a:solidFill>
              <a:srgbClr val="339933"/>
            </a:solidFill>
            <a:ln>
              <a:solidFill>
                <a:srgbClr val="33993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500" baseline="-25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8" name="矩形 87">
              <a:extLst>
                <a:ext uri="{FF2B5EF4-FFF2-40B4-BE49-F238E27FC236}">
                  <a16:creationId xmlns:a16="http://schemas.microsoft.com/office/drawing/2014/main" id="{ACB0EEE9-A62E-B4C4-D932-38D4A34008C0}"/>
                </a:ext>
              </a:extLst>
            </p:cNvPr>
            <p:cNvSpPr/>
            <p:nvPr/>
          </p:nvSpPr>
          <p:spPr>
            <a:xfrm rot="10800000">
              <a:off x="2984377" y="4221432"/>
              <a:ext cx="262597" cy="114745"/>
            </a:xfrm>
            <a:prstGeom prst="rect">
              <a:avLst/>
            </a:prstGeom>
            <a:solidFill>
              <a:srgbClr val="339933"/>
            </a:solidFill>
            <a:ln>
              <a:solidFill>
                <a:srgbClr val="33993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500" baseline="-25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9" name="矩形 88">
              <a:extLst>
                <a:ext uri="{FF2B5EF4-FFF2-40B4-BE49-F238E27FC236}">
                  <a16:creationId xmlns:a16="http://schemas.microsoft.com/office/drawing/2014/main" id="{1E15B50A-B3C0-F547-494C-FCEB19F6B7F0}"/>
                </a:ext>
              </a:extLst>
            </p:cNvPr>
            <p:cNvSpPr/>
            <p:nvPr/>
          </p:nvSpPr>
          <p:spPr>
            <a:xfrm rot="16200000">
              <a:off x="2152723" y="3286938"/>
              <a:ext cx="269343" cy="111871"/>
            </a:xfrm>
            <a:prstGeom prst="rect">
              <a:avLst/>
            </a:prstGeom>
            <a:solidFill>
              <a:srgbClr val="339933"/>
            </a:solidFill>
            <a:ln>
              <a:solidFill>
                <a:srgbClr val="33993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500" baseline="-25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0" name="矩形 89">
              <a:extLst>
                <a:ext uri="{FF2B5EF4-FFF2-40B4-BE49-F238E27FC236}">
                  <a16:creationId xmlns:a16="http://schemas.microsoft.com/office/drawing/2014/main" id="{A27423F2-7CBF-AA19-CE8F-910340DFFD25}"/>
                </a:ext>
              </a:extLst>
            </p:cNvPr>
            <p:cNvSpPr/>
            <p:nvPr/>
          </p:nvSpPr>
          <p:spPr>
            <a:xfrm rot="10800000">
              <a:off x="726264" y="4832200"/>
              <a:ext cx="262597" cy="114745"/>
            </a:xfrm>
            <a:prstGeom prst="rect">
              <a:avLst/>
            </a:prstGeom>
            <a:solidFill>
              <a:srgbClr val="339933"/>
            </a:solidFill>
            <a:ln>
              <a:solidFill>
                <a:srgbClr val="33993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500" baseline="-25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1" name="矩形 90">
              <a:extLst>
                <a:ext uri="{FF2B5EF4-FFF2-40B4-BE49-F238E27FC236}">
                  <a16:creationId xmlns:a16="http://schemas.microsoft.com/office/drawing/2014/main" id="{720E2280-DAC2-F91D-4C82-B66E8FC00849}"/>
                </a:ext>
              </a:extLst>
            </p:cNvPr>
            <p:cNvSpPr/>
            <p:nvPr/>
          </p:nvSpPr>
          <p:spPr>
            <a:xfrm rot="16200000">
              <a:off x="1526997" y="5435134"/>
              <a:ext cx="269343" cy="111871"/>
            </a:xfrm>
            <a:prstGeom prst="rect">
              <a:avLst/>
            </a:prstGeom>
            <a:solidFill>
              <a:srgbClr val="339933"/>
            </a:solidFill>
            <a:ln>
              <a:solidFill>
                <a:srgbClr val="33993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500" baseline="-25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2" name="矩形 91">
              <a:extLst>
                <a:ext uri="{FF2B5EF4-FFF2-40B4-BE49-F238E27FC236}">
                  <a16:creationId xmlns:a16="http://schemas.microsoft.com/office/drawing/2014/main" id="{ECFB22BE-D38F-2FF1-7C86-8C390E711798}"/>
                </a:ext>
              </a:extLst>
            </p:cNvPr>
            <p:cNvSpPr/>
            <p:nvPr/>
          </p:nvSpPr>
          <p:spPr>
            <a:xfrm rot="10800000">
              <a:off x="3050277" y="4813705"/>
              <a:ext cx="262597" cy="114745"/>
            </a:xfrm>
            <a:prstGeom prst="rect">
              <a:avLst/>
            </a:prstGeom>
            <a:solidFill>
              <a:srgbClr val="339933"/>
            </a:solidFill>
            <a:ln>
              <a:solidFill>
                <a:srgbClr val="33993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500" baseline="-25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3" name="矩形 92">
              <a:extLst>
                <a:ext uri="{FF2B5EF4-FFF2-40B4-BE49-F238E27FC236}">
                  <a16:creationId xmlns:a16="http://schemas.microsoft.com/office/drawing/2014/main" id="{27C11748-858D-7B6C-268C-2718EDE1DC4E}"/>
                </a:ext>
              </a:extLst>
            </p:cNvPr>
            <p:cNvSpPr/>
            <p:nvPr/>
          </p:nvSpPr>
          <p:spPr>
            <a:xfrm rot="16200000">
              <a:off x="2170975" y="5455216"/>
              <a:ext cx="269343" cy="111871"/>
            </a:xfrm>
            <a:prstGeom prst="rect">
              <a:avLst/>
            </a:prstGeom>
            <a:solidFill>
              <a:srgbClr val="339933"/>
            </a:solidFill>
            <a:ln>
              <a:solidFill>
                <a:srgbClr val="33993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500" baseline="-25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09" name="文本框 108">
              <a:extLst>
                <a:ext uri="{FF2B5EF4-FFF2-40B4-BE49-F238E27FC236}">
                  <a16:creationId xmlns:a16="http://schemas.microsoft.com/office/drawing/2014/main" id="{ADB077DE-8809-4CB6-16EF-62B8F503AC4B}"/>
                </a:ext>
              </a:extLst>
            </p:cNvPr>
            <p:cNvSpPr txBox="1"/>
            <p:nvPr/>
          </p:nvSpPr>
          <p:spPr>
            <a:xfrm>
              <a:off x="1687868" y="5977141"/>
              <a:ext cx="477128" cy="43655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L</a:t>
              </a:r>
              <a:r>
                <a:rPr lang="en-US" altLang="zh-CN" sz="20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endParaRPr lang="zh-CN" altLang="en-US" sz="2000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4" name="文本框 113">
              <a:extLst>
                <a:ext uri="{FF2B5EF4-FFF2-40B4-BE49-F238E27FC236}">
                  <a16:creationId xmlns:a16="http://schemas.microsoft.com/office/drawing/2014/main" id="{05B70EF3-A026-7198-0D03-D452A0574E8D}"/>
                </a:ext>
              </a:extLst>
            </p:cNvPr>
            <p:cNvSpPr txBox="1"/>
            <p:nvPr/>
          </p:nvSpPr>
          <p:spPr>
            <a:xfrm>
              <a:off x="1826194" y="4767071"/>
              <a:ext cx="479451" cy="43655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CN" sz="20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  <a:endParaRPr lang="zh-CN" altLang="en-US" sz="5400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561" name="直接箭头连接符 560">
              <a:extLst>
                <a:ext uri="{FF2B5EF4-FFF2-40B4-BE49-F238E27FC236}">
                  <a16:creationId xmlns:a16="http://schemas.microsoft.com/office/drawing/2014/main" id="{E233232A-B068-9D23-AABD-BD9B9D8165C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294302" y="2967612"/>
              <a:ext cx="496" cy="957635"/>
            </a:xfrm>
            <a:prstGeom prst="straightConnector1">
              <a:avLst/>
            </a:prstGeom>
            <a:ln w="28575">
              <a:solidFill>
                <a:schemeClr val="accent3">
                  <a:lumMod val="75000"/>
                </a:schemeClr>
              </a:solidFill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3" name="文本框 112">
              <a:extLst>
                <a:ext uri="{FF2B5EF4-FFF2-40B4-BE49-F238E27FC236}">
                  <a16:creationId xmlns:a16="http://schemas.microsoft.com/office/drawing/2014/main" id="{C4F04CF5-B341-1771-9835-F3368C472B81}"/>
                </a:ext>
              </a:extLst>
            </p:cNvPr>
            <p:cNvSpPr txBox="1"/>
            <p:nvPr/>
          </p:nvSpPr>
          <p:spPr>
            <a:xfrm>
              <a:off x="1992492" y="4448927"/>
              <a:ext cx="505723" cy="43655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CN" sz="20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6</a:t>
              </a:r>
              <a:endParaRPr lang="zh-CN" altLang="en-US" sz="5400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cxnSp>
        <p:nvCxnSpPr>
          <p:cNvPr id="566" name="直接箭头连接符 565">
            <a:extLst>
              <a:ext uri="{FF2B5EF4-FFF2-40B4-BE49-F238E27FC236}">
                <a16:creationId xmlns:a16="http://schemas.microsoft.com/office/drawing/2014/main" id="{11B990A9-20D9-E507-6450-3D1D4109C41F}"/>
              </a:ext>
            </a:extLst>
          </p:cNvPr>
          <p:cNvCxnSpPr>
            <a:cxnSpLocks/>
            <a:stCxn id="16" idx="0"/>
          </p:cNvCxnSpPr>
          <p:nvPr/>
        </p:nvCxnSpPr>
        <p:spPr>
          <a:xfrm>
            <a:off x="5206057" y="1378033"/>
            <a:ext cx="1130989" cy="0"/>
          </a:xfrm>
          <a:prstGeom prst="straightConnector1">
            <a:avLst/>
          </a:prstGeom>
          <a:ln w="1905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7" name="直接箭头连接符 566">
            <a:extLst>
              <a:ext uri="{FF2B5EF4-FFF2-40B4-BE49-F238E27FC236}">
                <a16:creationId xmlns:a16="http://schemas.microsoft.com/office/drawing/2014/main" id="{C703AA9E-02F0-E880-B9FA-255E23D9625A}"/>
              </a:ext>
            </a:extLst>
          </p:cNvPr>
          <p:cNvCxnSpPr>
            <a:cxnSpLocks/>
            <a:stCxn id="570" idx="0"/>
          </p:cNvCxnSpPr>
          <p:nvPr/>
        </p:nvCxnSpPr>
        <p:spPr>
          <a:xfrm>
            <a:off x="5218245" y="4681887"/>
            <a:ext cx="1118801" cy="0"/>
          </a:xfrm>
          <a:prstGeom prst="straightConnector1">
            <a:avLst/>
          </a:prstGeom>
          <a:ln w="1905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2" name="文本框 571">
            <a:extLst>
              <a:ext uri="{FF2B5EF4-FFF2-40B4-BE49-F238E27FC236}">
                <a16:creationId xmlns:a16="http://schemas.microsoft.com/office/drawing/2014/main" id="{7F4A890C-2A9A-5D69-1817-43736E866AC9}"/>
              </a:ext>
            </a:extLst>
          </p:cNvPr>
          <p:cNvSpPr txBox="1"/>
          <p:nvPr/>
        </p:nvSpPr>
        <p:spPr>
          <a:xfrm>
            <a:off x="312593" y="2424088"/>
            <a:ext cx="1051327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left-turn vehicle</a:t>
            </a:r>
            <a:endParaRPr lang="zh-CN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73" name="矩形 572">
            <a:extLst>
              <a:ext uri="{FF2B5EF4-FFF2-40B4-BE49-F238E27FC236}">
                <a16:creationId xmlns:a16="http://schemas.microsoft.com/office/drawing/2014/main" id="{22DF868C-C2C7-56EF-53A9-61C90BCB7903}"/>
              </a:ext>
            </a:extLst>
          </p:cNvPr>
          <p:cNvSpPr/>
          <p:nvPr/>
        </p:nvSpPr>
        <p:spPr>
          <a:xfrm>
            <a:off x="-145070" y="2625874"/>
            <a:ext cx="399728" cy="167903"/>
          </a:xfrm>
          <a:prstGeom prst="rect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accent4"/>
              </a:solidFill>
            </a:endParaRPr>
          </a:p>
        </p:txBody>
      </p:sp>
      <p:sp>
        <p:nvSpPr>
          <p:cNvPr id="574" name="矩形 573">
            <a:extLst>
              <a:ext uri="{FF2B5EF4-FFF2-40B4-BE49-F238E27FC236}">
                <a16:creationId xmlns:a16="http://schemas.microsoft.com/office/drawing/2014/main" id="{F8E581B9-C5C8-4054-9837-44E03555EEA1}"/>
              </a:ext>
            </a:extLst>
          </p:cNvPr>
          <p:cNvSpPr/>
          <p:nvPr/>
        </p:nvSpPr>
        <p:spPr>
          <a:xfrm>
            <a:off x="-147350" y="3443365"/>
            <a:ext cx="399728" cy="167903"/>
          </a:xfrm>
          <a:prstGeom prst="rect">
            <a:avLst/>
          </a:prstGeom>
          <a:solidFill>
            <a:srgbClr val="339933"/>
          </a:solidFill>
          <a:ln>
            <a:solidFill>
              <a:srgbClr val="33993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accent4"/>
              </a:solidFill>
            </a:endParaRPr>
          </a:p>
        </p:txBody>
      </p:sp>
      <p:sp>
        <p:nvSpPr>
          <p:cNvPr id="575" name="文本框 574">
            <a:extLst>
              <a:ext uri="{FF2B5EF4-FFF2-40B4-BE49-F238E27FC236}">
                <a16:creationId xmlns:a16="http://schemas.microsoft.com/office/drawing/2014/main" id="{DE8C52CA-3026-F539-EDEB-E97789F70C83}"/>
              </a:ext>
            </a:extLst>
          </p:cNvPr>
          <p:cNvSpPr txBox="1"/>
          <p:nvPr/>
        </p:nvSpPr>
        <p:spPr>
          <a:xfrm>
            <a:off x="274096" y="3239375"/>
            <a:ext cx="119525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right-turn </a:t>
            </a:r>
          </a:p>
          <a:p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vehicle</a:t>
            </a:r>
            <a:endParaRPr lang="zh-CN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3" name="矩形 72">
            <a:extLst>
              <a:ext uri="{FF2B5EF4-FFF2-40B4-BE49-F238E27FC236}">
                <a16:creationId xmlns:a16="http://schemas.microsoft.com/office/drawing/2014/main" id="{0E4AD4ED-D539-31C3-AAA8-276486D0D280}"/>
              </a:ext>
            </a:extLst>
          </p:cNvPr>
          <p:cNvSpPr/>
          <p:nvPr/>
        </p:nvSpPr>
        <p:spPr>
          <a:xfrm>
            <a:off x="-103384" y="1903803"/>
            <a:ext cx="399728" cy="167903"/>
          </a:xfrm>
          <a:prstGeom prst="rect">
            <a:avLst/>
          </a:prstGeom>
          <a:ln>
            <a:solidFill>
              <a:srgbClr val="4472C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7" name="文本框 76">
            <a:extLst>
              <a:ext uri="{FF2B5EF4-FFF2-40B4-BE49-F238E27FC236}">
                <a16:creationId xmlns:a16="http://schemas.microsoft.com/office/drawing/2014/main" id="{8A8FF9E3-9576-5B8A-F338-21B370D5347A}"/>
              </a:ext>
            </a:extLst>
          </p:cNvPr>
          <p:cNvSpPr txBox="1"/>
          <p:nvPr/>
        </p:nvSpPr>
        <p:spPr>
          <a:xfrm>
            <a:off x="300007" y="1691299"/>
            <a:ext cx="98684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straight</a:t>
            </a:r>
            <a:r>
              <a:rPr lang="en-US" altLang="zh-CN" sz="2000" dirty="0"/>
              <a:t>    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vehicle</a:t>
            </a:r>
            <a:endParaRPr lang="zh-CN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5" name="椭圆 94">
            <a:extLst>
              <a:ext uri="{FF2B5EF4-FFF2-40B4-BE49-F238E27FC236}">
                <a16:creationId xmlns:a16="http://schemas.microsoft.com/office/drawing/2014/main" id="{F87B6561-928B-CC5F-14F7-648EE6D77B7D}"/>
              </a:ext>
            </a:extLst>
          </p:cNvPr>
          <p:cNvSpPr/>
          <p:nvPr/>
        </p:nvSpPr>
        <p:spPr>
          <a:xfrm>
            <a:off x="-74117" y="4135047"/>
            <a:ext cx="102211" cy="102211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7" name="文本框 96">
            <a:extLst>
              <a:ext uri="{FF2B5EF4-FFF2-40B4-BE49-F238E27FC236}">
                <a16:creationId xmlns:a16="http://schemas.microsoft.com/office/drawing/2014/main" id="{9E62B58D-0CD9-8E91-F848-42B324487A6D}"/>
              </a:ext>
            </a:extLst>
          </p:cNvPr>
          <p:cNvSpPr txBox="1"/>
          <p:nvPr/>
        </p:nvSpPr>
        <p:spPr>
          <a:xfrm>
            <a:off x="175679" y="3934992"/>
            <a:ext cx="166343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Conflict point</a:t>
            </a:r>
            <a:endParaRPr lang="zh-CN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59" name="文本框 558">
            <a:extLst>
              <a:ext uri="{FF2B5EF4-FFF2-40B4-BE49-F238E27FC236}">
                <a16:creationId xmlns:a16="http://schemas.microsoft.com/office/drawing/2014/main" id="{909C9E11-50C2-6D47-5BFF-F84D4BFC7F49}"/>
              </a:ext>
            </a:extLst>
          </p:cNvPr>
          <p:cNvSpPr txBox="1"/>
          <p:nvPr/>
        </p:nvSpPr>
        <p:spPr>
          <a:xfrm>
            <a:off x="3094842" y="2897175"/>
            <a:ext cx="5830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63" name="文本框 562">
            <a:extLst>
              <a:ext uri="{FF2B5EF4-FFF2-40B4-BE49-F238E27FC236}">
                <a16:creationId xmlns:a16="http://schemas.microsoft.com/office/drawing/2014/main" id="{EDC87E91-26FC-91B8-A9A5-318F970A4F33}"/>
              </a:ext>
            </a:extLst>
          </p:cNvPr>
          <p:cNvSpPr txBox="1"/>
          <p:nvPr/>
        </p:nvSpPr>
        <p:spPr>
          <a:xfrm>
            <a:off x="7015853" y="6259332"/>
            <a:ext cx="5830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64" name="文本框 563">
            <a:extLst>
              <a:ext uri="{FF2B5EF4-FFF2-40B4-BE49-F238E27FC236}">
                <a16:creationId xmlns:a16="http://schemas.microsoft.com/office/drawing/2014/main" id="{CE86B5BA-F716-7D91-76C3-B0E91515CB98}"/>
              </a:ext>
            </a:extLst>
          </p:cNvPr>
          <p:cNvSpPr txBox="1"/>
          <p:nvPr/>
        </p:nvSpPr>
        <p:spPr>
          <a:xfrm>
            <a:off x="9495149" y="6259332"/>
            <a:ext cx="5830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70" name="文本框 569">
            <a:extLst>
              <a:ext uri="{FF2B5EF4-FFF2-40B4-BE49-F238E27FC236}">
                <a16:creationId xmlns:a16="http://schemas.microsoft.com/office/drawing/2014/main" id="{8498BE24-68E7-95AA-2DB9-205C5F107338}"/>
              </a:ext>
            </a:extLst>
          </p:cNvPr>
          <p:cNvSpPr txBox="1"/>
          <p:nvPr/>
        </p:nvSpPr>
        <p:spPr>
          <a:xfrm>
            <a:off x="4992867" y="4681887"/>
            <a:ext cx="45075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altLang="zh-CN" sz="20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CN" altLang="en-US" sz="20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9" name="文本框 98">
            <a:extLst>
              <a:ext uri="{FF2B5EF4-FFF2-40B4-BE49-F238E27FC236}">
                <a16:creationId xmlns:a16="http://schemas.microsoft.com/office/drawing/2014/main" id="{432C55D0-A81B-2C03-7B92-BBB0B344C7A9}"/>
              </a:ext>
            </a:extLst>
          </p:cNvPr>
          <p:cNvSpPr txBox="1"/>
          <p:nvPr/>
        </p:nvSpPr>
        <p:spPr>
          <a:xfrm>
            <a:off x="6903221" y="2897175"/>
            <a:ext cx="5830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2" name="文本框 101">
            <a:extLst>
              <a:ext uri="{FF2B5EF4-FFF2-40B4-BE49-F238E27FC236}">
                <a16:creationId xmlns:a16="http://schemas.microsoft.com/office/drawing/2014/main" id="{A6905161-2041-1A80-DBBA-4D267723C245}"/>
              </a:ext>
            </a:extLst>
          </p:cNvPr>
          <p:cNvSpPr txBox="1"/>
          <p:nvPr/>
        </p:nvSpPr>
        <p:spPr>
          <a:xfrm>
            <a:off x="9325301" y="2873116"/>
            <a:ext cx="5830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3" name="文本框 102">
            <a:extLst>
              <a:ext uri="{FF2B5EF4-FFF2-40B4-BE49-F238E27FC236}">
                <a16:creationId xmlns:a16="http://schemas.microsoft.com/office/drawing/2014/main" id="{270C9DA4-B7C4-BC39-9123-2DD4DCD83B41}"/>
              </a:ext>
            </a:extLst>
          </p:cNvPr>
          <p:cNvSpPr txBox="1"/>
          <p:nvPr/>
        </p:nvSpPr>
        <p:spPr>
          <a:xfrm>
            <a:off x="3124719" y="6276737"/>
            <a:ext cx="5830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椭圆 12">
            <a:extLst>
              <a:ext uri="{FF2B5EF4-FFF2-40B4-BE49-F238E27FC236}">
                <a16:creationId xmlns:a16="http://schemas.microsoft.com/office/drawing/2014/main" id="{EAFF7F81-8A45-C453-9521-3E5DC32CEBAF}"/>
              </a:ext>
            </a:extLst>
          </p:cNvPr>
          <p:cNvSpPr/>
          <p:nvPr/>
        </p:nvSpPr>
        <p:spPr>
          <a:xfrm flipH="1">
            <a:off x="3432862" y="1453121"/>
            <a:ext cx="83548" cy="73356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6" name="椭圆 45">
            <a:extLst>
              <a:ext uri="{FF2B5EF4-FFF2-40B4-BE49-F238E27FC236}">
                <a16:creationId xmlns:a16="http://schemas.microsoft.com/office/drawing/2014/main" id="{39BF7349-E935-30D9-1475-D6B987E542EF}"/>
              </a:ext>
            </a:extLst>
          </p:cNvPr>
          <p:cNvSpPr/>
          <p:nvPr/>
        </p:nvSpPr>
        <p:spPr>
          <a:xfrm flipH="1">
            <a:off x="3238158" y="1453121"/>
            <a:ext cx="83548" cy="73356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25" name="椭圆 524">
            <a:extLst>
              <a:ext uri="{FF2B5EF4-FFF2-40B4-BE49-F238E27FC236}">
                <a16:creationId xmlns:a16="http://schemas.microsoft.com/office/drawing/2014/main" id="{B2C25CCA-475A-5CE4-3A05-1D8D09FB3025}"/>
              </a:ext>
            </a:extLst>
          </p:cNvPr>
          <p:cNvSpPr/>
          <p:nvPr/>
        </p:nvSpPr>
        <p:spPr>
          <a:xfrm flipH="1">
            <a:off x="3243383" y="1254873"/>
            <a:ext cx="83548" cy="73356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27" name="椭圆 526">
            <a:extLst>
              <a:ext uri="{FF2B5EF4-FFF2-40B4-BE49-F238E27FC236}">
                <a16:creationId xmlns:a16="http://schemas.microsoft.com/office/drawing/2014/main" id="{49D68645-2BE2-92FB-55E3-44E08E3A6C41}"/>
              </a:ext>
            </a:extLst>
          </p:cNvPr>
          <p:cNvSpPr/>
          <p:nvPr/>
        </p:nvSpPr>
        <p:spPr>
          <a:xfrm flipH="1">
            <a:off x="3436749" y="1267567"/>
            <a:ext cx="83548" cy="73356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6" name="椭圆 85">
            <a:extLst>
              <a:ext uri="{FF2B5EF4-FFF2-40B4-BE49-F238E27FC236}">
                <a16:creationId xmlns:a16="http://schemas.microsoft.com/office/drawing/2014/main" id="{7B744B49-5294-2385-8F8A-F589305D4939}"/>
              </a:ext>
            </a:extLst>
          </p:cNvPr>
          <p:cNvSpPr/>
          <p:nvPr/>
        </p:nvSpPr>
        <p:spPr>
          <a:xfrm flipH="1">
            <a:off x="3354678" y="4718093"/>
            <a:ext cx="83548" cy="73356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4" name="椭圆 103">
            <a:extLst>
              <a:ext uri="{FF2B5EF4-FFF2-40B4-BE49-F238E27FC236}">
                <a16:creationId xmlns:a16="http://schemas.microsoft.com/office/drawing/2014/main" id="{904FD262-1BBA-1AFF-9BAB-A4A263762E8A}"/>
              </a:ext>
            </a:extLst>
          </p:cNvPr>
          <p:cNvSpPr/>
          <p:nvPr/>
        </p:nvSpPr>
        <p:spPr>
          <a:xfrm flipH="1">
            <a:off x="3241084" y="4851164"/>
            <a:ext cx="83548" cy="73356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0" name="椭圆 109">
            <a:extLst>
              <a:ext uri="{FF2B5EF4-FFF2-40B4-BE49-F238E27FC236}">
                <a16:creationId xmlns:a16="http://schemas.microsoft.com/office/drawing/2014/main" id="{C170A4AE-13C7-5371-B51D-5C6EBAECECF7}"/>
              </a:ext>
            </a:extLst>
          </p:cNvPr>
          <p:cNvSpPr/>
          <p:nvPr/>
        </p:nvSpPr>
        <p:spPr>
          <a:xfrm flipH="1">
            <a:off x="3160672" y="4734433"/>
            <a:ext cx="83548" cy="73356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乘号 1">
            <a:extLst>
              <a:ext uri="{FF2B5EF4-FFF2-40B4-BE49-F238E27FC236}">
                <a16:creationId xmlns:a16="http://schemas.microsoft.com/office/drawing/2014/main" id="{44ECD22D-4F88-2518-06A2-79CAFE74C8D2}"/>
              </a:ext>
            </a:extLst>
          </p:cNvPr>
          <p:cNvSpPr/>
          <p:nvPr/>
        </p:nvSpPr>
        <p:spPr>
          <a:xfrm>
            <a:off x="9538713" y="4578192"/>
            <a:ext cx="331040" cy="331040"/>
          </a:xfrm>
          <a:prstGeom prst="mathMultiply">
            <a:avLst/>
          </a:prstGeom>
          <a:solidFill>
            <a:schemeClr val="accent2"/>
          </a:solidFill>
          <a:ln>
            <a:solidFill>
              <a:srgbClr val="ED7D2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E2F75D4-BC95-FD6B-04B5-90E0E46403D7}"/>
              </a:ext>
            </a:extLst>
          </p:cNvPr>
          <p:cNvSpPr/>
          <p:nvPr/>
        </p:nvSpPr>
        <p:spPr>
          <a:xfrm flipH="1">
            <a:off x="6491805" y="1880933"/>
            <a:ext cx="83548" cy="73356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椭圆 17">
            <a:extLst>
              <a:ext uri="{FF2B5EF4-FFF2-40B4-BE49-F238E27FC236}">
                <a16:creationId xmlns:a16="http://schemas.microsoft.com/office/drawing/2014/main" id="{0E228615-C8E1-0CA8-A441-04CE7780A9A6}"/>
              </a:ext>
            </a:extLst>
          </p:cNvPr>
          <p:cNvSpPr/>
          <p:nvPr/>
        </p:nvSpPr>
        <p:spPr>
          <a:xfrm flipH="1">
            <a:off x="7506144" y="1867662"/>
            <a:ext cx="83548" cy="73356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6" name="椭圆 35">
            <a:extLst>
              <a:ext uri="{FF2B5EF4-FFF2-40B4-BE49-F238E27FC236}">
                <a16:creationId xmlns:a16="http://schemas.microsoft.com/office/drawing/2014/main" id="{E20EAA7F-E0EC-873B-305D-9E153EF2188C}"/>
              </a:ext>
            </a:extLst>
          </p:cNvPr>
          <p:cNvSpPr/>
          <p:nvPr/>
        </p:nvSpPr>
        <p:spPr>
          <a:xfrm flipH="1">
            <a:off x="7515312" y="1096401"/>
            <a:ext cx="83548" cy="73356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" name="椭圆 37">
            <a:extLst>
              <a:ext uri="{FF2B5EF4-FFF2-40B4-BE49-F238E27FC236}">
                <a16:creationId xmlns:a16="http://schemas.microsoft.com/office/drawing/2014/main" id="{93FC6D39-ECE9-A9F8-2B2C-A8167BFF37E7}"/>
              </a:ext>
            </a:extLst>
          </p:cNvPr>
          <p:cNvSpPr/>
          <p:nvPr/>
        </p:nvSpPr>
        <p:spPr>
          <a:xfrm flipH="1">
            <a:off x="6472942" y="1073137"/>
            <a:ext cx="83548" cy="73356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41A88EA8-146A-480A-D958-C70EE1064BBC}"/>
              </a:ext>
            </a:extLst>
          </p:cNvPr>
          <p:cNvSpPr txBox="1"/>
          <p:nvPr/>
        </p:nvSpPr>
        <p:spPr>
          <a:xfrm>
            <a:off x="7358571" y="1725746"/>
            <a:ext cx="47114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sz="20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zh-CN" altLang="en-US" sz="20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FC7493AE-47FF-DEF8-E04D-EAF80696CE68}"/>
              </a:ext>
            </a:extLst>
          </p:cNvPr>
          <p:cNvSpPr txBox="1"/>
          <p:nvPr/>
        </p:nvSpPr>
        <p:spPr>
          <a:xfrm>
            <a:off x="6261768" y="1736225"/>
            <a:ext cx="47114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sz="20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CN" altLang="en-US" sz="20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0380B1D2-3BC2-F796-CE50-8B60B53E0173}"/>
              </a:ext>
            </a:extLst>
          </p:cNvPr>
          <p:cNvSpPr txBox="1"/>
          <p:nvPr/>
        </p:nvSpPr>
        <p:spPr>
          <a:xfrm>
            <a:off x="6298009" y="943809"/>
            <a:ext cx="47114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sz="20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endParaRPr lang="zh-CN" altLang="en-US" sz="20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6F1F3DFF-B06B-BEF9-0F4D-4F3A670C3E58}"/>
              </a:ext>
            </a:extLst>
          </p:cNvPr>
          <p:cNvSpPr txBox="1"/>
          <p:nvPr/>
        </p:nvSpPr>
        <p:spPr>
          <a:xfrm>
            <a:off x="7312347" y="909760"/>
            <a:ext cx="47114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sz="20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zh-CN" altLang="en-US" sz="20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0" name="椭圆 39">
            <a:extLst>
              <a:ext uri="{FF2B5EF4-FFF2-40B4-BE49-F238E27FC236}">
                <a16:creationId xmlns:a16="http://schemas.microsoft.com/office/drawing/2014/main" id="{5590056E-032C-3965-88C1-7D87FD8A95FB}"/>
              </a:ext>
            </a:extLst>
          </p:cNvPr>
          <p:cNvSpPr/>
          <p:nvPr/>
        </p:nvSpPr>
        <p:spPr>
          <a:xfrm flipH="1">
            <a:off x="8910186" y="1850931"/>
            <a:ext cx="83548" cy="73356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1" name="椭圆 40">
            <a:extLst>
              <a:ext uri="{FF2B5EF4-FFF2-40B4-BE49-F238E27FC236}">
                <a16:creationId xmlns:a16="http://schemas.microsoft.com/office/drawing/2014/main" id="{F9526E6D-50BE-B0ED-D31E-7C9CF7A86465}"/>
              </a:ext>
            </a:extLst>
          </p:cNvPr>
          <p:cNvSpPr/>
          <p:nvPr/>
        </p:nvSpPr>
        <p:spPr>
          <a:xfrm flipH="1">
            <a:off x="9909271" y="1830984"/>
            <a:ext cx="83548" cy="73356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50" name="椭圆 549">
            <a:extLst>
              <a:ext uri="{FF2B5EF4-FFF2-40B4-BE49-F238E27FC236}">
                <a16:creationId xmlns:a16="http://schemas.microsoft.com/office/drawing/2014/main" id="{AC5C16ED-F610-2D37-E249-2662179800D6}"/>
              </a:ext>
            </a:extLst>
          </p:cNvPr>
          <p:cNvSpPr/>
          <p:nvPr/>
        </p:nvSpPr>
        <p:spPr>
          <a:xfrm flipH="1">
            <a:off x="9907006" y="1082578"/>
            <a:ext cx="83548" cy="73356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51" name="椭圆 550">
            <a:extLst>
              <a:ext uri="{FF2B5EF4-FFF2-40B4-BE49-F238E27FC236}">
                <a16:creationId xmlns:a16="http://schemas.microsoft.com/office/drawing/2014/main" id="{1B3C6EEE-9A8D-FC23-7A68-C595F6BFC91E}"/>
              </a:ext>
            </a:extLst>
          </p:cNvPr>
          <p:cNvSpPr/>
          <p:nvPr/>
        </p:nvSpPr>
        <p:spPr>
          <a:xfrm flipH="1">
            <a:off x="8910186" y="1070508"/>
            <a:ext cx="83548" cy="73356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4" name="文本框 43">
            <a:extLst>
              <a:ext uri="{FF2B5EF4-FFF2-40B4-BE49-F238E27FC236}">
                <a16:creationId xmlns:a16="http://schemas.microsoft.com/office/drawing/2014/main" id="{F774E90A-320B-9E0C-E228-6571CAC99366}"/>
              </a:ext>
            </a:extLst>
          </p:cNvPr>
          <p:cNvSpPr txBox="1"/>
          <p:nvPr/>
        </p:nvSpPr>
        <p:spPr>
          <a:xfrm>
            <a:off x="9719918" y="1667607"/>
            <a:ext cx="46724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sz="20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zh-CN" altLang="en-US" sz="20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id="{FDEC826F-2662-C37C-014F-E9797F75196F}"/>
              </a:ext>
            </a:extLst>
          </p:cNvPr>
          <p:cNvSpPr txBox="1"/>
          <p:nvPr/>
        </p:nvSpPr>
        <p:spPr>
          <a:xfrm>
            <a:off x="9740228" y="854763"/>
            <a:ext cx="50065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sz="20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zh-CN" altLang="en-US" sz="20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5" name="文本框 44">
            <a:extLst>
              <a:ext uri="{FF2B5EF4-FFF2-40B4-BE49-F238E27FC236}">
                <a16:creationId xmlns:a16="http://schemas.microsoft.com/office/drawing/2014/main" id="{CC56B842-62D7-ED27-69D9-892DAD00DC54}"/>
              </a:ext>
            </a:extLst>
          </p:cNvPr>
          <p:cNvSpPr txBox="1"/>
          <p:nvPr/>
        </p:nvSpPr>
        <p:spPr>
          <a:xfrm>
            <a:off x="8743408" y="915057"/>
            <a:ext cx="50065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sz="20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endParaRPr lang="zh-CN" altLang="en-US" sz="20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A483FD52-4C2F-2906-1F98-F37A89D63951}"/>
              </a:ext>
            </a:extLst>
          </p:cNvPr>
          <p:cNvSpPr txBox="1"/>
          <p:nvPr/>
        </p:nvSpPr>
        <p:spPr>
          <a:xfrm>
            <a:off x="8734590" y="1680878"/>
            <a:ext cx="58349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sz="20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CN" altLang="en-US" sz="20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60" name="椭圆 559">
            <a:extLst>
              <a:ext uri="{FF2B5EF4-FFF2-40B4-BE49-F238E27FC236}">
                <a16:creationId xmlns:a16="http://schemas.microsoft.com/office/drawing/2014/main" id="{815E2BF9-A66D-2FC5-8D09-AB685705C563}"/>
              </a:ext>
            </a:extLst>
          </p:cNvPr>
          <p:cNvSpPr/>
          <p:nvPr/>
        </p:nvSpPr>
        <p:spPr>
          <a:xfrm flipH="1">
            <a:off x="6556490" y="4399736"/>
            <a:ext cx="83548" cy="73356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4" name="椭圆 93">
            <a:extLst>
              <a:ext uri="{FF2B5EF4-FFF2-40B4-BE49-F238E27FC236}">
                <a16:creationId xmlns:a16="http://schemas.microsoft.com/office/drawing/2014/main" id="{7B4FBCC0-1279-5EAA-7145-D09DFDDBAA9C}"/>
              </a:ext>
            </a:extLst>
          </p:cNvPr>
          <p:cNvSpPr/>
          <p:nvPr/>
        </p:nvSpPr>
        <p:spPr>
          <a:xfrm flipH="1">
            <a:off x="8016053" y="4394860"/>
            <a:ext cx="83548" cy="73356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6" name="椭圆 95">
            <a:extLst>
              <a:ext uri="{FF2B5EF4-FFF2-40B4-BE49-F238E27FC236}">
                <a16:creationId xmlns:a16="http://schemas.microsoft.com/office/drawing/2014/main" id="{1BDB1C77-5B60-4646-4475-0AC5C6B34F8E}"/>
              </a:ext>
            </a:extLst>
          </p:cNvPr>
          <p:cNvSpPr/>
          <p:nvPr/>
        </p:nvSpPr>
        <p:spPr>
          <a:xfrm flipH="1">
            <a:off x="7458233" y="5154483"/>
            <a:ext cx="83548" cy="73356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8" name="椭圆 97">
            <a:extLst>
              <a:ext uri="{FF2B5EF4-FFF2-40B4-BE49-F238E27FC236}">
                <a16:creationId xmlns:a16="http://schemas.microsoft.com/office/drawing/2014/main" id="{F9791AA8-A343-C8F7-0B46-9A3088FCF8BF}"/>
              </a:ext>
            </a:extLst>
          </p:cNvPr>
          <p:cNvSpPr/>
          <p:nvPr/>
        </p:nvSpPr>
        <p:spPr>
          <a:xfrm flipH="1">
            <a:off x="9128734" y="4394860"/>
            <a:ext cx="83548" cy="73356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0" name="椭圆 99">
            <a:extLst>
              <a:ext uri="{FF2B5EF4-FFF2-40B4-BE49-F238E27FC236}">
                <a16:creationId xmlns:a16="http://schemas.microsoft.com/office/drawing/2014/main" id="{E51CCB3F-ED6E-3AF4-D8C7-B0C6B210C9FA}"/>
              </a:ext>
            </a:extLst>
          </p:cNvPr>
          <p:cNvSpPr/>
          <p:nvPr/>
        </p:nvSpPr>
        <p:spPr>
          <a:xfrm flipH="1">
            <a:off x="10557611" y="4394860"/>
            <a:ext cx="83548" cy="73356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1" name="椭圆 100">
            <a:extLst>
              <a:ext uri="{FF2B5EF4-FFF2-40B4-BE49-F238E27FC236}">
                <a16:creationId xmlns:a16="http://schemas.microsoft.com/office/drawing/2014/main" id="{36D382A2-2480-DC36-D7A0-40A9B52129E8}"/>
              </a:ext>
            </a:extLst>
          </p:cNvPr>
          <p:cNvSpPr/>
          <p:nvPr/>
        </p:nvSpPr>
        <p:spPr>
          <a:xfrm flipH="1">
            <a:off x="10036382" y="5154483"/>
            <a:ext cx="83548" cy="73356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827413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67F442-C0D7-424A-F330-4EF288D268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6" name="文本框 545">
            <a:extLst>
              <a:ext uri="{FF2B5EF4-FFF2-40B4-BE49-F238E27FC236}">
                <a16:creationId xmlns:a16="http://schemas.microsoft.com/office/drawing/2014/main" id="{732ED947-CB95-14A8-98CA-F9A3DFE2D9C2}"/>
              </a:ext>
            </a:extLst>
          </p:cNvPr>
          <p:cNvSpPr txBox="1"/>
          <p:nvPr/>
        </p:nvSpPr>
        <p:spPr>
          <a:xfrm>
            <a:off x="3657453" y="8067245"/>
            <a:ext cx="51956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Figure 3 Collision point deadlock detection-crack</a:t>
            </a:r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grpSp>
        <p:nvGrpSpPr>
          <p:cNvPr id="571" name="组合 570">
            <a:extLst>
              <a:ext uri="{FF2B5EF4-FFF2-40B4-BE49-F238E27FC236}">
                <a16:creationId xmlns:a16="http://schemas.microsoft.com/office/drawing/2014/main" id="{E8FB57CA-CBE4-665E-FBD8-95E1E2D4E922}"/>
              </a:ext>
            </a:extLst>
          </p:cNvPr>
          <p:cNvGrpSpPr/>
          <p:nvPr/>
        </p:nvGrpSpPr>
        <p:grpSpPr>
          <a:xfrm>
            <a:off x="1696312" y="-67194"/>
            <a:ext cx="3722469" cy="3045241"/>
            <a:chOff x="1692381" y="-98626"/>
            <a:chExt cx="3801162" cy="3213358"/>
          </a:xfrm>
        </p:grpSpPr>
        <p:sp>
          <p:nvSpPr>
            <p:cNvPr id="229" name="文本框 228">
              <a:extLst>
                <a:ext uri="{FF2B5EF4-FFF2-40B4-BE49-F238E27FC236}">
                  <a16:creationId xmlns:a16="http://schemas.microsoft.com/office/drawing/2014/main" id="{5336F18B-8856-A733-0028-B08E3E88491B}"/>
                </a:ext>
              </a:extLst>
            </p:cNvPr>
            <p:cNvSpPr txBox="1"/>
            <p:nvPr/>
          </p:nvSpPr>
          <p:spPr>
            <a:xfrm>
              <a:off x="2696882" y="-98626"/>
              <a:ext cx="545107" cy="4221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L</a:t>
              </a:r>
              <a:r>
                <a:rPr lang="en-US" altLang="zh-CN" sz="20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  <a:endParaRPr lang="zh-CN" altLang="en-US" sz="2000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562" name="组合 561">
              <a:extLst>
                <a:ext uri="{FF2B5EF4-FFF2-40B4-BE49-F238E27FC236}">
                  <a16:creationId xmlns:a16="http://schemas.microsoft.com/office/drawing/2014/main" id="{19C0CF0B-7481-6772-F861-59D459298DF5}"/>
                </a:ext>
              </a:extLst>
            </p:cNvPr>
            <p:cNvGrpSpPr/>
            <p:nvPr/>
          </p:nvGrpSpPr>
          <p:grpSpPr>
            <a:xfrm>
              <a:off x="1692381" y="-87015"/>
              <a:ext cx="3801162" cy="3201747"/>
              <a:chOff x="1598057" y="54741"/>
              <a:chExt cx="4103526" cy="3505103"/>
            </a:xfrm>
          </p:grpSpPr>
          <p:sp>
            <p:nvSpPr>
              <p:cNvPr id="180" name="矩形 179">
                <a:extLst>
                  <a:ext uri="{FF2B5EF4-FFF2-40B4-BE49-F238E27FC236}">
                    <a16:creationId xmlns:a16="http://schemas.microsoft.com/office/drawing/2014/main" id="{5DC9CC25-E5F1-32EF-158C-36B56ABDF563}"/>
                  </a:ext>
                </a:extLst>
              </p:cNvPr>
              <p:cNvSpPr/>
              <p:nvPr/>
            </p:nvSpPr>
            <p:spPr>
              <a:xfrm>
                <a:off x="3495429" y="1563437"/>
                <a:ext cx="230558" cy="130690"/>
              </a:xfrm>
              <a:prstGeom prst="rect">
                <a:avLst/>
              </a:prstGeom>
              <a:solidFill>
                <a:schemeClr val="accent5">
                  <a:lumMod val="75000"/>
                </a:schemeClr>
              </a:solidFill>
              <a:ln>
                <a:solidFill>
                  <a:schemeClr val="accent5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500" baseline="-250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37" name="弧形 36">
                <a:extLst>
                  <a:ext uri="{FF2B5EF4-FFF2-40B4-BE49-F238E27FC236}">
                    <a16:creationId xmlns:a16="http://schemas.microsoft.com/office/drawing/2014/main" id="{AEF91179-1F00-F73E-0A65-266A16D7123F}"/>
                  </a:ext>
                </a:extLst>
              </p:cNvPr>
              <p:cNvSpPr/>
              <p:nvPr/>
            </p:nvSpPr>
            <p:spPr>
              <a:xfrm>
                <a:off x="2140271" y="1649711"/>
                <a:ext cx="1416299" cy="1247547"/>
              </a:xfrm>
              <a:prstGeom prst="arc">
                <a:avLst>
                  <a:gd name="adj1" fmla="val 16440996"/>
                  <a:gd name="adj2" fmla="val 21068784"/>
                </a:avLst>
              </a:prstGeom>
              <a:ln w="28575">
                <a:solidFill>
                  <a:srgbClr val="92D050"/>
                </a:solidFill>
                <a:headEnd type="triangl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34" name="弧形 33">
                <a:extLst>
                  <a:ext uri="{FF2B5EF4-FFF2-40B4-BE49-F238E27FC236}">
                    <a16:creationId xmlns:a16="http://schemas.microsoft.com/office/drawing/2014/main" id="{D9EBFD89-87E6-5DEA-1C9A-6410BF890A05}"/>
                  </a:ext>
                </a:extLst>
              </p:cNvPr>
              <p:cNvSpPr/>
              <p:nvPr/>
            </p:nvSpPr>
            <p:spPr>
              <a:xfrm rot="10800000" flipH="1">
                <a:off x="2124645" y="512696"/>
                <a:ext cx="1416299" cy="1312469"/>
              </a:xfrm>
              <a:prstGeom prst="arc">
                <a:avLst>
                  <a:gd name="adj1" fmla="val 16257973"/>
                  <a:gd name="adj2" fmla="val 379"/>
                </a:avLst>
              </a:prstGeom>
              <a:ln w="28575">
                <a:solidFill>
                  <a:schemeClr val="accent5">
                    <a:lumMod val="75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16" name="文本框 15">
                <a:extLst>
                  <a:ext uri="{FF2B5EF4-FFF2-40B4-BE49-F238E27FC236}">
                    <a16:creationId xmlns:a16="http://schemas.microsoft.com/office/drawing/2014/main" id="{AECB5CF4-3981-4865-89BB-FD3941B6D577}"/>
                  </a:ext>
                </a:extLst>
              </p:cNvPr>
              <p:cNvSpPr txBox="1"/>
              <p:nvPr/>
            </p:nvSpPr>
            <p:spPr>
              <a:xfrm>
                <a:off x="5232582" y="1711535"/>
                <a:ext cx="469001" cy="46220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</a:t>
                </a:r>
                <a:r>
                  <a:rPr lang="en-US" altLang="zh-CN" sz="2000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:endParaRPr lang="zh-CN" altLang="en-US" sz="20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7" name="文本框 16">
                <a:extLst>
                  <a:ext uri="{FF2B5EF4-FFF2-40B4-BE49-F238E27FC236}">
                    <a16:creationId xmlns:a16="http://schemas.microsoft.com/office/drawing/2014/main" id="{FD1AA1A2-0EE4-4AE8-5C40-1F932D35EF43}"/>
                  </a:ext>
                </a:extLst>
              </p:cNvPr>
              <p:cNvSpPr txBox="1"/>
              <p:nvPr/>
            </p:nvSpPr>
            <p:spPr>
              <a:xfrm>
                <a:off x="1598057" y="1388476"/>
                <a:ext cx="605020" cy="46220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</a:t>
                </a:r>
                <a:r>
                  <a:rPr lang="en-US" altLang="zh-CN" sz="2000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  <a:endParaRPr lang="zh-CN" altLang="en-US" sz="20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9" name="文本框 18">
                <a:extLst>
                  <a:ext uri="{FF2B5EF4-FFF2-40B4-BE49-F238E27FC236}">
                    <a16:creationId xmlns:a16="http://schemas.microsoft.com/office/drawing/2014/main" id="{FCA2EEF6-F053-AFC2-7A93-03052525DC0C}"/>
                  </a:ext>
                </a:extLst>
              </p:cNvPr>
              <p:cNvSpPr txBox="1"/>
              <p:nvPr/>
            </p:nvSpPr>
            <p:spPr>
              <a:xfrm>
                <a:off x="3434244" y="3097643"/>
                <a:ext cx="567709" cy="46220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</a:t>
                </a:r>
                <a:r>
                  <a:rPr lang="en-US" altLang="zh-CN" sz="2000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3</a:t>
                </a:r>
                <a:endParaRPr lang="zh-CN" altLang="en-US" sz="20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grpSp>
            <p:nvGrpSpPr>
              <p:cNvPr id="25" name="组合 24">
                <a:extLst>
                  <a:ext uri="{FF2B5EF4-FFF2-40B4-BE49-F238E27FC236}">
                    <a16:creationId xmlns:a16="http://schemas.microsoft.com/office/drawing/2014/main" id="{34F17766-D8CF-7CD6-59B7-0ECC69A8CAA1}"/>
                  </a:ext>
                </a:extLst>
              </p:cNvPr>
              <p:cNvGrpSpPr/>
              <p:nvPr/>
            </p:nvGrpSpPr>
            <p:grpSpPr>
              <a:xfrm>
                <a:off x="1893192" y="149999"/>
                <a:ext cx="3416170" cy="3174336"/>
                <a:chOff x="1514658" y="1207760"/>
                <a:chExt cx="4357065" cy="3947232"/>
              </a:xfrm>
            </p:grpSpPr>
            <p:cxnSp>
              <p:nvCxnSpPr>
                <p:cNvPr id="5" name="直接箭头连接符 4">
                  <a:extLst>
                    <a:ext uri="{FF2B5EF4-FFF2-40B4-BE49-F238E27FC236}">
                      <a16:creationId xmlns:a16="http://schemas.microsoft.com/office/drawing/2014/main" id="{641F84D7-C9F5-2486-34AD-30E934E8D30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514658" y="3299747"/>
                  <a:ext cx="4357065" cy="0"/>
                </a:xfrm>
                <a:prstGeom prst="straightConnector1">
                  <a:avLst/>
                </a:prstGeom>
                <a:ln w="28575">
                  <a:solidFill>
                    <a:schemeClr val="accent5">
                      <a:lumMod val="75000"/>
                    </a:schemeClr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" name="直接箭头连接符 6">
                  <a:extLst>
                    <a:ext uri="{FF2B5EF4-FFF2-40B4-BE49-F238E27FC236}">
                      <a16:creationId xmlns:a16="http://schemas.microsoft.com/office/drawing/2014/main" id="{CC4B3DD6-25F7-12A3-38EE-3AC50374CE2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361052" y="1207761"/>
                  <a:ext cx="0" cy="3914692"/>
                </a:xfrm>
                <a:prstGeom prst="straightConnector1">
                  <a:avLst/>
                </a:prstGeom>
                <a:ln w="28575">
                  <a:solidFill>
                    <a:schemeClr val="accent6">
                      <a:lumMod val="75000"/>
                    </a:schemeClr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" name="直接箭头连接符 7">
                  <a:extLst>
                    <a:ext uri="{FF2B5EF4-FFF2-40B4-BE49-F238E27FC236}">
                      <a16:creationId xmlns:a16="http://schemas.microsoft.com/office/drawing/2014/main" id="{08D4B051-D4B9-3F97-E4F1-C77280FE5BB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1514658" y="3041067"/>
                  <a:ext cx="4344657" cy="28514"/>
                </a:xfrm>
                <a:prstGeom prst="straightConnector1">
                  <a:avLst/>
                </a:prstGeom>
                <a:ln w="28575">
                  <a:solidFill>
                    <a:schemeClr val="accent3">
                      <a:lumMod val="75000"/>
                    </a:schemeClr>
                  </a:solidFill>
                  <a:headEnd type="triangl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grpSp>
              <p:nvGrpSpPr>
                <p:cNvPr id="127" name="组合 126">
                  <a:extLst>
                    <a:ext uri="{FF2B5EF4-FFF2-40B4-BE49-F238E27FC236}">
                      <a16:creationId xmlns:a16="http://schemas.microsoft.com/office/drawing/2014/main" id="{A90516DF-15B5-AD87-D31A-4681E5F76BB5}"/>
                    </a:ext>
                  </a:extLst>
                </p:cNvPr>
                <p:cNvGrpSpPr/>
                <p:nvPr/>
              </p:nvGrpSpPr>
              <p:grpSpPr>
                <a:xfrm>
                  <a:off x="3919747" y="1207760"/>
                  <a:ext cx="1863719" cy="1620387"/>
                  <a:chOff x="3953472" y="-518855"/>
                  <a:chExt cx="2945262" cy="2854671"/>
                </a:xfrm>
              </p:grpSpPr>
              <p:cxnSp>
                <p:nvCxnSpPr>
                  <p:cNvPr id="108" name="直接箭头连接符 107">
                    <a:extLst>
                      <a:ext uri="{FF2B5EF4-FFF2-40B4-BE49-F238E27FC236}">
                        <a16:creationId xmlns:a16="http://schemas.microsoft.com/office/drawing/2014/main" id="{4F9565A1-5ADF-25BC-31C0-479025E8C30D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4557304" y="2330127"/>
                    <a:ext cx="2341430" cy="0"/>
                  </a:xfrm>
                  <a:prstGeom prst="straightConnector1">
                    <a:avLst/>
                  </a:prstGeom>
                  <a:ln w="28575">
                    <a:solidFill>
                      <a:schemeClr val="accent3">
                        <a:lumMod val="75000"/>
                      </a:schemeClr>
                    </a:solidFill>
                    <a:headEnd type="triangle" w="med" len="med"/>
                    <a:tailEnd type="none" w="med" len="med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124" name="弧形 123">
                    <a:extLst>
                      <a:ext uri="{FF2B5EF4-FFF2-40B4-BE49-F238E27FC236}">
                        <a16:creationId xmlns:a16="http://schemas.microsoft.com/office/drawing/2014/main" id="{9B823FFB-7990-5D9E-1895-E41F88AB588D}"/>
                      </a:ext>
                    </a:extLst>
                  </p:cNvPr>
                  <p:cNvSpPr/>
                  <p:nvPr/>
                </p:nvSpPr>
                <p:spPr>
                  <a:xfrm rot="10800000">
                    <a:off x="3953472" y="670523"/>
                    <a:ext cx="1309296" cy="1665293"/>
                  </a:xfrm>
                  <a:prstGeom prst="arc">
                    <a:avLst/>
                  </a:prstGeom>
                  <a:ln w="28575">
                    <a:solidFill>
                      <a:schemeClr val="accent3">
                        <a:lumMod val="75000"/>
                      </a:schemeClr>
                    </a:solidFill>
                    <a:headEnd type="none" w="med" len="med"/>
                    <a:tailEnd type="none" w="med" len="med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cxnSp>
                <p:nvCxnSpPr>
                  <p:cNvPr id="125" name="直接箭头连接符 124">
                    <a:extLst>
                      <a:ext uri="{FF2B5EF4-FFF2-40B4-BE49-F238E27FC236}">
                        <a16:creationId xmlns:a16="http://schemas.microsoft.com/office/drawing/2014/main" id="{443AEBF8-BCBD-977C-FC53-C65BAAC3332E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3958015" y="-518855"/>
                    <a:ext cx="1003" cy="2072316"/>
                  </a:xfrm>
                  <a:prstGeom prst="straightConnector1">
                    <a:avLst/>
                  </a:prstGeom>
                  <a:ln w="28575">
                    <a:solidFill>
                      <a:schemeClr val="accent3">
                        <a:lumMod val="75000"/>
                      </a:schemeClr>
                    </a:solidFill>
                    <a:headEnd type="triangle" w="med" len="med"/>
                    <a:tailEnd type="none" w="med" len="med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129" name="组合 128">
                  <a:extLst>
                    <a:ext uri="{FF2B5EF4-FFF2-40B4-BE49-F238E27FC236}">
                      <a16:creationId xmlns:a16="http://schemas.microsoft.com/office/drawing/2014/main" id="{FF316001-6350-2950-7C06-6ABB5D2D918B}"/>
                    </a:ext>
                  </a:extLst>
                </p:cNvPr>
                <p:cNvGrpSpPr/>
                <p:nvPr/>
              </p:nvGrpSpPr>
              <p:grpSpPr>
                <a:xfrm flipH="1">
                  <a:off x="1541283" y="1207761"/>
                  <a:ext cx="1586758" cy="1620386"/>
                  <a:chOff x="3891183" y="-345050"/>
                  <a:chExt cx="2507577" cy="2854671"/>
                </a:xfrm>
              </p:grpSpPr>
              <p:cxnSp>
                <p:nvCxnSpPr>
                  <p:cNvPr id="130" name="直接箭头连接符 129">
                    <a:extLst>
                      <a:ext uri="{FF2B5EF4-FFF2-40B4-BE49-F238E27FC236}">
                        <a16:creationId xmlns:a16="http://schemas.microsoft.com/office/drawing/2014/main" id="{725EC3BD-71EB-F107-2BFA-A50FF6EE55F0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4498228" y="2503927"/>
                    <a:ext cx="1900532" cy="0"/>
                  </a:xfrm>
                  <a:prstGeom prst="straightConnector1">
                    <a:avLst/>
                  </a:prstGeom>
                  <a:ln w="28575">
                    <a:solidFill>
                      <a:srgbClr val="C55A11"/>
                    </a:solidFill>
                    <a:headEnd type="none" w="med" len="med"/>
                    <a:tailEnd type="triangle" w="med" len="med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131" name="弧形 130">
                    <a:extLst>
                      <a:ext uri="{FF2B5EF4-FFF2-40B4-BE49-F238E27FC236}">
                        <a16:creationId xmlns:a16="http://schemas.microsoft.com/office/drawing/2014/main" id="{3F31A2CD-BD2D-1407-B9F0-01C1797ACA26}"/>
                      </a:ext>
                    </a:extLst>
                  </p:cNvPr>
                  <p:cNvSpPr/>
                  <p:nvPr/>
                </p:nvSpPr>
                <p:spPr>
                  <a:xfrm rot="10800000">
                    <a:off x="3894386" y="844327"/>
                    <a:ext cx="1309290" cy="1665294"/>
                  </a:xfrm>
                  <a:prstGeom prst="arc">
                    <a:avLst/>
                  </a:prstGeom>
                  <a:ln w="28575">
                    <a:solidFill>
                      <a:srgbClr val="C55A11"/>
                    </a:solidFill>
                    <a:headEnd type="none" w="med" len="med"/>
                    <a:tailEnd type="none" w="med" len="med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/>
                  </a:p>
                </p:txBody>
              </p:sp>
              <p:cxnSp>
                <p:nvCxnSpPr>
                  <p:cNvPr id="132" name="直接箭头连接符 131">
                    <a:extLst>
                      <a:ext uri="{FF2B5EF4-FFF2-40B4-BE49-F238E27FC236}">
                        <a16:creationId xmlns:a16="http://schemas.microsoft.com/office/drawing/2014/main" id="{8FB6B14F-8400-0FD7-FD87-74D262BF49CD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3891183" y="-345050"/>
                    <a:ext cx="0" cy="2057738"/>
                  </a:xfrm>
                  <a:prstGeom prst="straightConnector1">
                    <a:avLst/>
                  </a:prstGeom>
                  <a:ln w="28575">
                    <a:solidFill>
                      <a:srgbClr val="C55A11"/>
                    </a:solidFill>
                    <a:headEnd type="none" w="med" len="med"/>
                    <a:tailEnd type="triangle" w="med" len="med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141" name="组合 140">
                  <a:extLst>
                    <a:ext uri="{FF2B5EF4-FFF2-40B4-BE49-F238E27FC236}">
                      <a16:creationId xmlns:a16="http://schemas.microsoft.com/office/drawing/2014/main" id="{749991C9-FCAD-F889-5425-A18F00458FD9}"/>
                    </a:ext>
                  </a:extLst>
                </p:cNvPr>
                <p:cNvGrpSpPr/>
                <p:nvPr/>
              </p:nvGrpSpPr>
              <p:grpSpPr>
                <a:xfrm rot="16200000" flipH="1">
                  <a:off x="1541895" y="3568846"/>
                  <a:ext cx="1585533" cy="1586759"/>
                  <a:chOff x="3931169" y="-173439"/>
                  <a:chExt cx="2793270" cy="2507579"/>
                </a:xfrm>
              </p:grpSpPr>
              <p:cxnSp>
                <p:nvCxnSpPr>
                  <p:cNvPr id="143" name="直接箭头连接符 142">
                    <a:extLst>
                      <a:ext uri="{FF2B5EF4-FFF2-40B4-BE49-F238E27FC236}">
                        <a16:creationId xmlns:a16="http://schemas.microsoft.com/office/drawing/2014/main" id="{19021D83-7CF5-CC44-CC6B-CCE6EC0879AB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16200000" flipH="1">
                    <a:off x="5631313" y="1235310"/>
                    <a:ext cx="0" cy="2186252"/>
                  </a:xfrm>
                  <a:prstGeom prst="straightConnector1">
                    <a:avLst/>
                  </a:prstGeom>
                  <a:ln w="28575">
                    <a:solidFill>
                      <a:srgbClr val="548235"/>
                    </a:solidFill>
                    <a:headEnd type="none" w="med" len="med"/>
                    <a:tailEnd type="triangle" w="med" len="med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144" name="弧形 143">
                    <a:extLst>
                      <a:ext uri="{FF2B5EF4-FFF2-40B4-BE49-F238E27FC236}">
                        <a16:creationId xmlns:a16="http://schemas.microsoft.com/office/drawing/2014/main" id="{FAF2AE44-CC30-9924-A29F-DBD5F0C8BB8F}"/>
                      </a:ext>
                    </a:extLst>
                  </p:cNvPr>
                  <p:cNvSpPr/>
                  <p:nvPr/>
                </p:nvSpPr>
                <p:spPr>
                  <a:xfrm rot="10800000">
                    <a:off x="3934346" y="668842"/>
                    <a:ext cx="1309295" cy="1665298"/>
                  </a:xfrm>
                  <a:prstGeom prst="arc">
                    <a:avLst/>
                  </a:prstGeom>
                  <a:ln w="28575">
                    <a:solidFill>
                      <a:srgbClr val="548235"/>
                    </a:solidFill>
                    <a:headEnd type="none" w="med" len="med"/>
                    <a:tailEnd type="none" w="med" len="med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/>
                  </a:p>
                </p:txBody>
              </p:sp>
              <p:cxnSp>
                <p:nvCxnSpPr>
                  <p:cNvPr id="145" name="直接箭头连接符 144">
                    <a:extLst>
                      <a:ext uri="{FF2B5EF4-FFF2-40B4-BE49-F238E27FC236}">
                        <a16:creationId xmlns:a16="http://schemas.microsoft.com/office/drawing/2014/main" id="{37DA332C-5C16-17A7-AFFE-B42D2562DDCF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16200000" flipH="1">
                    <a:off x="3075839" y="681891"/>
                    <a:ext cx="1710659" cy="0"/>
                  </a:xfrm>
                  <a:prstGeom prst="straightConnector1">
                    <a:avLst/>
                  </a:prstGeom>
                  <a:ln w="28575">
                    <a:solidFill>
                      <a:srgbClr val="548235"/>
                    </a:solidFill>
                    <a:headEnd type="none" w="med" len="med"/>
                    <a:tailEnd type="triangle" w="med" len="med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147" name="组合 146">
                  <a:extLst>
                    <a:ext uri="{FF2B5EF4-FFF2-40B4-BE49-F238E27FC236}">
                      <a16:creationId xmlns:a16="http://schemas.microsoft.com/office/drawing/2014/main" id="{277066F1-4E3A-7976-BD54-D372FCBC919E}"/>
                    </a:ext>
                  </a:extLst>
                </p:cNvPr>
                <p:cNvGrpSpPr/>
                <p:nvPr/>
              </p:nvGrpSpPr>
              <p:grpSpPr>
                <a:xfrm rot="5400000">
                  <a:off x="4053873" y="3399320"/>
                  <a:ext cx="1584614" cy="1845802"/>
                  <a:chOff x="4030768" y="-563099"/>
                  <a:chExt cx="2791650" cy="2916948"/>
                </a:xfrm>
              </p:grpSpPr>
              <p:cxnSp>
                <p:nvCxnSpPr>
                  <p:cNvPr id="148" name="直接箭头连接符 147">
                    <a:extLst>
                      <a:ext uri="{FF2B5EF4-FFF2-40B4-BE49-F238E27FC236}">
                        <a16:creationId xmlns:a16="http://schemas.microsoft.com/office/drawing/2014/main" id="{C88E417F-5B8B-30E8-557F-8DF4D1BD9E0E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16200000">
                    <a:off x="5730096" y="1255841"/>
                    <a:ext cx="0" cy="2184644"/>
                  </a:xfrm>
                  <a:prstGeom prst="straightConnector1">
                    <a:avLst/>
                  </a:prstGeom>
                  <a:ln w="28575">
                    <a:solidFill>
                      <a:srgbClr val="92D050"/>
                    </a:solidFill>
                    <a:headEnd type="triangle" w="med" len="med"/>
                    <a:tailEnd type="none" w="med" len="med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149" name="弧形 148">
                    <a:extLst>
                      <a:ext uri="{FF2B5EF4-FFF2-40B4-BE49-F238E27FC236}">
                        <a16:creationId xmlns:a16="http://schemas.microsoft.com/office/drawing/2014/main" id="{33219E2B-84BF-B666-2B2A-04092A8F7AE0}"/>
                      </a:ext>
                    </a:extLst>
                  </p:cNvPr>
                  <p:cNvSpPr/>
                  <p:nvPr/>
                </p:nvSpPr>
                <p:spPr>
                  <a:xfrm rot="10800000">
                    <a:off x="4033931" y="688556"/>
                    <a:ext cx="1309288" cy="1665293"/>
                  </a:xfrm>
                  <a:prstGeom prst="arc">
                    <a:avLst/>
                  </a:prstGeom>
                  <a:ln w="28575">
                    <a:solidFill>
                      <a:srgbClr val="92D050"/>
                    </a:solidFill>
                    <a:headEnd type="none" w="med" len="med"/>
                    <a:tailEnd type="none" w="med" len="med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cxnSp>
                <p:nvCxnSpPr>
                  <p:cNvPr id="150" name="直接箭头连接符 149">
                    <a:extLst>
                      <a:ext uri="{FF2B5EF4-FFF2-40B4-BE49-F238E27FC236}">
                        <a16:creationId xmlns:a16="http://schemas.microsoft.com/office/drawing/2014/main" id="{5DA28E04-2D33-B701-BF29-FDD12B03E940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16200000" flipH="1">
                    <a:off x="2970753" y="496916"/>
                    <a:ext cx="2120030" cy="0"/>
                  </a:xfrm>
                  <a:prstGeom prst="straightConnector1">
                    <a:avLst/>
                  </a:prstGeom>
                  <a:ln w="28575">
                    <a:solidFill>
                      <a:srgbClr val="92D050"/>
                    </a:solidFill>
                    <a:headEnd type="triangle" w="med" len="med"/>
                    <a:tailEnd type="none" w="med" len="med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cxnSp>
              <p:nvCxnSpPr>
                <p:cNvPr id="155" name="直接箭头连接符 154">
                  <a:extLst>
                    <a:ext uri="{FF2B5EF4-FFF2-40B4-BE49-F238E27FC236}">
                      <a16:creationId xmlns:a16="http://schemas.microsoft.com/office/drawing/2014/main" id="{E99C36EC-1704-2C60-BC25-7AB2E659D88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631482" y="1207761"/>
                  <a:ext cx="0" cy="3863328"/>
                </a:xfrm>
                <a:prstGeom prst="straightConnector1">
                  <a:avLst/>
                </a:prstGeom>
                <a:ln w="28575">
                  <a:solidFill>
                    <a:srgbClr val="92D050"/>
                  </a:solidFill>
                  <a:headEnd type="triangl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73" name="组合 172">
                <a:extLst>
                  <a:ext uri="{FF2B5EF4-FFF2-40B4-BE49-F238E27FC236}">
                    <a16:creationId xmlns:a16="http://schemas.microsoft.com/office/drawing/2014/main" id="{01E2EE4A-799A-C7B2-C694-F19621C72FA5}"/>
                  </a:ext>
                </a:extLst>
              </p:cNvPr>
              <p:cNvGrpSpPr/>
              <p:nvPr/>
            </p:nvGrpSpPr>
            <p:grpSpPr>
              <a:xfrm>
                <a:off x="2951816" y="1694901"/>
                <a:ext cx="547963" cy="462200"/>
                <a:chOff x="4778171" y="4603644"/>
                <a:chExt cx="569901" cy="411485"/>
              </a:xfrm>
            </p:grpSpPr>
            <p:sp>
              <p:nvSpPr>
                <p:cNvPr id="171" name="矩形 170">
                  <a:extLst>
                    <a:ext uri="{FF2B5EF4-FFF2-40B4-BE49-F238E27FC236}">
                      <a16:creationId xmlns:a16="http://schemas.microsoft.com/office/drawing/2014/main" id="{EDD734C8-67D5-17DC-2A4F-6FEED32491BA}"/>
                    </a:ext>
                  </a:extLst>
                </p:cNvPr>
                <p:cNvSpPr/>
                <p:nvPr/>
              </p:nvSpPr>
              <p:spPr>
                <a:xfrm>
                  <a:off x="5037171" y="4671946"/>
                  <a:ext cx="239789" cy="116350"/>
                </a:xfrm>
                <a:prstGeom prst="rect">
                  <a:avLst/>
                </a:prstGeom>
                <a:solidFill>
                  <a:srgbClr val="2E75B6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500" baseline="-25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72" name="文本框 171">
                  <a:extLst>
                    <a:ext uri="{FF2B5EF4-FFF2-40B4-BE49-F238E27FC236}">
                      <a16:creationId xmlns:a16="http://schemas.microsoft.com/office/drawing/2014/main" id="{5021740F-696C-67B5-3F5C-584EB3A7B76A}"/>
                    </a:ext>
                  </a:extLst>
                </p:cNvPr>
                <p:cNvSpPr txBox="1"/>
                <p:nvPr/>
              </p:nvSpPr>
              <p:spPr>
                <a:xfrm>
                  <a:off x="4778171" y="4603644"/>
                  <a:ext cx="569901" cy="41148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2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V</a:t>
                  </a:r>
                  <a:r>
                    <a:rPr lang="en-US" altLang="zh-CN" sz="2000" baseline="-25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</a:t>
                  </a:r>
                  <a:endParaRPr lang="zh-CN" altLang="en-US" sz="5400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  <p:sp>
            <p:nvSpPr>
              <p:cNvPr id="168" name="矩形 167">
                <a:extLst>
                  <a:ext uri="{FF2B5EF4-FFF2-40B4-BE49-F238E27FC236}">
                    <a16:creationId xmlns:a16="http://schemas.microsoft.com/office/drawing/2014/main" id="{E45632EB-2D3C-268E-A738-17B97BE30E36}"/>
                  </a:ext>
                </a:extLst>
              </p:cNvPr>
              <p:cNvSpPr/>
              <p:nvPr/>
            </p:nvSpPr>
            <p:spPr>
              <a:xfrm rot="5400000">
                <a:off x="3209699" y="1500892"/>
                <a:ext cx="269343" cy="111871"/>
              </a:xfrm>
              <a:prstGeom prst="rect">
                <a:avLst/>
              </a:prstGeom>
              <a:solidFill>
                <a:schemeClr val="accent5">
                  <a:lumMod val="75000"/>
                </a:schemeClr>
              </a:solidFill>
              <a:ln>
                <a:solidFill>
                  <a:schemeClr val="accent5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400" baseline="-250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77" name="矩形 176">
                <a:extLst>
                  <a:ext uri="{FF2B5EF4-FFF2-40B4-BE49-F238E27FC236}">
                    <a16:creationId xmlns:a16="http://schemas.microsoft.com/office/drawing/2014/main" id="{B6036A58-6480-3B07-C55B-2C9488819A4B}"/>
                  </a:ext>
                </a:extLst>
              </p:cNvPr>
              <p:cNvSpPr/>
              <p:nvPr/>
            </p:nvSpPr>
            <p:spPr>
              <a:xfrm rot="5400000">
                <a:off x="3422911" y="1843336"/>
                <a:ext cx="269343" cy="111871"/>
              </a:xfrm>
              <a:prstGeom prst="rect">
                <a:avLst/>
              </a:prstGeom>
              <a:solidFill>
                <a:schemeClr val="accent5">
                  <a:lumMod val="75000"/>
                </a:schemeClr>
              </a:solidFill>
              <a:ln>
                <a:solidFill>
                  <a:schemeClr val="accent5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500" baseline="-250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30" name="文本框 229">
                <a:extLst>
                  <a:ext uri="{FF2B5EF4-FFF2-40B4-BE49-F238E27FC236}">
                    <a16:creationId xmlns:a16="http://schemas.microsoft.com/office/drawing/2014/main" id="{1B0836A2-FF4D-A6E5-4EBE-E39025C57897}"/>
                  </a:ext>
                </a:extLst>
              </p:cNvPr>
              <p:cNvSpPr txBox="1"/>
              <p:nvPr/>
            </p:nvSpPr>
            <p:spPr>
              <a:xfrm>
                <a:off x="3759954" y="54741"/>
                <a:ext cx="642688" cy="46220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</a:t>
                </a:r>
                <a:r>
                  <a:rPr lang="en-US" altLang="zh-CN" sz="2000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6</a:t>
                </a:r>
                <a:endParaRPr lang="zh-CN" altLang="en-US" sz="20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31" name="文本框 230">
                <a:extLst>
                  <a:ext uri="{FF2B5EF4-FFF2-40B4-BE49-F238E27FC236}">
                    <a16:creationId xmlns:a16="http://schemas.microsoft.com/office/drawing/2014/main" id="{2BB3CB7E-17D8-680A-99E9-F3F2B9953962}"/>
                  </a:ext>
                </a:extLst>
              </p:cNvPr>
              <p:cNvSpPr txBox="1"/>
              <p:nvPr/>
            </p:nvSpPr>
            <p:spPr>
              <a:xfrm>
                <a:off x="2792728" y="3071264"/>
                <a:ext cx="509842" cy="46220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</a:t>
                </a:r>
                <a:r>
                  <a:rPr lang="en-US" altLang="zh-CN" sz="2000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7</a:t>
                </a:r>
                <a:endParaRPr lang="zh-CN" altLang="en-US" sz="20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32" name="文本框 231">
                <a:extLst>
                  <a:ext uri="{FF2B5EF4-FFF2-40B4-BE49-F238E27FC236}">
                    <a16:creationId xmlns:a16="http://schemas.microsoft.com/office/drawing/2014/main" id="{7B6EC671-8605-69C0-8469-C3C8F7CA5CC7}"/>
                  </a:ext>
                </a:extLst>
              </p:cNvPr>
              <p:cNvSpPr txBox="1"/>
              <p:nvPr/>
            </p:nvSpPr>
            <p:spPr>
              <a:xfrm>
                <a:off x="3738450" y="3045802"/>
                <a:ext cx="592401" cy="46220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</a:t>
                </a:r>
                <a:r>
                  <a:rPr lang="en-US" altLang="zh-CN" sz="2000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8</a:t>
                </a:r>
                <a:endParaRPr lang="zh-CN" altLang="en-US" sz="20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62" name="矩形 261">
                <a:extLst>
                  <a:ext uri="{FF2B5EF4-FFF2-40B4-BE49-F238E27FC236}">
                    <a16:creationId xmlns:a16="http://schemas.microsoft.com/office/drawing/2014/main" id="{F379C15B-B266-20F2-E2B8-E903B07540CF}"/>
                  </a:ext>
                </a:extLst>
              </p:cNvPr>
              <p:cNvSpPr/>
              <p:nvPr/>
            </p:nvSpPr>
            <p:spPr>
              <a:xfrm rot="5400000">
                <a:off x="3017550" y="453166"/>
                <a:ext cx="269342" cy="111871"/>
              </a:xfrm>
              <a:prstGeom prst="rect">
                <a:avLst/>
              </a:prstGeom>
              <a:solidFill>
                <a:srgbClr val="339933"/>
              </a:solidFill>
              <a:ln>
                <a:solidFill>
                  <a:srgbClr val="339933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500" baseline="-250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39" name="弧形 38">
                <a:extLst>
                  <a:ext uri="{FF2B5EF4-FFF2-40B4-BE49-F238E27FC236}">
                    <a16:creationId xmlns:a16="http://schemas.microsoft.com/office/drawing/2014/main" id="{A2385261-8939-C150-456D-897688201B61}"/>
                  </a:ext>
                </a:extLst>
              </p:cNvPr>
              <p:cNvSpPr/>
              <p:nvPr/>
            </p:nvSpPr>
            <p:spPr>
              <a:xfrm flipH="1">
                <a:off x="3347693" y="1639459"/>
                <a:ext cx="1416299" cy="1247547"/>
              </a:xfrm>
              <a:prstGeom prst="arc">
                <a:avLst>
                  <a:gd name="adj1" fmla="val 16926257"/>
                  <a:gd name="adj2" fmla="val 21295602"/>
                </a:avLst>
              </a:prstGeom>
              <a:ln w="28575">
                <a:solidFill>
                  <a:schemeClr val="accent3">
                    <a:lumMod val="75000"/>
                  </a:schemeClr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33" name="弧形 32">
                <a:extLst>
                  <a:ext uri="{FF2B5EF4-FFF2-40B4-BE49-F238E27FC236}">
                    <a16:creationId xmlns:a16="http://schemas.microsoft.com/office/drawing/2014/main" id="{E363873B-B970-4234-3943-4ADC6AA04F02}"/>
                  </a:ext>
                </a:extLst>
              </p:cNvPr>
              <p:cNvSpPr/>
              <p:nvPr/>
            </p:nvSpPr>
            <p:spPr>
              <a:xfrm rot="16200000" flipH="1">
                <a:off x="3256494" y="447617"/>
                <a:ext cx="1452679" cy="1279601"/>
              </a:xfrm>
              <a:prstGeom prst="arc">
                <a:avLst>
                  <a:gd name="adj1" fmla="val 16623082"/>
                  <a:gd name="adj2" fmla="val 21254339"/>
                </a:avLst>
              </a:prstGeom>
              <a:ln w="28575">
                <a:solidFill>
                  <a:schemeClr val="accent6">
                    <a:lumMod val="75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529" name="矩形 528">
                <a:extLst>
                  <a:ext uri="{FF2B5EF4-FFF2-40B4-BE49-F238E27FC236}">
                    <a16:creationId xmlns:a16="http://schemas.microsoft.com/office/drawing/2014/main" id="{0D606DBC-22AA-6D6E-E981-AB13358164CD}"/>
                  </a:ext>
                </a:extLst>
              </p:cNvPr>
              <p:cNvSpPr/>
              <p:nvPr/>
            </p:nvSpPr>
            <p:spPr>
              <a:xfrm rot="10800000">
                <a:off x="2261622" y="1372415"/>
                <a:ext cx="262597" cy="114745"/>
              </a:xfrm>
              <a:prstGeom prst="rect">
                <a:avLst/>
              </a:prstGeom>
              <a:solidFill>
                <a:srgbClr val="339933"/>
              </a:solidFill>
              <a:ln>
                <a:solidFill>
                  <a:srgbClr val="339933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500" baseline="-250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533" name="矩形 532">
                <a:extLst>
                  <a:ext uri="{FF2B5EF4-FFF2-40B4-BE49-F238E27FC236}">
                    <a16:creationId xmlns:a16="http://schemas.microsoft.com/office/drawing/2014/main" id="{D5C4D68D-5742-5D47-7D08-08EAD41B1109}"/>
                  </a:ext>
                </a:extLst>
              </p:cNvPr>
              <p:cNvSpPr/>
              <p:nvPr/>
            </p:nvSpPr>
            <p:spPr>
              <a:xfrm rot="10800000">
                <a:off x="4467393" y="1387659"/>
                <a:ext cx="262597" cy="114745"/>
              </a:xfrm>
              <a:prstGeom prst="rect">
                <a:avLst/>
              </a:prstGeom>
              <a:solidFill>
                <a:srgbClr val="339933"/>
              </a:solidFill>
              <a:ln>
                <a:solidFill>
                  <a:srgbClr val="339933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500" baseline="-250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535" name="矩形 534">
                <a:extLst>
                  <a:ext uri="{FF2B5EF4-FFF2-40B4-BE49-F238E27FC236}">
                    <a16:creationId xmlns:a16="http://schemas.microsoft.com/office/drawing/2014/main" id="{0C16894F-16AB-3E32-10DF-DE670D76AE70}"/>
                  </a:ext>
                </a:extLst>
              </p:cNvPr>
              <p:cNvSpPr/>
              <p:nvPr/>
            </p:nvSpPr>
            <p:spPr>
              <a:xfrm rot="16200000">
                <a:off x="3635739" y="453165"/>
                <a:ext cx="269343" cy="111871"/>
              </a:xfrm>
              <a:prstGeom prst="rect">
                <a:avLst/>
              </a:prstGeom>
              <a:solidFill>
                <a:srgbClr val="339933"/>
              </a:solidFill>
              <a:ln>
                <a:solidFill>
                  <a:srgbClr val="339933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500" baseline="-250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537" name="矩形 536">
                <a:extLst>
                  <a:ext uri="{FF2B5EF4-FFF2-40B4-BE49-F238E27FC236}">
                    <a16:creationId xmlns:a16="http://schemas.microsoft.com/office/drawing/2014/main" id="{FE1CFF6F-B972-D792-5628-7B51462C7DF7}"/>
                  </a:ext>
                </a:extLst>
              </p:cNvPr>
              <p:cNvSpPr/>
              <p:nvPr/>
            </p:nvSpPr>
            <p:spPr>
              <a:xfrm rot="10800000">
                <a:off x="2209280" y="1998427"/>
                <a:ext cx="262597" cy="114745"/>
              </a:xfrm>
              <a:prstGeom prst="rect">
                <a:avLst/>
              </a:prstGeom>
              <a:solidFill>
                <a:srgbClr val="339933"/>
              </a:solidFill>
              <a:ln>
                <a:solidFill>
                  <a:srgbClr val="339933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500" baseline="-250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539" name="矩形 538">
                <a:extLst>
                  <a:ext uri="{FF2B5EF4-FFF2-40B4-BE49-F238E27FC236}">
                    <a16:creationId xmlns:a16="http://schemas.microsoft.com/office/drawing/2014/main" id="{BA432AD7-73B6-74B2-929D-8D5803A3C5AE}"/>
                  </a:ext>
                </a:extLst>
              </p:cNvPr>
              <p:cNvSpPr/>
              <p:nvPr/>
            </p:nvSpPr>
            <p:spPr>
              <a:xfrm rot="16200000">
                <a:off x="3010013" y="2601361"/>
                <a:ext cx="269343" cy="111871"/>
              </a:xfrm>
              <a:prstGeom prst="rect">
                <a:avLst/>
              </a:prstGeom>
              <a:solidFill>
                <a:srgbClr val="339933"/>
              </a:solidFill>
              <a:ln>
                <a:solidFill>
                  <a:srgbClr val="339933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500" baseline="-250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543" name="矩形 542">
                <a:extLst>
                  <a:ext uri="{FF2B5EF4-FFF2-40B4-BE49-F238E27FC236}">
                    <a16:creationId xmlns:a16="http://schemas.microsoft.com/office/drawing/2014/main" id="{FEA433A5-800A-6091-7A27-531CC44BB859}"/>
                  </a:ext>
                </a:extLst>
              </p:cNvPr>
              <p:cNvSpPr/>
              <p:nvPr/>
            </p:nvSpPr>
            <p:spPr>
              <a:xfrm rot="10800000">
                <a:off x="4533293" y="1979932"/>
                <a:ext cx="262597" cy="114745"/>
              </a:xfrm>
              <a:prstGeom prst="rect">
                <a:avLst/>
              </a:prstGeom>
              <a:solidFill>
                <a:srgbClr val="339933"/>
              </a:solidFill>
              <a:ln>
                <a:solidFill>
                  <a:srgbClr val="339933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500" baseline="-250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544" name="矩形 543">
                <a:extLst>
                  <a:ext uri="{FF2B5EF4-FFF2-40B4-BE49-F238E27FC236}">
                    <a16:creationId xmlns:a16="http://schemas.microsoft.com/office/drawing/2014/main" id="{6DAE07AB-177A-C271-D5FD-72053710DD7D}"/>
                  </a:ext>
                </a:extLst>
              </p:cNvPr>
              <p:cNvSpPr/>
              <p:nvPr/>
            </p:nvSpPr>
            <p:spPr>
              <a:xfrm rot="16200000">
                <a:off x="3653991" y="2621443"/>
                <a:ext cx="269343" cy="111871"/>
              </a:xfrm>
              <a:prstGeom prst="rect">
                <a:avLst/>
              </a:prstGeom>
              <a:solidFill>
                <a:srgbClr val="339933"/>
              </a:solidFill>
              <a:ln>
                <a:solidFill>
                  <a:srgbClr val="339933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500" baseline="-250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8" name="文本框 27">
                <a:extLst>
                  <a:ext uri="{FF2B5EF4-FFF2-40B4-BE49-F238E27FC236}">
                    <a16:creationId xmlns:a16="http://schemas.microsoft.com/office/drawing/2014/main" id="{FC2BF497-7672-5987-E891-D93CFEE18794}"/>
                  </a:ext>
                </a:extLst>
              </p:cNvPr>
              <p:cNvSpPr txBox="1"/>
              <p:nvPr/>
            </p:nvSpPr>
            <p:spPr>
              <a:xfrm>
                <a:off x="3465926" y="1249332"/>
                <a:ext cx="498615" cy="46220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</a:t>
                </a:r>
                <a:r>
                  <a:rPr lang="en-US" altLang="zh-CN" sz="2000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  <a:endParaRPr lang="zh-CN" altLang="en-US" sz="54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9" name="文本框 28">
                <a:extLst>
                  <a:ext uri="{FF2B5EF4-FFF2-40B4-BE49-F238E27FC236}">
                    <a16:creationId xmlns:a16="http://schemas.microsoft.com/office/drawing/2014/main" id="{92B3A7C9-77F1-0814-8D27-C16284E8751B}"/>
                  </a:ext>
                </a:extLst>
              </p:cNvPr>
              <p:cNvSpPr txBox="1"/>
              <p:nvPr/>
            </p:nvSpPr>
            <p:spPr>
              <a:xfrm>
                <a:off x="3408219" y="1793579"/>
                <a:ext cx="505076" cy="46220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</a:t>
                </a:r>
                <a:r>
                  <a:rPr lang="en-US" altLang="zh-CN" sz="2000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3</a:t>
                </a:r>
                <a:endParaRPr lang="zh-CN" altLang="en-US" sz="54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47" name="文本框 46">
                <a:extLst>
                  <a:ext uri="{FF2B5EF4-FFF2-40B4-BE49-F238E27FC236}">
                    <a16:creationId xmlns:a16="http://schemas.microsoft.com/office/drawing/2014/main" id="{978E9003-1B4B-886E-C78C-90C204C45E27}"/>
                  </a:ext>
                </a:extLst>
              </p:cNvPr>
              <p:cNvSpPr txBox="1"/>
              <p:nvPr/>
            </p:nvSpPr>
            <p:spPr>
              <a:xfrm>
                <a:off x="3139750" y="3092097"/>
                <a:ext cx="642688" cy="46220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</a:t>
                </a:r>
                <a:r>
                  <a:rPr lang="en-US" altLang="zh-CN" sz="2000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4</a:t>
                </a:r>
                <a:endParaRPr lang="zh-CN" altLang="en-US" sz="20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30" name="文本框 29">
                <a:extLst>
                  <a:ext uri="{FF2B5EF4-FFF2-40B4-BE49-F238E27FC236}">
                    <a16:creationId xmlns:a16="http://schemas.microsoft.com/office/drawing/2014/main" id="{FBD9D724-5A36-2E48-A212-5B669A315AED}"/>
                  </a:ext>
                </a:extLst>
              </p:cNvPr>
              <p:cNvSpPr txBox="1"/>
              <p:nvPr/>
            </p:nvSpPr>
            <p:spPr>
              <a:xfrm>
                <a:off x="2985261" y="1164093"/>
                <a:ext cx="546215" cy="46220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</a:t>
                </a:r>
                <a:r>
                  <a:rPr lang="en-US" altLang="zh-CN" sz="2000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4</a:t>
                </a:r>
                <a:endParaRPr lang="zh-CN" altLang="en-US" sz="54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</p:grpSp>
      <p:grpSp>
        <p:nvGrpSpPr>
          <p:cNvPr id="126" name="组合 125">
            <a:extLst>
              <a:ext uri="{FF2B5EF4-FFF2-40B4-BE49-F238E27FC236}">
                <a16:creationId xmlns:a16="http://schemas.microsoft.com/office/drawing/2014/main" id="{F4A5A784-0483-D66A-1E9B-35F1F4B37C73}"/>
              </a:ext>
            </a:extLst>
          </p:cNvPr>
          <p:cNvGrpSpPr/>
          <p:nvPr/>
        </p:nvGrpSpPr>
        <p:grpSpPr>
          <a:xfrm>
            <a:off x="6332540" y="928184"/>
            <a:ext cx="2172757" cy="1146595"/>
            <a:chOff x="5989532" y="685654"/>
            <a:chExt cx="2172757" cy="1146595"/>
          </a:xfrm>
        </p:grpSpPr>
        <p:grpSp>
          <p:nvGrpSpPr>
            <p:cNvPr id="42" name="组合 41">
              <a:extLst>
                <a:ext uri="{FF2B5EF4-FFF2-40B4-BE49-F238E27FC236}">
                  <a16:creationId xmlns:a16="http://schemas.microsoft.com/office/drawing/2014/main" id="{9D78DED5-447F-9C01-707C-98F66D66D418}"/>
                </a:ext>
              </a:extLst>
            </p:cNvPr>
            <p:cNvGrpSpPr/>
            <p:nvPr/>
          </p:nvGrpSpPr>
          <p:grpSpPr>
            <a:xfrm>
              <a:off x="5989532" y="685654"/>
              <a:ext cx="2172757" cy="1146595"/>
              <a:chOff x="9272543" y="1765370"/>
              <a:chExt cx="2172757" cy="1146595"/>
            </a:xfrm>
          </p:grpSpPr>
          <p:sp>
            <p:nvSpPr>
              <p:cNvPr id="287" name="矩形 286">
                <a:extLst>
                  <a:ext uri="{FF2B5EF4-FFF2-40B4-BE49-F238E27FC236}">
                    <a16:creationId xmlns:a16="http://schemas.microsoft.com/office/drawing/2014/main" id="{C4B8A72D-1E5F-49BD-2266-2916C6917F58}"/>
                  </a:ext>
                </a:extLst>
              </p:cNvPr>
              <p:cNvSpPr/>
              <p:nvPr/>
            </p:nvSpPr>
            <p:spPr>
              <a:xfrm>
                <a:off x="9272543" y="2632742"/>
                <a:ext cx="363218" cy="223625"/>
              </a:xfrm>
              <a:prstGeom prst="rect">
                <a:avLst/>
              </a:prstGeom>
              <a:solidFill>
                <a:srgbClr val="2E75B6"/>
              </a:solidFill>
              <a:ln>
                <a:solidFill>
                  <a:srgbClr val="2E75B6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100" baseline="-250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88" name="矩形 287">
                <a:extLst>
                  <a:ext uri="{FF2B5EF4-FFF2-40B4-BE49-F238E27FC236}">
                    <a16:creationId xmlns:a16="http://schemas.microsoft.com/office/drawing/2014/main" id="{E4DF43AD-999F-BD3B-8F1E-1D1BDAE372BC}"/>
                  </a:ext>
                </a:extLst>
              </p:cNvPr>
              <p:cNvSpPr/>
              <p:nvPr/>
            </p:nvSpPr>
            <p:spPr>
              <a:xfrm rot="5400000">
                <a:off x="10312993" y="2619109"/>
                <a:ext cx="356475" cy="229238"/>
              </a:xfrm>
              <a:prstGeom prst="rect">
                <a:avLst/>
              </a:prstGeom>
              <a:solidFill>
                <a:srgbClr val="2E75B6"/>
              </a:solidFill>
              <a:ln>
                <a:solidFill>
                  <a:srgbClr val="2E75B6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100" baseline="-250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89" name="矩形 288">
                <a:extLst>
                  <a:ext uri="{FF2B5EF4-FFF2-40B4-BE49-F238E27FC236}">
                    <a16:creationId xmlns:a16="http://schemas.microsoft.com/office/drawing/2014/main" id="{38454258-8773-D30A-4D61-1C120B802467}"/>
                  </a:ext>
                </a:extLst>
              </p:cNvPr>
              <p:cNvSpPr/>
              <p:nvPr/>
            </p:nvSpPr>
            <p:spPr>
              <a:xfrm>
                <a:off x="10316784" y="1851641"/>
                <a:ext cx="349509" cy="198597"/>
              </a:xfrm>
              <a:prstGeom prst="rect">
                <a:avLst/>
              </a:prstGeom>
              <a:solidFill>
                <a:srgbClr val="2E75B6"/>
              </a:solidFill>
              <a:ln>
                <a:solidFill>
                  <a:srgbClr val="2E75B6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100" baseline="-250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90" name="矩形 289">
                <a:extLst>
                  <a:ext uri="{FF2B5EF4-FFF2-40B4-BE49-F238E27FC236}">
                    <a16:creationId xmlns:a16="http://schemas.microsoft.com/office/drawing/2014/main" id="{FB22C8EC-D398-54A5-8C67-C01433AF0893}"/>
                  </a:ext>
                </a:extLst>
              </p:cNvPr>
              <p:cNvSpPr/>
              <p:nvPr/>
            </p:nvSpPr>
            <p:spPr>
              <a:xfrm rot="5400000">
                <a:off x="9271959" y="1860143"/>
                <a:ext cx="369332" cy="179785"/>
              </a:xfrm>
              <a:prstGeom prst="rect">
                <a:avLst/>
              </a:prstGeom>
              <a:solidFill>
                <a:srgbClr val="2E75B6"/>
              </a:solidFill>
              <a:ln>
                <a:solidFill>
                  <a:srgbClr val="2E75B6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100" baseline="-250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cxnSp>
            <p:nvCxnSpPr>
              <p:cNvPr id="328" name="直接箭头连接符 327">
                <a:extLst>
                  <a:ext uri="{FF2B5EF4-FFF2-40B4-BE49-F238E27FC236}">
                    <a16:creationId xmlns:a16="http://schemas.microsoft.com/office/drawing/2014/main" id="{6F8FCCB3-98B5-001A-5800-646DBE545A0D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0704084" y="2336351"/>
                <a:ext cx="741216" cy="1"/>
              </a:xfrm>
              <a:prstGeom prst="straightConnector1">
                <a:avLst/>
              </a:prstGeom>
              <a:ln w="19050">
                <a:solidFill>
                  <a:schemeClr val="accent6">
                    <a:lumMod val="75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23" name="组合 122">
              <a:extLst>
                <a:ext uri="{FF2B5EF4-FFF2-40B4-BE49-F238E27FC236}">
                  <a16:creationId xmlns:a16="http://schemas.microsoft.com/office/drawing/2014/main" id="{7C9491DE-4022-9525-CB44-C49E669D0103}"/>
                </a:ext>
              </a:extLst>
            </p:cNvPr>
            <p:cNvGrpSpPr/>
            <p:nvPr/>
          </p:nvGrpSpPr>
          <p:grpSpPr>
            <a:xfrm>
              <a:off x="6171141" y="870320"/>
              <a:ext cx="1037387" cy="794519"/>
              <a:chOff x="6171141" y="870320"/>
              <a:chExt cx="1037387" cy="794519"/>
            </a:xfrm>
          </p:grpSpPr>
          <p:cxnSp>
            <p:nvCxnSpPr>
              <p:cNvPr id="116" name="直接箭头连接符 115">
                <a:extLst>
                  <a:ext uri="{FF2B5EF4-FFF2-40B4-BE49-F238E27FC236}">
                    <a16:creationId xmlns:a16="http://schemas.microsoft.com/office/drawing/2014/main" id="{243B6CDD-A73A-E3F4-8D85-DAA1C1F07F19}"/>
                  </a:ext>
                </a:extLst>
              </p:cNvPr>
              <p:cNvCxnSpPr>
                <a:cxnSpLocks/>
                <a:stCxn id="287" idx="3"/>
                <a:endCxn id="288" idx="2"/>
              </p:cNvCxnSpPr>
              <p:nvPr/>
            </p:nvCxnSpPr>
            <p:spPr>
              <a:xfrm flipV="1">
                <a:off x="6352750" y="1654013"/>
                <a:ext cx="740851" cy="10826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8" name="直接箭头连接符 117">
                <a:extLst>
                  <a:ext uri="{FF2B5EF4-FFF2-40B4-BE49-F238E27FC236}">
                    <a16:creationId xmlns:a16="http://schemas.microsoft.com/office/drawing/2014/main" id="{7A026F9F-0FD7-69C9-1DC9-7C3A49FEC54B}"/>
                  </a:ext>
                </a:extLst>
              </p:cNvPr>
              <p:cNvCxnSpPr>
                <a:stCxn id="288" idx="1"/>
                <a:endCxn id="289" idx="2"/>
              </p:cNvCxnSpPr>
              <p:nvPr/>
            </p:nvCxnSpPr>
            <p:spPr>
              <a:xfrm flipV="1">
                <a:off x="7208220" y="970522"/>
                <a:ext cx="308" cy="505253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0" name="直接箭头连接符 119">
                <a:extLst>
                  <a:ext uri="{FF2B5EF4-FFF2-40B4-BE49-F238E27FC236}">
                    <a16:creationId xmlns:a16="http://schemas.microsoft.com/office/drawing/2014/main" id="{C99BD277-5CCF-AD49-F390-E8BA8B276143}"/>
                  </a:ext>
                </a:extLst>
              </p:cNvPr>
              <p:cNvCxnSpPr>
                <a:cxnSpLocks/>
                <a:stCxn id="289" idx="1"/>
                <a:endCxn id="290" idx="0"/>
              </p:cNvCxnSpPr>
              <p:nvPr/>
            </p:nvCxnSpPr>
            <p:spPr>
              <a:xfrm flipH="1" flipV="1">
                <a:off x="6263507" y="870320"/>
                <a:ext cx="770266" cy="904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2" name="直接箭头连接符 121">
                <a:extLst>
                  <a:ext uri="{FF2B5EF4-FFF2-40B4-BE49-F238E27FC236}">
                    <a16:creationId xmlns:a16="http://schemas.microsoft.com/office/drawing/2014/main" id="{CAF8C5E4-6711-18D3-5031-F3CC186EDC0A}"/>
                  </a:ext>
                </a:extLst>
              </p:cNvPr>
              <p:cNvCxnSpPr>
                <a:cxnSpLocks/>
                <a:stCxn id="290" idx="3"/>
                <a:endCxn id="287" idx="0"/>
              </p:cNvCxnSpPr>
              <p:nvPr/>
            </p:nvCxnSpPr>
            <p:spPr>
              <a:xfrm flipH="1">
                <a:off x="6171141" y="1054986"/>
                <a:ext cx="2473" cy="498040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512" name="组合 511">
            <a:extLst>
              <a:ext uri="{FF2B5EF4-FFF2-40B4-BE49-F238E27FC236}">
                <a16:creationId xmlns:a16="http://schemas.microsoft.com/office/drawing/2014/main" id="{B1081D9C-DF63-A016-22E9-AF7ADDFDF4EF}"/>
              </a:ext>
            </a:extLst>
          </p:cNvPr>
          <p:cNvGrpSpPr/>
          <p:nvPr/>
        </p:nvGrpSpPr>
        <p:grpSpPr>
          <a:xfrm>
            <a:off x="8780901" y="909760"/>
            <a:ext cx="1359886" cy="1146596"/>
            <a:chOff x="6023396" y="685653"/>
            <a:chExt cx="1359886" cy="1146596"/>
          </a:xfrm>
        </p:grpSpPr>
        <p:grpSp>
          <p:nvGrpSpPr>
            <p:cNvPr id="513" name="组合 512">
              <a:extLst>
                <a:ext uri="{FF2B5EF4-FFF2-40B4-BE49-F238E27FC236}">
                  <a16:creationId xmlns:a16="http://schemas.microsoft.com/office/drawing/2014/main" id="{156F9159-5006-C1D0-E924-5DC9D9ADBC0C}"/>
                </a:ext>
              </a:extLst>
            </p:cNvPr>
            <p:cNvGrpSpPr/>
            <p:nvPr/>
          </p:nvGrpSpPr>
          <p:grpSpPr>
            <a:xfrm>
              <a:off x="6023396" y="685653"/>
              <a:ext cx="1359886" cy="1146596"/>
              <a:chOff x="9306407" y="1765369"/>
              <a:chExt cx="1359886" cy="1146596"/>
            </a:xfrm>
          </p:grpSpPr>
          <p:sp>
            <p:nvSpPr>
              <p:cNvPr id="519" name="矩形 518">
                <a:extLst>
                  <a:ext uri="{FF2B5EF4-FFF2-40B4-BE49-F238E27FC236}">
                    <a16:creationId xmlns:a16="http://schemas.microsoft.com/office/drawing/2014/main" id="{C2E9D910-1AC7-A4F1-8A80-02561AF02179}"/>
                  </a:ext>
                </a:extLst>
              </p:cNvPr>
              <p:cNvSpPr/>
              <p:nvPr/>
            </p:nvSpPr>
            <p:spPr>
              <a:xfrm>
                <a:off x="9306407" y="2641209"/>
                <a:ext cx="331040" cy="196850"/>
              </a:xfrm>
              <a:prstGeom prst="rect">
                <a:avLst/>
              </a:prstGeom>
              <a:solidFill>
                <a:srgbClr val="2E75B6"/>
              </a:solidFill>
              <a:ln>
                <a:solidFill>
                  <a:srgbClr val="2E75B6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100" baseline="-250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520" name="矩形 519">
                <a:extLst>
                  <a:ext uri="{FF2B5EF4-FFF2-40B4-BE49-F238E27FC236}">
                    <a16:creationId xmlns:a16="http://schemas.microsoft.com/office/drawing/2014/main" id="{CE11B480-36F9-42CD-EC5B-F7ADA652A441}"/>
                  </a:ext>
                </a:extLst>
              </p:cNvPr>
              <p:cNvSpPr/>
              <p:nvPr/>
            </p:nvSpPr>
            <p:spPr>
              <a:xfrm rot="5400000">
                <a:off x="10312993" y="2619109"/>
                <a:ext cx="356475" cy="229238"/>
              </a:xfrm>
              <a:prstGeom prst="rect">
                <a:avLst/>
              </a:prstGeom>
              <a:solidFill>
                <a:srgbClr val="2E75B6"/>
              </a:solidFill>
              <a:ln>
                <a:solidFill>
                  <a:srgbClr val="2E75B6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050" baseline="-250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521" name="矩形 520">
                <a:extLst>
                  <a:ext uri="{FF2B5EF4-FFF2-40B4-BE49-F238E27FC236}">
                    <a16:creationId xmlns:a16="http://schemas.microsoft.com/office/drawing/2014/main" id="{A571BF7E-35F5-FF1A-B5CA-CE0260951DA0}"/>
                  </a:ext>
                </a:extLst>
              </p:cNvPr>
              <p:cNvSpPr/>
              <p:nvPr/>
            </p:nvSpPr>
            <p:spPr>
              <a:xfrm>
                <a:off x="10316784" y="1851641"/>
                <a:ext cx="349509" cy="198597"/>
              </a:xfrm>
              <a:prstGeom prst="rect">
                <a:avLst/>
              </a:prstGeom>
              <a:solidFill>
                <a:srgbClr val="2E75B6"/>
              </a:solidFill>
              <a:ln>
                <a:solidFill>
                  <a:srgbClr val="2E75B6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050" baseline="-250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522" name="矩形 521">
                <a:extLst>
                  <a:ext uri="{FF2B5EF4-FFF2-40B4-BE49-F238E27FC236}">
                    <a16:creationId xmlns:a16="http://schemas.microsoft.com/office/drawing/2014/main" id="{0BA8568A-62DD-1EFE-6D5E-4F913FD252A7}"/>
                  </a:ext>
                </a:extLst>
              </p:cNvPr>
              <p:cNvSpPr/>
              <p:nvPr/>
            </p:nvSpPr>
            <p:spPr>
              <a:xfrm rot="5400000">
                <a:off x="9277562" y="1854538"/>
                <a:ext cx="382079" cy="203741"/>
              </a:xfrm>
              <a:prstGeom prst="rect">
                <a:avLst/>
              </a:prstGeom>
              <a:solidFill>
                <a:srgbClr val="2E75B6"/>
              </a:solidFill>
              <a:ln>
                <a:solidFill>
                  <a:srgbClr val="2E75B6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100" baseline="-250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514" name="组合 513">
              <a:extLst>
                <a:ext uri="{FF2B5EF4-FFF2-40B4-BE49-F238E27FC236}">
                  <a16:creationId xmlns:a16="http://schemas.microsoft.com/office/drawing/2014/main" id="{CFFFACB2-763A-6183-FADF-FB61107F33A1}"/>
                </a:ext>
              </a:extLst>
            </p:cNvPr>
            <p:cNvGrpSpPr/>
            <p:nvPr/>
          </p:nvGrpSpPr>
          <p:grpSpPr>
            <a:xfrm>
              <a:off x="6185590" y="871224"/>
              <a:ext cx="1022938" cy="788694"/>
              <a:chOff x="6185590" y="871224"/>
              <a:chExt cx="1022938" cy="788694"/>
            </a:xfrm>
          </p:grpSpPr>
          <p:cxnSp>
            <p:nvCxnSpPr>
              <p:cNvPr id="515" name="直接箭头连接符 514">
                <a:extLst>
                  <a:ext uri="{FF2B5EF4-FFF2-40B4-BE49-F238E27FC236}">
                    <a16:creationId xmlns:a16="http://schemas.microsoft.com/office/drawing/2014/main" id="{68ADF0A8-DE58-3B4D-CE74-CB766EC965EC}"/>
                  </a:ext>
                </a:extLst>
              </p:cNvPr>
              <p:cNvCxnSpPr>
                <a:cxnSpLocks/>
                <a:stCxn id="519" idx="3"/>
                <a:endCxn id="520" idx="2"/>
              </p:cNvCxnSpPr>
              <p:nvPr/>
            </p:nvCxnSpPr>
            <p:spPr>
              <a:xfrm flipV="1">
                <a:off x="6354436" y="1654013"/>
                <a:ext cx="739165" cy="5905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6" name="直接箭头连接符 515">
                <a:extLst>
                  <a:ext uri="{FF2B5EF4-FFF2-40B4-BE49-F238E27FC236}">
                    <a16:creationId xmlns:a16="http://schemas.microsoft.com/office/drawing/2014/main" id="{AC6E8FC6-6252-DABD-02A8-465B6A18950A}"/>
                  </a:ext>
                </a:extLst>
              </p:cNvPr>
              <p:cNvCxnSpPr>
                <a:stCxn id="520" idx="1"/>
                <a:endCxn id="521" idx="2"/>
              </p:cNvCxnSpPr>
              <p:nvPr/>
            </p:nvCxnSpPr>
            <p:spPr>
              <a:xfrm flipV="1">
                <a:off x="7208220" y="970522"/>
                <a:ext cx="308" cy="505253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7" name="直接箭头连接符 516">
                <a:extLst>
                  <a:ext uri="{FF2B5EF4-FFF2-40B4-BE49-F238E27FC236}">
                    <a16:creationId xmlns:a16="http://schemas.microsoft.com/office/drawing/2014/main" id="{2C92600F-4C8C-9D59-6B5F-B630C508D43F}"/>
                  </a:ext>
                </a:extLst>
              </p:cNvPr>
              <p:cNvCxnSpPr>
                <a:cxnSpLocks/>
                <a:stCxn id="521" idx="1"/>
                <a:endCxn id="522" idx="0"/>
              </p:cNvCxnSpPr>
              <p:nvPr/>
            </p:nvCxnSpPr>
            <p:spPr>
              <a:xfrm flipH="1">
                <a:off x="6287461" y="871224"/>
                <a:ext cx="746312" cy="5469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8" name="直接箭头连接符 517">
                <a:extLst>
                  <a:ext uri="{FF2B5EF4-FFF2-40B4-BE49-F238E27FC236}">
                    <a16:creationId xmlns:a16="http://schemas.microsoft.com/office/drawing/2014/main" id="{EC28FD16-AC1E-2763-447A-19F77C10A67E}"/>
                  </a:ext>
                </a:extLst>
              </p:cNvPr>
              <p:cNvCxnSpPr>
                <a:cxnSpLocks/>
                <a:stCxn id="522" idx="3"/>
                <a:endCxn id="519" idx="0"/>
              </p:cNvCxnSpPr>
              <p:nvPr/>
            </p:nvCxnSpPr>
            <p:spPr>
              <a:xfrm>
                <a:off x="6185590" y="1067732"/>
                <a:ext cx="3326" cy="493761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524" name="乘号 523">
            <a:extLst>
              <a:ext uri="{FF2B5EF4-FFF2-40B4-BE49-F238E27FC236}">
                <a16:creationId xmlns:a16="http://schemas.microsoft.com/office/drawing/2014/main" id="{ADE3C14C-0C64-38A9-A93D-144C6F214E90}"/>
              </a:ext>
            </a:extLst>
          </p:cNvPr>
          <p:cNvSpPr/>
          <p:nvPr/>
        </p:nvSpPr>
        <p:spPr>
          <a:xfrm>
            <a:off x="8761259" y="1315167"/>
            <a:ext cx="331040" cy="331040"/>
          </a:xfrm>
          <a:prstGeom prst="mathMultiply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26" name="文本框 525">
            <a:extLst>
              <a:ext uri="{FF2B5EF4-FFF2-40B4-BE49-F238E27FC236}">
                <a16:creationId xmlns:a16="http://schemas.microsoft.com/office/drawing/2014/main" id="{BFE5692E-3B3E-3F81-E1B2-5105676D0A17}"/>
              </a:ext>
            </a:extLst>
          </p:cNvPr>
          <p:cNvSpPr txBox="1"/>
          <p:nvPr/>
        </p:nvSpPr>
        <p:spPr>
          <a:xfrm>
            <a:off x="8761259" y="1967891"/>
            <a:ext cx="47114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000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sz="2000" baseline="-5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CN" altLang="en-US" sz="2000" baseline="-5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532" name="直接箭头连接符 531">
            <a:extLst>
              <a:ext uri="{FF2B5EF4-FFF2-40B4-BE49-F238E27FC236}">
                <a16:creationId xmlns:a16="http://schemas.microsoft.com/office/drawing/2014/main" id="{2DE372E7-0291-75EE-0564-2834FCF79463}"/>
              </a:ext>
            </a:extLst>
          </p:cNvPr>
          <p:cNvCxnSpPr/>
          <p:nvPr/>
        </p:nvCxnSpPr>
        <p:spPr>
          <a:xfrm>
            <a:off x="8761259" y="2073165"/>
            <a:ext cx="583496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0" name="文本框 539">
            <a:extLst>
              <a:ext uri="{FF2B5EF4-FFF2-40B4-BE49-F238E27FC236}">
                <a16:creationId xmlns:a16="http://schemas.microsoft.com/office/drawing/2014/main" id="{94CBEB0C-4D7F-A781-5CD8-DAE56097133F}"/>
              </a:ext>
            </a:extLst>
          </p:cNvPr>
          <p:cNvSpPr txBox="1"/>
          <p:nvPr/>
        </p:nvSpPr>
        <p:spPr>
          <a:xfrm>
            <a:off x="8370667" y="793484"/>
            <a:ext cx="53015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000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sz="2000" baseline="-5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endParaRPr lang="zh-CN" altLang="en-US" sz="2000" baseline="-5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547" name="直接箭头连接符 546">
            <a:extLst>
              <a:ext uri="{FF2B5EF4-FFF2-40B4-BE49-F238E27FC236}">
                <a16:creationId xmlns:a16="http://schemas.microsoft.com/office/drawing/2014/main" id="{7835420F-AB81-FDD1-9553-7F35B5A70979}"/>
              </a:ext>
            </a:extLst>
          </p:cNvPr>
          <p:cNvCxnSpPr>
            <a:cxnSpLocks/>
          </p:cNvCxnSpPr>
          <p:nvPr/>
        </p:nvCxnSpPr>
        <p:spPr>
          <a:xfrm flipV="1">
            <a:off x="8747892" y="768838"/>
            <a:ext cx="0" cy="51088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6" name="直接箭头连接符 565">
            <a:extLst>
              <a:ext uri="{FF2B5EF4-FFF2-40B4-BE49-F238E27FC236}">
                <a16:creationId xmlns:a16="http://schemas.microsoft.com/office/drawing/2014/main" id="{0C09101B-F6CD-EF1B-D272-EE54BAD49F18}"/>
              </a:ext>
            </a:extLst>
          </p:cNvPr>
          <p:cNvCxnSpPr>
            <a:cxnSpLocks/>
            <a:stCxn id="16" idx="0"/>
          </p:cNvCxnSpPr>
          <p:nvPr/>
        </p:nvCxnSpPr>
        <p:spPr>
          <a:xfrm>
            <a:off x="5206057" y="1378033"/>
            <a:ext cx="1130989" cy="0"/>
          </a:xfrm>
          <a:prstGeom prst="straightConnector1">
            <a:avLst/>
          </a:prstGeom>
          <a:ln w="1905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7CFA3FE8-E661-6BDA-A00A-00493726C54F}"/>
              </a:ext>
            </a:extLst>
          </p:cNvPr>
          <p:cNvGrpSpPr/>
          <p:nvPr/>
        </p:nvGrpSpPr>
        <p:grpSpPr>
          <a:xfrm>
            <a:off x="3631478" y="3544233"/>
            <a:ext cx="2282206" cy="400110"/>
            <a:chOff x="3631478" y="3544233"/>
            <a:chExt cx="2282206" cy="400110"/>
          </a:xfrm>
        </p:grpSpPr>
        <p:sp>
          <p:nvSpPr>
            <p:cNvPr id="572" name="文本框 571">
              <a:extLst>
                <a:ext uri="{FF2B5EF4-FFF2-40B4-BE49-F238E27FC236}">
                  <a16:creationId xmlns:a16="http://schemas.microsoft.com/office/drawing/2014/main" id="{25B01B3A-CEC2-2B8A-8C61-724A8D54E32B}"/>
                </a:ext>
              </a:extLst>
            </p:cNvPr>
            <p:cNvSpPr txBox="1"/>
            <p:nvPr/>
          </p:nvSpPr>
          <p:spPr>
            <a:xfrm>
              <a:off x="4072980" y="3544233"/>
              <a:ext cx="1840704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sz="2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left-turn vehicle</a:t>
              </a:r>
              <a:endPara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73" name="矩形 572">
              <a:extLst>
                <a:ext uri="{FF2B5EF4-FFF2-40B4-BE49-F238E27FC236}">
                  <a16:creationId xmlns:a16="http://schemas.microsoft.com/office/drawing/2014/main" id="{C879212B-B0A8-2028-4248-954E6A7FF832}"/>
                </a:ext>
              </a:extLst>
            </p:cNvPr>
            <p:cNvSpPr/>
            <p:nvPr/>
          </p:nvSpPr>
          <p:spPr>
            <a:xfrm>
              <a:off x="3631478" y="3691088"/>
              <a:ext cx="399728" cy="167903"/>
            </a:xfrm>
            <a:prstGeom prst="rect">
              <a:avLst/>
            </a:prstGeom>
            <a:solidFill>
              <a:schemeClr val="accent2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accent4"/>
                </a:solidFill>
              </a:endParaRPr>
            </a:p>
          </p:txBody>
        </p:sp>
      </p:grpSp>
      <p:grpSp>
        <p:nvGrpSpPr>
          <p:cNvPr id="32" name="组合 31">
            <a:extLst>
              <a:ext uri="{FF2B5EF4-FFF2-40B4-BE49-F238E27FC236}">
                <a16:creationId xmlns:a16="http://schemas.microsoft.com/office/drawing/2014/main" id="{39896DA1-B55B-693D-EEA1-2174E10C7B5D}"/>
              </a:ext>
            </a:extLst>
          </p:cNvPr>
          <p:cNvGrpSpPr/>
          <p:nvPr/>
        </p:nvGrpSpPr>
        <p:grpSpPr>
          <a:xfrm>
            <a:off x="6315686" y="3544233"/>
            <a:ext cx="2385328" cy="400110"/>
            <a:chOff x="6315686" y="3544233"/>
            <a:chExt cx="2385328" cy="400110"/>
          </a:xfrm>
        </p:grpSpPr>
        <p:sp>
          <p:nvSpPr>
            <p:cNvPr id="574" name="矩形 573">
              <a:extLst>
                <a:ext uri="{FF2B5EF4-FFF2-40B4-BE49-F238E27FC236}">
                  <a16:creationId xmlns:a16="http://schemas.microsoft.com/office/drawing/2014/main" id="{980FD09B-627D-53EF-A4DB-83626E3B7120}"/>
                </a:ext>
              </a:extLst>
            </p:cNvPr>
            <p:cNvSpPr/>
            <p:nvPr/>
          </p:nvSpPr>
          <p:spPr>
            <a:xfrm>
              <a:off x="6315686" y="3708302"/>
              <a:ext cx="399728" cy="167903"/>
            </a:xfrm>
            <a:prstGeom prst="rect">
              <a:avLst/>
            </a:prstGeom>
            <a:solidFill>
              <a:srgbClr val="339933"/>
            </a:solidFill>
            <a:ln>
              <a:solidFill>
                <a:srgbClr val="33993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accent4"/>
                </a:solidFill>
              </a:endParaRPr>
            </a:p>
          </p:txBody>
        </p:sp>
        <p:sp>
          <p:nvSpPr>
            <p:cNvPr id="575" name="文本框 574">
              <a:extLst>
                <a:ext uri="{FF2B5EF4-FFF2-40B4-BE49-F238E27FC236}">
                  <a16:creationId xmlns:a16="http://schemas.microsoft.com/office/drawing/2014/main" id="{307FCE89-F536-0E7F-2F62-F5E9F96DF3BC}"/>
                </a:ext>
              </a:extLst>
            </p:cNvPr>
            <p:cNvSpPr txBox="1"/>
            <p:nvPr/>
          </p:nvSpPr>
          <p:spPr>
            <a:xfrm>
              <a:off x="6741260" y="3544233"/>
              <a:ext cx="1959754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right-turn vehicle</a:t>
              </a:r>
              <a:endPara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D409899C-7BF4-6383-46B9-2EB4B93CC31B}"/>
              </a:ext>
            </a:extLst>
          </p:cNvPr>
          <p:cNvGrpSpPr/>
          <p:nvPr/>
        </p:nvGrpSpPr>
        <p:grpSpPr>
          <a:xfrm>
            <a:off x="828501" y="3544233"/>
            <a:ext cx="2475862" cy="400110"/>
            <a:chOff x="828501" y="3544233"/>
            <a:chExt cx="2475862" cy="400110"/>
          </a:xfrm>
        </p:grpSpPr>
        <p:sp>
          <p:nvSpPr>
            <p:cNvPr id="73" name="矩形 72">
              <a:extLst>
                <a:ext uri="{FF2B5EF4-FFF2-40B4-BE49-F238E27FC236}">
                  <a16:creationId xmlns:a16="http://schemas.microsoft.com/office/drawing/2014/main" id="{0A6B8CB6-F72D-F00F-50D3-BED749FACA2C}"/>
                </a:ext>
              </a:extLst>
            </p:cNvPr>
            <p:cNvSpPr/>
            <p:nvPr/>
          </p:nvSpPr>
          <p:spPr>
            <a:xfrm>
              <a:off x="828501" y="3691088"/>
              <a:ext cx="399728" cy="167903"/>
            </a:xfrm>
            <a:prstGeom prst="rect">
              <a:avLst/>
            </a:prstGeom>
            <a:ln>
              <a:solidFill>
                <a:srgbClr val="4472C4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7" name="文本框 76">
              <a:extLst>
                <a:ext uri="{FF2B5EF4-FFF2-40B4-BE49-F238E27FC236}">
                  <a16:creationId xmlns:a16="http://schemas.microsoft.com/office/drawing/2014/main" id="{3308FC03-3125-A240-7461-678212903900}"/>
                </a:ext>
              </a:extLst>
            </p:cNvPr>
            <p:cNvSpPr txBox="1"/>
            <p:nvPr/>
          </p:nvSpPr>
          <p:spPr>
            <a:xfrm>
              <a:off x="1228229" y="3544233"/>
              <a:ext cx="2076134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straight vehicle</a:t>
              </a:r>
              <a:endPara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35" name="组合 34">
            <a:extLst>
              <a:ext uri="{FF2B5EF4-FFF2-40B4-BE49-F238E27FC236}">
                <a16:creationId xmlns:a16="http://schemas.microsoft.com/office/drawing/2014/main" id="{21813E95-3323-6AEC-06BC-8B5A911DAC32}"/>
              </a:ext>
            </a:extLst>
          </p:cNvPr>
          <p:cNvGrpSpPr/>
          <p:nvPr/>
        </p:nvGrpSpPr>
        <p:grpSpPr>
          <a:xfrm>
            <a:off x="9344755" y="3544233"/>
            <a:ext cx="1935479" cy="400110"/>
            <a:chOff x="9344755" y="3544233"/>
            <a:chExt cx="1935479" cy="400110"/>
          </a:xfrm>
        </p:grpSpPr>
        <p:sp>
          <p:nvSpPr>
            <p:cNvPr id="95" name="椭圆 94">
              <a:extLst>
                <a:ext uri="{FF2B5EF4-FFF2-40B4-BE49-F238E27FC236}">
                  <a16:creationId xmlns:a16="http://schemas.microsoft.com/office/drawing/2014/main" id="{E1AD3B97-F40A-4F20-A76F-1D3A177D63C6}"/>
                </a:ext>
              </a:extLst>
            </p:cNvPr>
            <p:cNvSpPr/>
            <p:nvPr/>
          </p:nvSpPr>
          <p:spPr>
            <a:xfrm>
              <a:off x="9344755" y="3723933"/>
              <a:ext cx="102211" cy="102211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7" name="文本框 96">
              <a:extLst>
                <a:ext uri="{FF2B5EF4-FFF2-40B4-BE49-F238E27FC236}">
                  <a16:creationId xmlns:a16="http://schemas.microsoft.com/office/drawing/2014/main" id="{074534E2-429B-5F3C-3240-DBD37EEBA2FD}"/>
                </a:ext>
              </a:extLst>
            </p:cNvPr>
            <p:cNvSpPr txBox="1"/>
            <p:nvPr/>
          </p:nvSpPr>
          <p:spPr>
            <a:xfrm>
              <a:off x="9616804" y="3544233"/>
              <a:ext cx="166343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Conflict point</a:t>
              </a:r>
              <a:endPara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559" name="文本框 558">
            <a:extLst>
              <a:ext uri="{FF2B5EF4-FFF2-40B4-BE49-F238E27FC236}">
                <a16:creationId xmlns:a16="http://schemas.microsoft.com/office/drawing/2014/main" id="{7DED71FB-3025-B2C4-B050-E5F272FBCD40}"/>
              </a:ext>
            </a:extLst>
          </p:cNvPr>
          <p:cNvSpPr txBox="1"/>
          <p:nvPr/>
        </p:nvSpPr>
        <p:spPr>
          <a:xfrm>
            <a:off x="3094842" y="2897175"/>
            <a:ext cx="5830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9" name="文本框 98">
            <a:extLst>
              <a:ext uri="{FF2B5EF4-FFF2-40B4-BE49-F238E27FC236}">
                <a16:creationId xmlns:a16="http://schemas.microsoft.com/office/drawing/2014/main" id="{6F86E070-2E20-F75B-4EF7-E092A2A3315E}"/>
              </a:ext>
            </a:extLst>
          </p:cNvPr>
          <p:cNvSpPr txBox="1"/>
          <p:nvPr/>
        </p:nvSpPr>
        <p:spPr>
          <a:xfrm>
            <a:off x="6903221" y="2897175"/>
            <a:ext cx="5830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2" name="文本框 101">
            <a:extLst>
              <a:ext uri="{FF2B5EF4-FFF2-40B4-BE49-F238E27FC236}">
                <a16:creationId xmlns:a16="http://schemas.microsoft.com/office/drawing/2014/main" id="{7B898AD0-A916-1395-98CB-9F62B6AB4D37}"/>
              </a:ext>
            </a:extLst>
          </p:cNvPr>
          <p:cNvSpPr txBox="1"/>
          <p:nvPr/>
        </p:nvSpPr>
        <p:spPr>
          <a:xfrm>
            <a:off x="9325301" y="2873116"/>
            <a:ext cx="5830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椭圆 12">
            <a:extLst>
              <a:ext uri="{FF2B5EF4-FFF2-40B4-BE49-F238E27FC236}">
                <a16:creationId xmlns:a16="http://schemas.microsoft.com/office/drawing/2014/main" id="{541988E0-52D6-ED72-7B31-CD1683273EBE}"/>
              </a:ext>
            </a:extLst>
          </p:cNvPr>
          <p:cNvSpPr/>
          <p:nvPr/>
        </p:nvSpPr>
        <p:spPr>
          <a:xfrm flipH="1">
            <a:off x="3432862" y="1453121"/>
            <a:ext cx="83548" cy="73356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6" name="椭圆 45">
            <a:extLst>
              <a:ext uri="{FF2B5EF4-FFF2-40B4-BE49-F238E27FC236}">
                <a16:creationId xmlns:a16="http://schemas.microsoft.com/office/drawing/2014/main" id="{263AB593-25DD-7BCF-22A7-909CD7C17AEB}"/>
              </a:ext>
            </a:extLst>
          </p:cNvPr>
          <p:cNvSpPr/>
          <p:nvPr/>
        </p:nvSpPr>
        <p:spPr>
          <a:xfrm flipH="1">
            <a:off x="3238158" y="1453121"/>
            <a:ext cx="83548" cy="73356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25" name="椭圆 524">
            <a:extLst>
              <a:ext uri="{FF2B5EF4-FFF2-40B4-BE49-F238E27FC236}">
                <a16:creationId xmlns:a16="http://schemas.microsoft.com/office/drawing/2014/main" id="{A8C03D75-F46F-3DE7-CE72-7410E5566CFA}"/>
              </a:ext>
            </a:extLst>
          </p:cNvPr>
          <p:cNvSpPr/>
          <p:nvPr/>
        </p:nvSpPr>
        <p:spPr>
          <a:xfrm flipH="1">
            <a:off x="3243383" y="1254873"/>
            <a:ext cx="83548" cy="73356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27" name="椭圆 526">
            <a:extLst>
              <a:ext uri="{FF2B5EF4-FFF2-40B4-BE49-F238E27FC236}">
                <a16:creationId xmlns:a16="http://schemas.microsoft.com/office/drawing/2014/main" id="{8F0435A2-43F4-1C96-3BB6-8568454A1FCB}"/>
              </a:ext>
            </a:extLst>
          </p:cNvPr>
          <p:cNvSpPr/>
          <p:nvPr/>
        </p:nvSpPr>
        <p:spPr>
          <a:xfrm flipH="1">
            <a:off x="3436749" y="1267567"/>
            <a:ext cx="83548" cy="73356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5725C1AA-90C6-CC5F-BD8F-BB62F51091D2}"/>
              </a:ext>
            </a:extLst>
          </p:cNvPr>
          <p:cNvSpPr/>
          <p:nvPr/>
        </p:nvSpPr>
        <p:spPr>
          <a:xfrm flipH="1">
            <a:off x="6491805" y="1880933"/>
            <a:ext cx="83548" cy="73356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椭圆 17">
            <a:extLst>
              <a:ext uri="{FF2B5EF4-FFF2-40B4-BE49-F238E27FC236}">
                <a16:creationId xmlns:a16="http://schemas.microsoft.com/office/drawing/2014/main" id="{773BFD58-2AB1-B5D5-72AA-E933E9569C5B}"/>
              </a:ext>
            </a:extLst>
          </p:cNvPr>
          <p:cNvSpPr/>
          <p:nvPr/>
        </p:nvSpPr>
        <p:spPr>
          <a:xfrm flipH="1">
            <a:off x="7506144" y="1867662"/>
            <a:ext cx="83548" cy="73356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6" name="椭圆 35">
            <a:extLst>
              <a:ext uri="{FF2B5EF4-FFF2-40B4-BE49-F238E27FC236}">
                <a16:creationId xmlns:a16="http://schemas.microsoft.com/office/drawing/2014/main" id="{4ABB0C42-8B52-1102-C3D2-BBD31C7A8E6F}"/>
              </a:ext>
            </a:extLst>
          </p:cNvPr>
          <p:cNvSpPr/>
          <p:nvPr/>
        </p:nvSpPr>
        <p:spPr>
          <a:xfrm flipH="1">
            <a:off x="7515312" y="1096401"/>
            <a:ext cx="83548" cy="73356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" name="椭圆 37">
            <a:extLst>
              <a:ext uri="{FF2B5EF4-FFF2-40B4-BE49-F238E27FC236}">
                <a16:creationId xmlns:a16="http://schemas.microsoft.com/office/drawing/2014/main" id="{09675D20-1675-2E3B-D0FA-E024F12C8247}"/>
              </a:ext>
            </a:extLst>
          </p:cNvPr>
          <p:cNvSpPr/>
          <p:nvPr/>
        </p:nvSpPr>
        <p:spPr>
          <a:xfrm flipH="1">
            <a:off x="6472942" y="1073137"/>
            <a:ext cx="83548" cy="73356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017F84E6-DB5B-F671-555F-6E4DC1B51062}"/>
              </a:ext>
            </a:extLst>
          </p:cNvPr>
          <p:cNvSpPr txBox="1"/>
          <p:nvPr/>
        </p:nvSpPr>
        <p:spPr>
          <a:xfrm>
            <a:off x="7358571" y="1725746"/>
            <a:ext cx="47114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sz="20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zh-CN" altLang="en-US" sz="20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21187926-141E-5A10-D8B3-215C43144AA5}"/>
              </a:ext>
            </a:extLst>
          </p:cNvPr>
          <p:cNvSpPr txBox="1"/>
          <p:nvPr/>
        </p:nvSpPr>
        <p:spPr>
          <a:xfrm>
            <a:off x="6261768" y="1736225"/>
            <a:ext cx="47114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sz="20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CN" altLang="en-US" sz="20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885E7896-608E-A962-30E8-FF39DE36B4A6}"/>
              </a:ext>
            </a:extLst>
          </p:cNvPr>
          <p:cNvSpPr txBox="1"/>
          <p:nvPr/>
        </p:nvSpPr>
        <p:spPr>
          <a:xfrm>
            <a:off x="6298009" y="943809"/>
            <a:ext cx="47114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sz="20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endParaRPr lang="zh-CN" altLang="en-US" sz="20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D091B942-44A6-C4A2-7102-B1CF236B4D14}"/>
              </a:ext>
            </a:extLst>
          </p:cNvPr>
          <p:cNvSpPr txBox="1"/>
          <p:nvPr/>
        </p:nvSpPr>
        <p:spPr>
          <a:xfrm>
            <a:off x="7312347" y="909760"/>
            <a:ext cx="47114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sz="20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zh-CN" altLang="en-US" sz="20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0" name="椭圆 39">
            <a:extLst>
              <a:ext uri="{FF2B5EF4-FFF2-40B4-BE49-F238E27FC236}">
                <a16:creationId xmlns:a16="http://schemas.microsoft.com/office/drawing/2014/main" id="{3A23CDE9-C048-9396-7BFC-BCC6C54B7794}"/>
              </a:ext>
            </a:extLst>
          </p:cNvPr>
          <p:cNvSpPr/>
          <p:nvPr/>
        </p:nvSpPr>
        <p:spPr>
          <a:xfrm flipH="1">
            <a:off x="8910186" y="1850931"/>
            <a:ext cx="83548" cy="73356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1" name="椭圆 40">
            <a:extLst>
              <a:ext uri="{FF2B5EF4-FFF2-40B4-BE49-F238E27FC236}">
                <a16:creationId xmlns:a16="http://schemas.microsoft.com/office/drawing/2014/main" id="{CB8B3F0C-3C21-B701-F105-BEC60694C7C0}"/>
              </a:ext>
            </a:extLst>
          </p:cNvPr>
          <p:cNvSpPr/>
          <p:nvPr/>
        </p:nvSpPr>
        <p:spPr>
          <a:xfrm flipH="1">
            <a:off x="9909271" y="1830984"/>
            <a:ext cx="83548" cy="73356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50" name="椭圆 549">
            <a:extLst>
              <a:ext uri="{FF2B5EF4-FFF2-40B4-BE49-F238E27FC236}">
                <a16:creationId xmlns:a16="http://schemas.microsoft.com/office/drawing/2014/main" id="{4C1EE7FB-C7A6-E680-A2CE-9B77121F9AA9}"/>
              </a:ext>
            </a:extLst>
          </p:cNvPr>
          <p:cNvSpPr/>
          <p:nvPr/>
        </p:nvSpPr>
        <p:spPr>
          <a:xfrm flipH="1">
            <a:off x="9907006" y="1082578"/>
            <a:ext cx="83548" cy="73356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51" name="椭圆 550">
            <a:extLst>
              <a:ext uri="{FF2B5EF4-FFF2-40B4-BE49-F238E27FC236}">
                <a16:creationId xmlns:a16="http://schemas.microsoft.com/office/drawing/2014/main" id="{47E2994D-C7B1-9415-87D3-421F88EC9992}"/>
              </a:ext>
            </a:extLst>
          </p:cNvPr>
          <p:cNvSpPr/>
          <p:nvPr/>
        </p:nvSpPr>
        <p:spPr>
          <a:xfrm flipH="1">
            <a:off x="8910186" y="1070508"/>
            <a:ext cx="83548" cy="73356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4" name="文本框 43">
            <a:extLst>
              <a:ext uri="{FF2B5EF4-FFF2-40B4-BE49-F238E27FC236}">
                <a16:creationId xmlns:a16="http://schemas.microsoft.com/office/drawing/2014/main" id="{181331F5-BB02-E265-0024-1B4160133C92}"/>
              </a:ext>
            </a:extLst>
          </p:cNvPr>
          <p:cNvSpPr txBox="1"/>
          <p:nvPr/>
        </p:nvSpPr>
        <p:spPr>
          <a:xfrm>
            <a:off x="9719918" y="1667607"/>
            <a:ext cx="46724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sz="20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zh-CN" altLang="en-US" sz="20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id="{E5302809-C46E-024B-0CEF-1FCB97C2AE23}"/>
              </a:ext>
            </a:extLst>
          </p:cNvPr>
          <p:cNvSpPr txBox="1"/>
          <p:nvPr/>
        </p:nvSpPr>
        <p:spPr>
          <a:xfrm>
            <a:off x="9740228" y="854763"/>
            <a:ext cx="50065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sz="20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zh-CN" altLang="en-US" sz="20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5" name="文本框 44">
            <a:extLst>
              <a:ext uri="{FF2B5EF4-FFF2-40B4-BE49-F238E27FC236}">
                <a16:creationId xmlns:a16="http://schemas.microsoft.com/office/drawing/2014/main" id="{6229A742-9D5A-7F27-C11A-77E21B020121}"/>
              </a:ext>
            </a:extLst>
          </p:cNvPr>
          <p:cNvSpPr txBox="1"/>
          <p:nvPr/>
        </p:nvSpPr>
        <p:spPr>
          <a:xfrm>
            <a:off x="8743408" y="915057"/>
            <a:ext cx="50065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sz="20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endParaRPr lang="zh-CN" altLang="en-US" sz="20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61B415C2-9157-14FD-7D15-928245EF5BF4}"/>
              </a:ext>
            </a:extLst>
          </p:cNvPr>
          <p:cNvSpPr txBox="1"/>
          <p:nvPr/>
        </p:nvSpPr>
        <p:spPr>
          <a:xfrm>
            <a:off x="8734590" y="1680878"/>
            <a:ext cx="58349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sz="20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CN" altLang="en-US" sz="20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1141202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648</TotalTime>
  <Words>744</Words>
  <Application>Microsoft Office PowerPoint</Application>
  <PresentationFormat>宽屏</PresentationFormat>
  <Paragraphs>478</Paragraphs>
  <Slides>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13" baseType="lpstr">
      <vt:lpstr>等线</vt:lpstr>
      <vt:lpstr>等线 Light</vt:lpstr>
      <vt:lpstr>宋体</vt:lpstr>
      <vt:lpstr>Arial</vt:lpstr>
      <vt:lpstr>Times New Roman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1 turtle</dc:creator>
  <cp:lastModifiedBy>1 turtle</cp:lastModifiedBy>
  <cp:revision>29</cp:revision>
  <dcterms:created xsi:type="dcterms:W3CDTF">2025-03-13T03:27:45Z</dcterms:created>
  <dcterms:modified xsi:type="dcterms:W3CDTF">2025-12-23T08:47:48Z</dcterms:modified>
</cp:coreProperties>
</file>